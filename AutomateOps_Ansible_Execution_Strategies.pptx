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ible Execution Strategies: Async, Serial &amp; Parallel" id="{1A53EA9E-931E-421E-BBA1-ADB6BACEC2AE}">
          <p14:sldIdLst>
            <p14:sldId id="2561"/>
          </p14:sldIdLst>
        </p14:section>
        <p14:section name="Introduction" id="{EFD0DDE8-A845-477A-AA47-506C5277EBFC}">
          <p14:sldIdLst>
            <p14:sldId id="2562"/>
            <p14:sldId id="2563"/>
          </p14:sldIdLst>
        </p14:section>
        <p14:section name="Why Execution Strategy Matters" id="{9A50D11E-5C0E-4289-803C-B26F811E4B7D}">
          <p14:sldIdLst>
            <p14:sldId id="2564"/>
            <p14:sldId id="2565"/>
          </p14:sldIdLst>
        </p14:section>
        <p14:section name="Parallel Execution" id="{DEBF7B66-6902-486D-AE1C-91BE7B1D92AD}">
          <p14:sldIdLst>
            <p14:sldId id="2566"/>
            <p14:sldId id="2567"/>
          </p14:sldIdLst>
        </p14:section>
        <p14:section name="Serial Execution" id="{AA133834-B8FA-4DA1-A6CD-AD622CD8A823}">
          <p14:sldIdLst>
            <p14:sldId id="2568"/>
            <p14:sldId id="2569"/>
          </p14:sldIdLst>
        </p14:section>
        <p14:section name="Asynchronous Execution" id="{67458453-3927-4FF6-81D0-7AAC044D1019}">
          <p14:sldIdLst>
            <p14:sldId id="2570"/>
            <p14:sldId id="2571"/>
          </p14:sldIdLst>
        </p14:section>
        <p14:section name="Why These Are Critical in Real Life" id="{2F993137-297D-4528-9FDD-658E0EBCC562}">
          <p14:sldIdLst>
            <p14:sldId id="2572"/>
            <p14:sldId id="2573"/>
          </p14:sldIdLst>
        </p14:section>
        <p14:section name="Forks Explained" id="{EB3A9990-D691-46C3-B29A-613F3983D61D}">
          <p14:sldIdLst>
            <p14:sldId id="2574"/>
            <p14:sldId id="2575"/>
          </p14:sldIdLst>
        </p14:section>
        <p14:section name="Real-Life Example" id="{F23B64B0-8F96-486E-BB19-AD53348E3460}">
          <p14:sldIdLst>
            <p14:sldId id="2576"/>
            <p14:sldId id="25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B023C0-FB0E-43C4-BD41-0BCA1EB1267A}" v="27" dt="2026-01-04T04:04:12.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p:cViewPr varScale="1">
        <p:scale>
          <a:sx n="70" d="100"/>
          <a:sy n="70" d="100"/>
        </p:scale>
        <p:origin x="4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 Soumyendu" userId="68503d3d-ac8d-4828-9c3f-abc5a97f3674" providerId="ADAL" clId="{92440D97-2063-49B4-9BF5-3A22B04E4F12}"/>
    <pc:docChg chg="undo custSel modSld">
      <pc:chgData name="Pal, Soumyendu" userId="68503d3d-ac8d-4828-9c3f-abc5a97f3674" providerId="ADAL" clId="{92440D97-2063-49B4-9BF5-3A22B04E4F12}" dt="2026-01-04T04:04:19.387" v="122" actId="13822"/>
      <pc:docMkLst>
        <pc:docMk/>
      </pc:docMkLst>
      <pc:sldChg chg="addSp delSp modSp mod">
        <pc:chgData name="Pal, Soumyendu" userId="68503d3d-ac8d-4828-9c3f-abc5a97f3674" providerId="ADAL" clId="{92440D97-2063-49B4-9BF5-3A22B04E4F12}" dt="2026-01-03T06:53:38.722" v="50" actId="478"/>
        <pc:sldMkLst>
          <pc:docMk/>
          <pc:sldMk cId="4057358475" sldId="2561"/>
        </pc:sldMkLst>
        <pc:spChg chg="del">
          <ac:chgData name="Pal, Soumyendu" userId="68503d3d-ac8d-4828-9c3f-abc5a97f3674" providerId="ADAL" clId="{92440D97-2063-49B4-9BF5-3A22B04E4F12}" dt="2026-01-03T06:53:38.722" v="50" actId="478"/>
          <ac:spMkLst>
            <pc:docMk/>
            <pc:sldMk cId="4057358475" sldId="2561"/>
            <ac:spMk id="6" creationId="{A21D0CB5-3EF5-20B5-F8A0-79833073DD78}"/>
          </ac:spMkLst>
        </pc:spChg>
        <pc:picChg chg="add mod">
          <ac:chgData name="Pal, Soumyendu" userId="68503d3d-ac8d-4828-9c3f-abc5a97f3674" providerId="ADAL" clId="{92440D97-2063-49B4-9BF5-3A22B04E4F12}" dt="2026-01-03T06:53:33.983" v="49" actId="14100"/>
          <ac:picMkLst>
            <pc:docMk/>
            <pc:sldMk cId="4057358475" sldId="2561"/>
            <ac:picMk id="9" creationId="{1D5131D4-A17E-1DD4-0306-90B391195A56}"/>
          </ac:picMkLst>
        </pc:picChg>
      </pc:sldChg>
      <pc:sldChg chg="addSp modSp mod">
        <pc:chgData name="Pal, Soumyendu" userId="68503d3d-ac8d-4828-9c3f-abc5a97f3674" providerId="ADAL" clId="{92440D97-2063-49B4-9BF5-3A22B04E4F12}" dt="2026-01-03T06:54:05.232" v="58" actId="14100"/>
        <pc:sldMkLst>
          <pc:docMk/>
          <pc:sldMk cId="489911149" sldId="2562"/>
        </pc:sldMkLst>
        <pc:picChg chg="add mod">
          <ac:chgData name="Pal, Soumyendu" userId="68503d3d-ac8d-4828-9c3f-abc5a97f3674" providerId="ADAL" clId="{92440D97-2063-49B4-9BF5-3A22B04E4F12}" dt="2026-01-03T06:54:05.232" v="58" actId="14100"/>
          <ac:picMkLst>
            <pc:docMk/>
            <pc:sldMk cId="489911149" sldId="2562"/>
            <ac:picMk id="7" creationId="{653D6C43-9D2E-EDFC-A874-5192080F03F4}"/>
          </ac:picMkLst>
        </pc:picChg>
      </pc:sldChg>
      <pc:sldChg chg="addSp modSp mod">
        <pc:chgData name="Pal, Soumyendu" userId="68503d3d-ac8d-4828-9c3f-abc5a97f3674" providerId="ADAL" clId="{92440D97-2063-49B4-9BF5-3A22B04E4F12}" dt="2026-01-04T04:03:44.614" v="118" actId="13822"/>
        <pc:sldMkLst>
          <pc:docMk/>
          <pc:sldMk cId="3128472236" sldId="2563"/>
        </pc:sldMkLst>
        <pc:spChg chg="mod">
          <ac:chgData name="Pal, Soumyendu" userId="68503d3d-ac8d-4828-9c3f-abc5a97f3674" providerId="ADAL" clId="{92440D97-2063-49B4-9BF5-3A22B04E4F12}" dt="2026-01-04T04:03:44.614" v="118" actId="13822"/>
          <ac:spMkLst>
            <pc:docMk/>
            <pc:sldMk cId="3128472236" sldId="2563"/>
            <ac:spMk id="4" creationId="{D33C51E0-3C48-8233-CD5C-FA88CB4CC39A}"/>
          </ac:spMkLst>
        </pc:spChg>
        <pc:picChg chg="add mod">
          <ac:chgData name="Pal, Soumyendu" userId="68503d3d-ac8d-4828-9c3f-abc5a97f3674" providerId="ADAL" clId="{92440D97-2063-49B4-9BF5-3A22B04E4F12}" dt="2026-01-03T06:54:16.513" v="64" actId="1076"/>
          <ac:picMkLst>
            <pc:docMk/>
            <pc:sldMk cId="3128472236" sldId="2563"/>
            <ac:picMk id="9" creationId="{FEEAF957-2A94-E6BD-C699-D655CA379FF9}"/>
          </ac:picMkLst>
        </pc:picChg>
      </pc:sldChg>
      <pc:sldChg chg="addSp modSp">
        <pc:chgData name="Pal, Soumyendu" userId="68503d3d-ac8d-4828-9c3f-abc5a97f3674" providerId="ADAL" clId="{92440D97-2063-49B4-9BF5-3A22B04E4F12}" dt="2026-01-03T06:54:24.283" v="65"/>
        <pc:sldMkLst>
          <pc:docMk/>
          <pc:sldMk cId="1495148028" sldId="2564"/>
        </pc:sldMkLst>
        <pc:picChg chg="add mod">
          <ac:chgData name="Pal, Soumyendu" userId="68503d3d-ac8d-4828-9c3f-abc5a97f3674" providerId="ADAL" clId="{92440D97-2063-49B4-9BF5-3A22B04E4F12}" dt="2026-01-03T06:54:24.283" v="65"/>
          <ac:picMkLst>
            <pc:docMk/>
            <pc:sldMk cId="1495148028" sldId="2564"/>
            <ac:picMk id="3" creationId="{28C9C89E-65C4-286D-54B3-1F379EFD96F0}"/>
          </ac:picMkLst>
        </pc:picChg>
      </pc:sldChg>
      <pc:sldChg chg="addSp modSp mod">
        <pc:chgData name="Pal, Soumyendu" userId="68503d3d-ac8d-4828-9c3f-abc5a97f3674" providerId="ADAL" clId="{92440D97-2063-49B4-9BF5-3A22B04E4F12}" dt="2026-01-04T04:03:51.845" v="119" actId="13822"/>
        <pc:sldMkLst>
          <pc:docMk/>
          <pc:sldMk cId="356073452" sldId="2565"/>
        </pc:sldMkLst>
        <pc:spChg chg="mod">
          <ac:chgData name="Pal, Soumyendu" userId="68503d3d-ac8d-4828-9c3f-abc5a97f3674" providerId="ADAL" clId="{92440D97-2063-49B4-9BF5-3A22B04E4F12}" dt="2026-01-04T04:03:51.845" v="119" actId="13822"/>
          <ac:spMkLst>
            <pc:docMk/>
            <pc:sldMk cId="356073452" sldId="2565"/>
            <ac:spMk id="4" creationId="{483E10E7-9909-4F96-CE54-AFAFD197A60D}"/>
          </ac:spMkLst>
        </pc:spChg>
        <pc:picChg chg="add mod">
          <ac:chgData name="Pal, Soumyendu" userId="68503d3d-ac8d-4828-9c3f-abc5a97f3674" providerId="ADAL" clId="{92440D97-2063-49B4-9BF5-3A22B04E4F12}" dt="2026-01-03T06:54:27.223" v="66"/>
          <ac:picMkLst>
            <pc:docMk/>
            <pc:sldMk cId="356073452" sldId="2565"/>
            <ac:picMk id="3" creationId="{B4AB4144-2EAF-DADF-1A92-D261C96EDA7F}"/>
          </ac:picMkLst>
        </pc:picChg>
      </pc:sldChg>
      <pc:sldChg chg="addSp modSp">
        <pc:chgData name="Pal, Soumyendu" userId="68503d3d-ac8d-4828-9c3f-abc5a97f3674" providerId="ADAL" clId="{92440D97-2063-49B4-9BF5-3A22B04E4F12}" dt="2026-01-03T06:54:30.754" v="67"/>
        <pc:sldMkLst>
          <pc:docMk/>
          <pc:sldMk cId="1053963493" sldId="2566"/>
        </pc:sldMkLst>
        <pc:picChg chg="add mod">
          <ac:chgData name="Pal, Soumyendu" userId="68503d3d-ac8d-4828-9c3f-abc5a97f3674" providerId="ADAL" clId="{92440D97-2063-49B4-9BF5-3A22B04E4F12}" dt="2026-01-03T06:54:30.754" v="67"/>
          <ac:picMkLst>
            <pc:docMk/>
            <pc:sldMk cId="1053963493" sldId="2566"/>
            <ac:picMk id="3" creationId="{5BB29F3A-57BF-E8B7-3108-E590816CC3C9}"/>
          </ac:picMkLst>
        </pc:picChg>
      </pc:sldChg>
      <pc:sldChg chg="addSp modSp mod">
        <pc:chgData name="Pal, Soumyendu" userId="68503d3d-ac8d-4828-9c3f-abc5a97f3674" providerId="ADAL" clId="{92440D97-2063-49B4-9BF5-3A22B04E4F12}" dt="2026-01-04T04:03:13.655" v="116"/>
        <pc:sldMkLst>
          <pc:docMk/>
          <pc:sldMk cId="2354246990" sldId="2567"/>
        </pc:sldMkLst>
        <pc:graphicFrameChg chg="mod modGraphic">
          <ac:chgData name="Pal, Soumyendu" userId="68503d3d-ac8d-4828-9c3f-abc5a97f3674" providerId="ADAL" clId="{92440D97-2063-49B4-9BF5-3A22B04E4F12}" dt="2026-01-04T04:03:13.655" v="116"/>
          <ac:graphicFrameMkLst>
            <pc:docMk/>
            <pc:sldMk cId="2354246990" sldId="2567"/>
            <ac:graphicFrameMk id="8" creationId="{0E21A6DE-8C9D-4B49-8560-64CDE778DCDF}"/>
          </ac:graphicFrameMkLst>
        </pc:graphicFrameChg>
        <pc:picChg chg="add mod">
          <ac:chgData name="Pal, Soumyendu" userId="68503d3d-ac8d-4828-9c3f-abc5a97f3674" providerId="ADAL" clId="{92440D97-2063-49B4-9BF5-3A22B04E4F12}" dt="2026-01-03T06:54:33.292" v="68"/>
          <ac:picMkLst>
            <pc:docMk/>
            <pc:sldMk cId="2354246990" sldId="2567"/>
            <ac:picMk id="3" creationId="{D8EADC61-173B-7088-60BA-111C8923BDD2}"/>
          </ac:picMkLst>
        </pc:picChg>
      </pc:sldChg>
      <pc:sldChg chg="addSp modSp">
        <pc:chgData name="Pal, Soumyendu" userId="68503d3d-ac8d-4828-9c3f-abc5a97f3674" providerId="ADAL" clId="{92440D97-2063-49B4-9BF5-3A22B04E4F12}" dt="2026-01-03T06:54:37.040" v="69"/>
        <pc:sldMkLst>
          <pc:docMk/>
          <pc:sldMk cId="355293007" sldId="2568"/>
        </pc:sldMkLst>
        <pc:picChg chg="add mod">
          <ac:chgData name="Pal, Soumyendu" userId="68503d3d-ac8d-4828-9c3f-abc5a97f3674" providerId="ADAL" clId="{92440D97-2063-49B4-9BF5-3A22B04E4F12}" dt="2026-01-03T06:54:37.040" v="69"/>
          <ac:picMkLst>
            <pc:docMk/>
            <pc:sldMk cId="355293007" sldId="2568"/>
            <ac:picMk id="3" creationId="{A732249B-2CAD-EE5D-2C3D-28B5EC833A5A}"/>
          </ac:picMkLst>
        </pc:picChg>
      </pc:sldChg>
      <pc:sldChg chg="addSp modSp mod">
        <pc:chgData name="Pal, Soumyendu" userId="68503d3d-ac8d-4828-9c3f-abc5a97f3674" providerId="ADAL" clId="{92440D97-2063-49B4-9BF5-3A22B04E4F12}" dt="2026-01-04T04:03:36.383" v="117" actId="13822"/>
        <pc:sldMkLst>
          <pc:docMk/>
          <pc:sldMk cId="4278963915" sldId="2569"/>
        </pc:sldMkLst>
        <pc:spChg chg="mod">
          <ac:chgData name="Pal, Soumyendu" userId="68503d3d-ac8d-4828-9c3f-abc5a97f3674" providerId="ADAL" clId="{92440D97-2063-49B4-9BF5-3A22B04E4F12}" dt="2026-01-04T04:03:36.383" v="117" actId="13822"/>
          <ac:spMkLst>
            <pc:docMk/>
            <pc:sldMk cId="4278963915" sldId="2569"/>
            <ac:spMk id="4" creationId="{71A16D07-F246-8FF0-660B-E89D4565BB5F}"/>
          </ac:spMkLst>
        </pc:spChg>
        <pc:picChg chg="add mod">
          <ac:chgData name="Pal, Soumyendu" userId="68503d3d-ac8d-4828-9c3f-abc5a97f3674" providerId="ADAL" clId="{92440D97-2063-49B4-9BF5-3A22B04E4F12}" dt="2026-01-03T06:54:41.344" v="71" actId="14100"/>
          <ac:picMkLst>
            <pc:docMk/>
            <pc:sldMk cId="4278963915" sldId="2569"/>
            <ac:picMk id="3" creationId="{98EF7067-1DAA-63A6-4113-94AD063EADC8}"/>
          </ac:picMkLst>
        </pc:picChg>
      </pc:sldChg>
      <pc:sldChg chg="addSp modSp mod">
        <pc:chgData name="Pal, Soumyendu" userId="68503d3d-ac8d-4828-9c3f-abc5a97f3674" providerId="ADAL" clId="{92440D97-2063-49B4-9BF5-3A22B04E4F12}" dt="2026-01-04T04:04:01.220" v="120" actId="13822"/>
        <pc:sldMkLst>
          <pc:docMk/>
          <pc:sldMk cId="4241988243" sldId="2571"/>
        </pc:sldMkLst>
        <pc:spChg chg="mod">
          <ac:chgData name="Pal, Soumyendu" userId="68503d3d-ac8d-4828-9c3f-abc5a97f3674" providerId="ADAL" clId="{92440D97-2063-49B4-9BF5-3A22B04E4F12}" dt="2026-01-04T04:04:01.220" v="120" actId="13822"/>
          <ac:spMkLst>
            <pc:docMk/>
            <pc:sldMk cId="4241988243" sldId="2571"/>
            <ac:spMk id="4" creationId="{A1E5DD91-D1EC-1EA3-9097-2566D76C1C55}"/>
          </ac:spMkLst>
        </pc:spChg>
        <pc:picChg chg="add mod">
          <ac:chgData name="Pal, Soumyendu" userId="68503d3d-ac8d-4828-9c3f-abc5a97f3674" providerId="ADAL" clId="{92440D97-2063-49B4-9BF5-3A22B04E4F12}" dt="2026-01-03T06:54:51.587" v="76" actId="14100"/>
          <ac:picMkLst>
            <pc:docMk/>
            <pc:sldMk cId="4241988243" sldId="2571"/>
            <ac:picMk id="3" creationId="{C328CFB3-2D1E-BFC6-DAE9-FA4B5BDAF027}"/>
          </ac:picMkLst>
        </pc:picChg>
      </pc:sldChg>
      <pc:sldChg chg="addSp modSp mod">
        <pc:chgData name="Pal, Soumyendu" userId="68503d3d-ac8d-4828-9c3f-abc5a97f3674" providerId="ADAL" clId="{92440D97-2063-49B4-9BF5-3A22B04E4F12}" dt="2026-01-03T06:54:57.451" v="78" actId="1076"/>
        <pc:sldMkLst>
          <pc:docMk/>
          <pc:sldMk cId="4141964934" sldId="2572"/>
        </pc:sldMkLst>
        <pc:picChg chg="add mod">
          <ac:chgData name="Pal, Soumyendu" userId="68503d3d-ac8d-4828-9c3f-abc5a97f3674" providerId="ADAL" clId="{92440D97-2063-49B4-9BF5-3A22B04E4F12}" dt="2026-01-03T06:54:57.451" v="78" actId="1076"/>
          <ac:picMkLst>
            <pc:docMk/>
            <pc:sldMk cId="4141964934" sldId="2572"/>
            <ac:picMk id="3" creationId="{BF909229-D071-BE64-8CDC-8FF21B27E2C8}"/>
          </ac:picMkLst>
        </pc:picChg>
      </pc:sldChg>
      <pc:sldChg chg="addSp delSp modSp mod">
        <pc:chgData name="Pal, Soumyendu" userId="68503d3d-ac8d-4828-9c3f-abc5a97f3674" providerId="ADAL" clId="{92440D97-2063-49B4-9BF5-3A22B04E4F12}" dt="2026-01-03T06:55:10.467" v="81" actId="1076"/>
        <pc:sldMkLst>
          <pc:docMk/>
          <pc:sldMk cId="494007854" sldId="2573"/>
        </pc:sldMkLst>
        <pc:spChg chg="mod">
          <ac:chgData name="Pal, Soumyendu" userId="68503d3d-ac8d-4828-9c3f-abc5a97f3674" providerId="ADAL" clId="{92440D97-2063-49B4-9BF5-3A22B04E4F12}" dt="2026-01-03T06:29:38.919" v="3" actId="403"/>
          <ac:spMkLst>
            <pc:docMk/>
            <pc:sldMk cId="494007854" sldId="2573"/>
            <ac:spMk id="4" creationId="{FE74B318-DBE6-F288-59FF-5E6DDEB974D9}"/>
          </ac:spMkLst>
        </pc:spChg>
        <pc:spChg chg="del">
          <ac:chgData name="Pal, Soumyendu" userId="68503d3d-ac8d-4828-9c3f-abc5a97f3674" providerId="ADAL" clId="{92440D97-2063-49B4-9BF5-3A22B04E4F12}" dt="2026-01-03T06:29:22.687" v="0" actId="478"/>
          <ac:spMkLst>
            <pc:docMk/>
            <pc:sldMk cId="494007854" sldId="2573"/>
            <ac:spMk id="5" creationId="{5661ECF9-8CA8-7BE4-CF5C-70FEC9752C5F}"/>
          </ac:spMkLst>
        </pc:spChg>
        <pc:spChg chg="del">
          <ac:chgData name="Pal, Soumyendu" userId="68503d3d-ac8d-4828-9c3f-abc5a97f3674" providerId="ADAL" clId="{92440D97-2063-49B4-9BF5-3A22B04E4F12}" dt="2026-01-03T06:29:26.582" v="1" actId="478"/>
          <ac:spMkLst>
            <pc:docMk/>
            <pc:sldMk cId="494007854" sldId="2573"/>
            <ac:spMk id="6" creationId="{09CEA6FA-9674-F6EA-4B1E-95EF1876206A}"/>
          </ac:spMkLst>
        </pc:spChg>
        <pc:picChg chg="add mod">
          <ac:chgData name="Pal, Soumyendu" userId="68503d3d-ac8d-4828-9c3f-abc5a97f3674" providerId="ADAL" clId="{92440D97-2063-49B4-9BF5-3A22B04E4F12}" dt="2026-01-03T06:55:10.467" v="81" actId="1076"/>
          <ac:picMkLst>
            <pc:docMk/>
            <pc:sldMk cId="494007854" sldId="2573"/>
            <ac:picMk id="3" creationId="{2E4FCB6F-4617-BDDD-E13B-6B5889126C7B}"/>
          </ac:picMkLst>
        </pc:picChg>
      </pc:sldChg>
      <pc:sldChg chg="addSp modSp mod">
        <pc:chgData name="Pal, Soumyendu" userId="68503d3d-ac8d-4828-9c3f-abc5a97f3674" providerId="ADAL" clId="{92440D97-2063-49B4-9BF5-3A22B04E4F12}" dt="2026-01-03T06:56:10.356" v="102" actId="1076"/>
        <pc:sldMkLst>
          <pc:docMk/>
          <pc:sldMk cId="2378433228" sldId="2574"/>
        </pc:sldMkLst>
        <pc:picChg chg="add mod">
          <ac:chgData name="Pal, Soumyendu" userId="68503d3d-ac8d-4828-9c3f-abc5a97f3674" providerId="ADAL" clId="{92440D97-2063-49B4-9BF5-3A22B04E4F12}" dt="2026-01-03T06:56:10.356" v="102" actId="1076"/>
          <ac:picMkLst>
            <pc:docMk/>
            <pc:sldMk cId="2378433228" sldId="2574"/>
            <ac:picMk id="3" creationId="{E37DE375-877C-5326-2B6B-F62D4EF17CC1}"/>
          </ac:picMkLst>
        </pc:picChg>
      </pc:sldChg>
      <pc:sldChg chg="addSp modSp mod">
        <pc:chgData name="Pal, Soumyendu" userId="68503d3d-ac8d-4828-9c3f-abc5a97f3674" providerId="ADAL" clId="{92440D97-2063-49B4-9BF5-3A22B04E4F12}" dt="2026-01-04T04:04:12.635" v="121"/>
        <pc:sldMkLst>
          <pc:docMk/>
          <pc:sldMk cId="3626168976" sldId="2575"/>
        </pc:sldMkLst>
        <pc:spChg chg="mod">
          <ac:chgData name="Pal, Soumyendu" userId="68503d3d-ac8d-4828-9c3f-abc5a97f3674" providerId="ADAL" clId="{92440D97-2063-49B4-9BF5-3A22B04E4F12}" dt="2026-01-03T06:30:37.525" v="7" actId="1076"/>
          <ac:spMkLst>
            <pc:docMk/>
            <pc:sldMk cId="3626168976" sldId="2575"/>
            <ac:spMk id="2" creationId="{608C510F-2A58-3253-A378-EB3AD7D6CAD4}"/>
          </ac:spMkLst>
        </pc:spChg>
        <pc:spChg chg="add mod">
          <ac:chgData name="Pal, Soumyendu" userId="68503d3d-ac8d-4828-9c3f-abc5a97f3674" providerId="ADAL" clId="{92440D97-2063-49B4-9BF5-3A22B04E4F12}" dt="2026-01-03T06:52:57.602" v="41" actId="1076"/>
          <ac:spMkLst>
            <pc:docMk/>
            <pc:sldMk cId="3626168976" sldId="2575"/>
            <ac:spMk id="7" creationId="{2F2D124F-0016-BBFB-A472-CBAECA6A17B5}"/>
          </ac:spMkLst>
        </pc:spChg>
        <pc:graphicFrameChg chg="mod modGraphic">
          <ac:chgData name="Pal, Soumyendu" userId="68503d3d-ac8d-4828-9c3f-abc5a97f3674" providerId="ADAL" clId="{92440D97-2063-49B4-9BF5-3A22B04E4F12}" dt="2026-01-04T04:04:12.635" v="121"/>
          <ac:graphicFrameMkLst>
            <pc:docMk/>
            <pc:sldMk cId="3626168976" sldId="2575"/>
            <ac:graphicFrameMk id="8" creationId="{1A6F4E68-E238-493C-B0A9-343F9662E2B5}"/>
          </ac:graphicFrameMkLst>
        </pc:graphicFrameChg>
        <pc:picChg chg="add mod">
          <ac:chgData name="Pal, Soumyendu" userId="68503d3d-ac8d-4828-9c3f-abc5a97f3674" providerId="ADAL" clId="{92440D97-2063-49B4-9BF5-3A22B04E4F12}" dt="2026-01-03T06:56:02.971" v="99" actId="1076"/>
          <ac:picMkLst>
            <pc:docMk/>
            <pc:sldMk cId="3626168976" sldId="2575"/>
            <ac:picMk id="9" creationId="{4A8E1ED0-CBC5-60C9-AA13-F226C22CF1B1}"/>
          </ac:picMkLst>
        </pc:picChg>
        <pc:picChg chg="add mod">
          <ac:chgData name="Pal, Soumyendu" userId="68503d3d-ac8d-4828-9c3f-abc5a97f3674" providerId="ADAL" clId="{92440D97-2063-49B4-9BF5-3A22B04E4F12}" dt="2026-01-03T06:56:14.699" v="103"/>
          <ac:picMkLst>
            <pc:docMk/>
            <pc:sldMk cId="3626168976" sldId="2575"/>
            <ac:picMk id="10" creationId="{9336CB64-E94D-3B5F-BAFB-693E2EEBF22F}"/>
          </ac:picMkLst>
        </pc:picChg>
      </pc:sldChg>
      <pc:sldChg chg="addSp delSp modSp mod modClrScheme chgLayout">
        <pc:chgData name="Pal, Soumyendu" userId="68503d3d-ac8d-4828-9c3f-abc5a97f3674" providerId="ADAL" clId="{92440D97-2063-49B4-9BF5-3A22B04E4F12}" dt="2026-01-03T06:56:42.808" v="111" actId="478"/>
        <pc:sldMkLst>
          <pc:docMk/>
          <pc:sldMk cId="4240962385" sldId="2576"/>
        </pc:sldMkLst>
        <pc:spChg chg="mod">
          <ac:chgData name="Pal, Soumyendu" userId="68503d3d-ac8d-4828-9c3f-abc5a97f3674" providerId="ADAL" clId="{92440D97-2063-49B4-9BF5-3A22B04E4F12}" dt="2026-01-03T06:56:29.149" v="106" actId="1076"/>
          <ac:spMkLst>
            <pc:docMk/>
            <pc:sldMk cId="4240962385" sldId="2576"/>
            <ac:spMk id="2" creationId="{418AFBB2-407D-6F40-C527-40D7D03732B2}"/>
          </ac:spMkLst>
        </pc:spChg>
        <pc:spChg chg="mod">
          <ac:chgData name="Pal, Soumyendu" userId="68503d3d-ac8d-4828-9c3f-abc5a97f3674" providerId="ADAL" clId="{92440D97-2063-49B4-9BF5-3A22B04E4F12}" dt="2026-01-03T06:55:29.922" v="88" actId="26606"/>
          <ac:spMkLst>
            <pc:docMk/>
            <pc:sldMk cId="4240962385" sldId="2576"/>
            <ac:spMk id="6" creationId="{80B70A1A-C770-CCFC-737D-C7DCC4439603}"/>
          </ac:spMkLst>
        </pc:spChg>
        <pc:spChg chg="add del mod">
          <ac:chgData name="Pal, Soumyendu" userId="68503d3d-ac8d-4828-9c3f-abc5a97f3674" providerId="ADAL" clId="{92440D97-2063-49B4-9BF5-3A22B04E4F12}" dt="2026-01-03T06:56:21.292" v="104" actId="478"/>
          <ac:spMkLst>
            <pc:docMk/>
            <pc:sldMk cId="4240962385" sldId="2576"/>
            <ac:spMk id="11" creationId="{488EB3C4-23BA-E9F7-0AB7-4A62FC097C8D}"/>
          </ac:spMkLst>
        </pc:spChg>
        <pc:spChg chg="add del mod">
          <ac:chgData name="Pal, Soumyendu" userId="68503d3d-ac8d-4828-9c3f-abc5a97f3674" providerId="ADAL" clId="{92440D97-2063-49B4-9BF5-3A22B04E4F12}" dt="2026-01-03T06:56:24.756" v="105" actId="478"/>
          <ac:spMkLst>
            <pc:docMk/>
            <pc:sldMk cId="4240962385" sldId="2576"/>
            <ac:spMk id="13" creationId="{95C679E9-ECA8-A967-5182-0EE908931873}"/>
          </ac:spMkLst>
        </pc:spChg>
        <pc:spChg chg="add del mod">
          <ac:chgData name="Pal, Soumyendu" userId="68503d3d-ac8d-4828-9c3f-abc5a97f3674" providerId="ADAL" clId="{92440D97-2063-49B4-9BF5-3A22B04E4F12}" dt="2026-01-03T06:56:42.808" v="111" actId="478"/>
          <ac:spMkLst>
            <pc:docMk/>
            <pc:sldMk cId="4240962385" sldId="2576"/>
            <ac:spMk id="15" creationId="{98C32B9A-D08A-CF78-D021-0E95CD352B10}"/>
          </ac:spMkLst>
        </pc:spChg>
        <pc:picChg chg="add del mod ord">
          <ac:chgData name="Pal, Soumyendu" userId="68503d3d-ac8d-4828-9c3f-abc5a97f3674" providerId="ADAL" clId="{92440D97-2063-49B4-9BF5-3A22B04E4F12}" dt="2026-01-03T06:56:38.662" v="110" actId="1076"/>
          <ac:picMkLst>
            <pc:docMk/>
            <pc:sldMk cId="4240962385" sldId="2576"/>
            <ac:picMk id="3" creationId="{F5C6638D-796A-6326-0230-77BFAEA7B359}"/>
          </ac:picMkLst>
        </pc:picChg>
      </pc:sldChg>
      <pc:sldChg chg="addSp modSp mod">
        <pc:chgData name="Pal, Soumyendu" userId="68503d3d-ac8d-4828-9c3f-abc5a97f3674" providerId="ADAL" clId="{92440D97-2063-49B4-9BF5-3A22B04E4F12}" dt="2026-01-04T04:04:19.387" v="122" actId="13822"/>
        <pc:sldMkLst>
          <pc:docMk/>
          <pc:sldMk cId="3963005328" sldId="2577"/>
        </pc:sldMkLst>
        <pc:spChg chg="mod">
          <ac:chgData name="Pal, Soumyendu" userId="68503d3d-ac8d-4828-9c3f-abc5a97f3674" providerId="ADAL" clId="{92440D97-2063-49B4-9BF5-3A22B04E4F12}" dt="2026-01-04T04:04:19.387" v="122" actId="13822"/>
          <ac:spMkLst>
            <pc:docMk/>
            <pc:sldMk cId="3963005328" sldId="2577"/>
            <ac:spMk id="4" creationId="{61F8CC8D-028F-4FF9-F605-88DB56DB396E}"/>
          </ac:spMkLst>
        </pc:spChg>
        <pc:picChg chg="add mod">
          <ac:chgData name="Pal, Soumyendu" userId="68503d3d-ac8d-4828-9c3f-abc5a97f3674" providerId="ADAL" clId="{92440D97-2063-49B4-9BF5-3A22B04E4F12}" dt="2026-01-03T06:56:00.537" v="97" actId="1076"/>
          <ac:picMkLst>
            <pc:docMk/>
            <pc:sldMk cId="3963005328" sldId="2577"/>
            <ac:picMk id="3" creationId="{4916CD23-84D7-5DB4-DF1E-20EEB7F583B3}"/>
          </ac:picMkLst>
        </pc:picChg>
        <pc:picChg chg="add mod">
          <ac:chgData name="Pal, Soumyendu" userId="68503d3d-ac8d-4828-9c3f-abc5a97f3674" providerId="ADAL" clId="{92440D97-2063-49B4-9BF5-3A22B04E4F12}" dt="2026-01-03T06:56:49.968" v="113" actId="1076"/>
          <ac:picMkLst>
            <pc:docMk/>
            <pc:sldMk cId="3963005328" sldId="2577"/>
            <ac:picMk id="9" creationId="{D1EDE0C3-7FB2-3710-FB1F-E0D0D2D9181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CE69E-A393-4607-82EC-A7114F106201}" type="datetimeFigureOut">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11FBAB-2B2C-4F8B-88C6-1E104EF36F16}" type="slidenum">
              <a:t>‹#›</a:t>
            </a:fld>
            <a:endParaRPr lang="en-US"/>
          </a:p>
        </p:txBody>
      </p:sp>
    </p:spTree>
    <p:extLst>
      <p:ext uri="{BB962C8B-B14F-4D97-AF65-F5344CB8AC3E}">
        <p14:creationId xmlns:p14="http://schemas.microsoft.com/office/powerpoint/2010/main" val="3271554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24AA68D8-9D79-4607-9783-337F8957D6B7}" type="slidenum">
              <a:t>1</a:t>
            </a:fld>
            <a:endParaRPr lang="en-US"/>
          </a:p>
        </p:txBody>
      </p:sp>
    </p:spTree>
    <p:extLst>
      <p:ext uri="{BB962C8B-B14F-4D97-AF65-F5344CB8AC3E}">
        <p14:creationId xmlns:p14="http://schemas.microsoft.com/office/powerpoint/2010/main" val="1281098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and Overview</a:t>
            </a:r>
          </a:p>
        </p:txBody>
      </p:sp>
      <p:sp>
        <p:nvSpPr>
          <p:cNvPr id="4" name="Slide Number Placeholder 3"/>
          <p:cNvSpPr>
            <a:spLocks noGrp="1"/>
          </p:cNvSpPr>
          <p:nvPr>
            <p:ph type="sldNum" sz="quarter" idx="5"/>
          </p:nvPr>
        </p:nvSpPr>
        <p:spPr/>
        <p:txBody>
          <a:bodyPr/>
          <a:lstStyle/>
          <a:p>
            <a:fld id="{24AA68D8-9D79-4607-9783-337F8957D6B7}" type="slidenum">
              <a:t>2</a:t>
            </a:fld>
            <a:endParaRPr lang="en-US"/>
          </a:p>
        </p:txBody>
      </p:sp>
    </p:spTree>
    <p:extLst>
      <p:ext uri="{BB962C8B-B14F-4D97-AF65-F5344CB8AC3E}">
        <p14:creationId xmlns:p14="http://schemas.microsoft.com/office/powerpoint/2010/main" val="1362249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Welcome back to AutomateOps! Today, we’re diving into one of the most powerful aspects of Ansible—how tasks run across your infrastructure. We’ll break down three key concepts: Serial, Asynchronous, and Parallel Execution. By the end of this video, you’ll not only understand the theory but also see real demos with playbooks you can use right away. This introduction sets the stage for why execution strategies matter in automation and how they impact reliability, performance, and efficiency in real-world environments.</a:t>
            </a:r>
          </a:p>
        </p:txBody>
      </p:sp>
      <p:sp>
        <p:nvSpPr>
          <p:cNvPr id="4" name="Slide Number Placeholder 3"/>
          <p:cNvSpPr>
            <a:spLocks noGrp="1"/>
          </p:cNvSpPr>
          <p:nvPr>
            <p:ph type="sldNum" sz="quarter" idx="5"/>
          </p:nvPr>
        </p:nvSpPr>
        <p:spPr/>
        <p:txBody>
          <a:bodyPr/>
          <a:lstStyle/>
          <a:p>
            <a:fld id="{24AA68D8-9D79-4607-9783-337F8957D6B7}" type="slidenum">
              <a:t>3</a:t>
            </a:fld>
            <a:endParaRPr lang="en-US"/>
          </a:p>
        </p:txBody>
      </p:sp>
    </p:spTree>
    <p:extLst>
      <p:ext uri="{BB962C8B-B14F-4D97-AF65-F5344CB8AC3E}">
        <p14:creationId xmlns:p14="http://schemas.microsoft.com/office/powerpoint/2010/main" val="2352223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Impact on Infrastructure</a:t>
            </a:r>
          </a:p>
        </p:txBody>
      </p:sp>
      <p:sp>
        <p:nvSpPr>
          <p:cNvPr id="4" name="Slide Number Placeholder 3"/>
          <p:cNvSpPr>
            <a:spLocks noGrp="1"/>
          </p:cNvSpPr>
          <p:nvPr>
            <p:ph type="sldNum" sz="quarter" idx="5"/>
          </p:nvPr>
        </p:nvSpPr>
        <p:spPr/>
        <p:txBody>
          <a:bodyPr/>
          <a:lstStyle/>
          <a:p>
            <a:fld id="{24AA68D8-9D79-4607-9783-337F8957D6B7}" type="slidenum">
              <a:t>4</a:t>
            </a:fld>
            <a:endParaRPr lang="en-US"/>
          </a:p>
        </p:txBody>
      </p:sp>
    </p:spTree>
    <p:extLst>
      <p:ext uri="{BB962C8B-B14F-4D97-AF65-F5344CB8AC3E}">
        <p14:creationId xmlns:p14="http://schemas.microsoft.com/office/powerpoint/2010/main" val="1751870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AA68D8-9D79-4607-9783-337F8957D6B7}" type="slidenum">
              <a:t>5</a:t>
            </a:fld>
            <a:endParaRPr lang="en-US"/>
          </a:p>
        </p:txBody>
      </p:sp>
    </p:spTree>
    <p:extLst>
      <p:ext uri="{BB962C8B-B14F-4D97-AF65-F5344CB8AC3E}">
        <p14:creationId xmlns:p14="http://schemas.microsoft.com/office/powerpoint/2010/main" val="3954190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AA68D8-9D79-4607-9783-337F8957D6B7}" type="slidenum">
              <a:t>6</a:t>
            </a:fld>
            <a:endParaRPr lang="en-US"/>
          </a:p>
        </p:txBody>
      </p:sp>
    </p:spTree>
    <p:extLst>
      <p:ext uri="{BB962C8B-B14F-4D97-AF65-F5344CB8AC3E}">
        <p14:creationId xmlns:p14="http://schemas.microsoft.com/office/powerpoint/2010/main" val="3414669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By default, Ansible runs tasks in parallel across multiple hosts. The number of simultaneous hosts is controlled by the 'forks' setting in ansible.cfg (default is 5). Real-life utility: Parallel execution drastically reduces execution time when managing hundreds or thousands of servers. Use cases include deploying software across multiple servers and applying configuration changes to large fleets. Criticality: Without parallelism, automation would be painfully slow and inefficient. This strategy ensures scalability and speed in enterprise environments.</a:t>
            </a:r>
          </a:p>
        </p:txBody>
      </p:sp>
      <p:sp>
        <p:nvSpPr>
          <p:cNvPr id="4" name="Slide Number Placeholder 3"/>
          <p:cNvSpPr>
            <a:spLocks noGrp="1"/>
          </p:cNvSpPr>
          <p:nvPr>
            <p:ph type="sldNum" sz="quarter" idx="5"/>
          </p:nvPr>
        </p:nvSpPr>
        <p:spPr/>
        <p:txBody>
          <a:bodyPr/>
          <a:lstStyle/>
          <a:p>
            <a:fld id="{24AA68D8-9D79-4607-9783-337F8957D6B7}" type="slidenum">
              <a:t>7</a:t>
            </a:fld>
            <a:endParaRPr lang="en-US"/>
          </a:p>
        </p:txBody>
      </p:sp>
    </p:spTree>
    <p:extLst>
      <p:ext uri="{BB962C8B-B14F-4D97-AF65-F5344CB8AC3E}">
        <p14:creationId xmlns:p14="http://schemas.microsoft.com/office/powerpoint/2010/main" val="3576829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Controlled Rollouts</a:t>
            </a:r>
          </a:p>
        </p:txBody>
      </p:sp>
      <p:sp>
        <p:nvSpPr>
          <p:cNvPr id="4" name="Slide Number Placeholder 3"/>
          <p:cNvSpPr>
            <a:spLocks noGrp="1"/>
          </p:cNvSpPr>
          <p:nvPr>
            <p:ph type="sldNum" sz="quarter" idx="5"/>
          </p:nvPr>
        </p:nvSpPr>
        <p:spPr/>
        <p:txBody>
          <a:bodyPr/>
          <a:lstStyle/>
          <a:p>
            <a:fld id="{24AA68D8-9D79-4607-9783-337F8957D6B7}" type="slidenum">
              <a:t>8</a:t>
            </a:fld>
            <a:endParaRPr lang="en-US"/>
          </a:p>
        </p:txBody>
      </p:sp>
    </p:spTree>
    <p:extLst>
      <p:ext uri="{BB962C8B-B14F-4D97-AF65-F5344CB8AC3E}">
        <p14:creationId xmlns:p14="http://schemas.microsoft.com/office/powerpoint/2010/main" val="1909258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Serial execution lets you process hosts in batches. For example, 'serial: 1' means one host at a time—perfect for rolling updates. Real-life utility: Controlled rollouts prevent downtime by updating hosts in batches instead of all at once. Use cases include rolling updates for web servers or application clusters and database migrations where only one node should be updated at a time. Criticality: Essential for high-availability environments where simultaneous changes could cause outages. Combining serial with forks allows safe and efficient deployments.</a:t>
            </a:r>
          </a:p>
        </p:txBody>
      </p:sp>
      <p:sp>
        <p:nvSpPr>
          <p:cNvPr id="4" name="Slide Number Placeholder 3"/>
          <p:cNvSpPr>
            <a:spLocks noGrp="1"/>
          </p:cNvSpPr>
          <p:nvPr>
            <p:ph type="sldNum" sz="quarter" idx="5"/>
          </p:nvPr>
        </p:nvSpPr>
        <p:spPr/>
        <p:txBody>
          <a:bodyPr/>
          <a:lstStyle/>
          <a:p>
            <a:fld id="{24AA68D8-9D79-4607-9783-337F8957D6B7}" type="slidenum">
              <a:t>9</a:t>
            </a:fld>
            <a:endParaRPr lang="en-US"/>
          </a:p>
        </p:txBody>
      </p:sp>
    </p:spTree>
    <p:extLst>
      <p:ext uri="{BB962C8B-B14F-4D97-AF65-F5344CB8AC3E}">
        <p14:creationId xmlns:p14="http://schemas.microsoft.com/office/powerpoint/2010/main" val="2085394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Non-blocking Tasks</a:t>
            </a:r>
          </a:p>
        </p:txBody>
      </p:sp>
      <p:sp>
        <p:nvSpPr>
          <p:cNvPr id="4" name="Slide Number Placeholder 3"/>
          <p:cNvSpPr>
            <a:spLocks noGrp="1"/>
          </p:cNvSpPr>
          <p:nvPr>
            <p:ph type="sldNum" sz="quarter" idx="5"/>
          </p:nvPr>
        </p:nvSpPr>
        <p:spPr/>
        <p:txBody>
          <a:bodyPr/>
          <a:lstStyle/>
          <a:p>
            <a:fld id="{24AA68D8-9D79-4607-9783-337F8957D6B7}" type="slidenum">
              <a:t>10</a:t>
            </a:fld>
            <a:endParaRPr lang="en-US"/>
          </a:p>
        </p:txBody>
      </p:sp>
    </p:spTree>
    <p:extLst>
      <p:ext uri="{BB962C8B-B14F-4D97-AF65-F5344CB8AC3E}">
        <p14:creationId xmlns:p14="http://schemas.microsoft.com/office/powerpoint/2010/main" val="522861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Async allows tasks to run in the background without blocking the playbook. Combine it with 'poll' for status checks or set 'poll: 0' for fire-and-forget execution. Real-life utility: Non-blocking tasks enable long-running operations to execute without holding up other tasks. Use cases include large file transfers or backups, OS patching or kernel upgrades that take minutes, and triggering scripts that run independently. Criticality: Without async, playbooks would stall on slow tasks, reducing efficiency and scalability.</a:t>
            </a:r>
          </a:p>
        </p:txBody>
      </p:sp>
      <p:sp>
        <p:nvSpPr>
          <p:cNvPr id="4" name="Slide Number Placeholder 3"/>
          <p:cNvSpPr>
            <a:spLocks noGrp="1"/>
          </p:cNvSpPr>
          <p:nvPr>
            <p:ph type="sldNum" sz="quarter" idx="5"/>
          </p:nvPr>
        </p:nvSpPr>
        <p:spPr/>
        <p:txBody>
          <a:bodyPr/>
          <a:lstStyle/>
          <a:p>
            <a:fld id="{24AA68D8-9D79-4607-9783-337F8957D6B7}" type="slidenum">
              <a:t>11</a:t>
            </a:fld>
            <a:endParaRPr lang="en-US"/>
          </a:p>
        </p:txBody>
      </p:sp>
    </p:spTree>
    <p:extLst>
      <p:ext uri="{BB962C8B-B14F-4D97-AF65-F5344CB8AC3E}">
        <p14:creationId xmlns:p14="http://schemas.microsoft.com/office/powerpoint/2010/main" val="3674881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Enterprise Importance</a:t>
            </a:r>
          </a:p>
        </p:txBody>
      </p:sp>
      <p:sp>
        <p:nvSpPr>
          <p:cNvPr id="4" name="Slide Number Placeholder 3"/>
          <p:cNvSpPr>
            <a:spLocks noGrp="1"/>
          </p:cNvSpPr>
          <p:nvPr>
            <p:ph type="sldNum" sz="quarter" idx="5"/>
          </p:nvPr>
        </p:nvSpPr>
        <p:spPr/>
        <p:txBody>
          <a:bodyPr/>
          <a:lstStyle/>
          <a:p>
            <a:fld id="{24AA68D8-9D79-4607-9783-337F8957D6B7}" type="slidenum">
              <a:t>12</a:t>
            </a:fld>
            <a:endParaRPr lang="en-US"/>
          </a:p>
        </p:txBody>
      </p:sp>
    </p:spTree>
    <p:extLst>
      <p:ext uri="{BB962C8B-B14F-4D97-AF65-F5344CB8AC3E}">
        <p14:creationId xmlns:p14="http://schemas.microsoft.com/office/powerpoint/2010/main" val="2897367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enterprise environments, these concepts are not optional—they’re mandatory for safe, efficient automation. Performance: Parallelism ensures automation scales. Reliability: Serial execution prevents service disruption during updates. Efficiency: Async avoids bottlenecks from long-running tasks. Flexibility: Combining these strategies gives you fine-grained control over execution. For example, a rolling deployment of 500 servers without serial could crash your entire app, a database backup without async could block other tasks for hours, and a large-scale patching job without parallelism could take days instead of minutes.</a:t>
            </a:r>
          </a:p>
        </p:txBody>
      </p:sp>
      <p:sp>
        <p:nvSpPr>
          <p:cNvPr id="4" name="Slide Number Placeholder 3"/>
          <p:cNvSpPr>
            <a:spLocks noGrp="1"/>
          </p:cNvSpPr>
          <p:nvPr>
            <p:ph type="sldNum" sz="quarter" idx="5"/>
          </p:nvPr>
        </p:nvSpPr>
        <p:spPr/>
        <p:txBody>
          <a:bodyPr/>
          <a:lstStyle/>
          <a:p>
            <a:fld id="{24AA68D8-9D79-4607-9783-337F8957D6B7}" type="slidenum">
              <a:t>13</a:t>
            </a:fld>
            <a:endParaRPr lang="en-US"/>
          </a:p>
        </p:txBody>
      </p:sp>
    </p:spTree>
    <p:extLst>
      <p:ext uri="{BB962C8B-B14F-4D97-AF65-F5344CB8AC3E}">
        <p14:creationId xmlns:p14="http://schemas.microsoft.com/office/powerpoint/2010/main" val="1759078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Configuration and Best Practices</a:t>
            </a:r>
          </a:p>
        </p:txBody>
      </p:sp>
      <p:sp>
        <p:nvSpPr>
          <p:cNvPr id="4" name="Slide Number Placeholder 3"/>
          <p:cNvSpPr>
            <a:spLocks noGrp="1"/>
          </p:cNvSpPr>
          <p:nvPr>
            <p:ph type="sldNum" sz="quarter" idx="5"/>
          </p:nvPr>
        </p:nvSpPr>
        <p:spPr/>
        <p:txBody>
          <a:bodyPr/>
          <a:lstStyle/>
          <a:p>
            <a:fld id="{24AA68D8-9D79-4607-9783-337F8957D6B7}" type="slidenum">
              <a:t>14</a:t>
            </a:fld>
            <a:endParaRPr lang="en-US"/>
          </a:p>
        </p:txBody>
      </p:sp>
    </p:spTree>
    <p:extLst>
      <p:ext uri="{BB962C8B-B14F-4D97-AF65-F5344CB8AC3E}">
        <p14:creationId xmlns:p14="http://schemas.microsoft.com/office/powerpoint/2010/main" val="2645371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Forks is a setting in ansible.cfg that controls how many hosts Ansible can manage in parallel. Default forks = 5, meaning Ansible runs tasks on 5 hosts at a time. Increasing forks (e.g., 20, 50, 100) speeds up execution significantly for large environments. How to set it: In ansible.cfg, use [defaults] forks = 50 or via CLI: ansible-playbook site.yml --forks 50. Best practices: Don’t set forks too high as it can overload your control node or network. Start with 20–50 and tune based on performance. Combine with serial for safe rolling updates. Example: serial: 10 + forks: 50 → 10 hosts per batch, 50 max parallel tasks.</a:t>
            </a:r>
          </a:p>
        </p:txBody>
      </p:sp>
      <p:sp>
        <p:nvSpPr>
          <p:cNvPr id="4" name="Slide Number Placeholder 3"/>
          <p:cNvSpPr>
            <a:spLocks noGrp="1"/>
          </p:cNvSpPr>
          <p:nvPr>
            <p:ph type="sldNum" sz="quarter" idx="5"/>
          </p:nvPr>
        </p:nvSpPr>
        <p:spPr/>
        <p:txBody>
          <a:bodyPr/>
          <a:lstStyle/>
          <a:p>
            <a:fld id="{24AA68D8-9D79-4607-9783-337F8957D6B7}" type="slidenum">
              <a:t>15</a:t>
            </a:fld>
            <a:endParaRPr lang="en-US"/>
          </a:p>
        </p:txBody>
      </p:sp>
    </p:spTree>
    <p:extLst>
      <p:ext uri="{BB962C8B-B14F-4D97-AF65-F5344CB8AC3E}">
        <p14:creationId xmlns:p14="http://schemas.microsoft.com/office/powerpoint/2010/main" val="1894287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Patching 500 Servers</a:t>
            </a:r>
          </a:p>
        </p:txBody>
      </p:sp>
      <p:sp>
        <p:nvSpPr>
          <p:cNvPr id="4" name="Slide Number Placeholder 3"/>
          <p:cNvSpPr>
            <a:spLocks noGrp="1"/>
          </p:cNvSpPr>
          <p:nvPr>
            <p:ph type="sldNum" sz="quarter" idx="5"/>
          </p:nvPr>
        </p:nvSpPr>
        <p:spPr/>
        <p:txBody>
          <a:bodyPr/>
          <a:lstStyle/>
          <a:p>
            <a:fld id="{24AA68D8-9D79-4607-9783-337F8957D6B7}" type="slidenum">
              <a:t>16</a:t>
            </a:fld>
            <a:endParaRPr lang="en-US"/>
          </a:p>
        </p:txBody>
      </p:sp>
    </p:spTree>
    <p:extLst>
      <p:ext uri="{BB962C8B-B14F-4D97-AF65-F5344CB8AC3E}">
        <p14:creationId xmlns:p14="http://schemas.microsoft.com/office/powerpoint/2010/main" val="4245535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Scenario: Patching 500 servers. Without forks: 500 servers sequentially → hours. With forks: 50 → 50 servers at a time → minutes. With serial: 10 → 10 servers per batch → safe rolling patch. This example demonstrates how combining forks and serial execution strategies ensures both speed and reliability in large-scale automation tasks.</a:t>
            </a:r>
          </a:p>
        </p:txBody>
      </p:sp>
      <p:sp>
        <p:nvSpPr>
          <p:cNvPr id="4" name="Slide Number Placeholder 3"/>
          <p:cNvSpPr>
            <a:spLocks noGrp="1"/>
          </p:cNvSpPr>
          <p:nvPr>
            <p:ph type="sldNum" sz="quarter" idx="5"/>
          </p:nvPr>
        </p:nvSpPr>
        <p:spPr/>
        <p:txBody>
          <a:bodyPr/>
          <a:lstStyle/>
          <a:p>
            <a:fld id="{24AA68D8-9D79-4607-9783-337F8957D6B7}" type="slidenum">
              <a:t>17</a:t>
            </a:fld>
            <a:endParaRPr lang="en-US"/>
          </a:p>
        </p:txBody>
      </p:sp>
    </p:spTree>
    <p:extLst>
      <p:ext uri="{BB962C8B-B14F-4D97-AF65-F5344CB8AC3E}">
        <p14:creationId xmlns:p14="http://schemas.microsoft.com/office/powerpoint/2010/main" val="1291492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1">
              <a:rPr lang="en-US" smtClean="0"/>
              <a:t>1/4/2026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897622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3123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703AEE2D-28E0-27BB-C888-0E680A8672DD}"/>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A4559E1C-1A97-34BF-0042-9A52A91DA7B8}"/>
              </a:ext>
            </a:extLst>
          </p:cNvPr>
          <p:cNvSpPr>
            <a:spLocks noGrp="1"/>
          </p:cNvSpPr>
          <p:nvPr>
            <p:ph type="pic" sz="quarter" idx="13" hasCustomPrompt="1"/>
          </p:nvPr>
        </p:nvSpPr>
        <p:spPr>
          <a:xfrm>
            <a:off x="0" y="0"/>
            <a:ext cx="8077200" cy="5486400"/>
          </a:xfrm>
          <a:custGeom>
            <a:avLst/>
            <a:gdLst>
              <a:gd name="connsiteX0" fmla="*/ 0 w 8077200"/>
              <a:gd name="connsiteY0" fmla="*/ 0 h 5486400"/>
              <a:gd name="connsiteX1" fmla="*/ 8077200 w 8077200"/>
              <a:gd name="connsiteY1" fmla="*/ 0 h 5486400"/>
              <a:gd name="connsiteX2" fmla="*/ 8077200 w 8077200"/>
              <a:gd name="connsiteY2" fmla="*/ 3429000 h 5486400"/>
              <a:gd name="connsiteX3" fmla="*/ 4003452 w 8077200"/>
              <a:gd name="connsiteY3" fmla="*/ 3429000 h 5486400"/>
              <a:gd name="connsiteX4" fmla="*/ 4003452 w 8077200"/>
              <a:gd name="connsiteY4" fmla="*/ 5486400 h 5486400"/>
              <a:gd name="connsiteX5" fmla="*/ 0 w 8077200"/>
              <a:gd name="connsiteY5"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77200" h="5486400">
                <a:moveTo>
                  <a:pt x="0" y="0"/>
                </a:moveTo>
                <a:lnTo>
                  <a:pt x="8077200" y="0"/>
                </a:lnTo>
                <a:lnTo>
                  <a:pt x="8077200" y="3429000"/>
                </a:lnTo>
                <a:lnTo>
                  <a:pt x="4003452" y="3429000"/>
                </a:lnTo>
                <a:lnTo>
                  <a:pt x="4003452" y="5486400"/>
                </a:lnTo>
                <a:lnTo>
                  <a:pt x="0" y="54864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004737" y="3339967"/>
            <a:ext cx="6838935" cy="2657530"/>
          </a:xfrm>
          <a:solidFill>
            <a:schemeClr val="bg2"/>
          </a:solidFill>
        </p:spPr>
        <p:txBody>
          <a:bodyPr vert="horz" lIns="137160" tIns="228600" rIns="91440" bIns="137160" rtlCol="0" anchor="t">
            <a:normAutofit/>
          </a:bodyPr>
          <a:lstStyle>
            <a:lvl1pPr>
              <a:lnSpc>
                <a:spcPct val="80000"/>
              </a:lnSpc>
              <a:defRPr lang="en-US" sz="68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4004737" y="5997496"/>
            <a:ext cx="6881278" cy="582705"/>
          </a:xfrm>
        </p:spPr>
        <p:txBody>
          <a:bodyPr vert="horz" lIns="164592" tIns="45720" rIns="91440" bIns="45720" rtlCol="0">
            <a:normAutofit/>
          </a:bodyPr>
          <a:lstStyle>
            <a:lvl1pPr marL="0" indent="0">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465270" y="446266"/>
            <a:ext cx="3156629" cy="582705"/>
          </a:xfrm>
          <a:solidFill>
            <a:schemeClr val="bg2"/>
          </a:solidFill>
        </p:spPr>
        <p:txBody>
          <a:bodyPr anchor="ct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0996" y="5229935"/>
            <a:ext cx="1223793" cy="365125"/>
          </a:xfrm>
          <a:solidFill>
            <a:schemeClr val="bg2"/>
          </a:solidFill>
        </p:spPr>
        <p:txBody>
          <a:bodyPr rIns="182880"/>
          <a:lstStyle/>
          <a:p>
            <a:fld id="{FA9F19E7-5A41-482B-8FA2-1C0353416DB6}" type="datetime1">
              <a:rPr lang="en-US" smtClean="0"/>
              <a:t>1/4/2026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19688" y="6029868"/>
            <a:ext cx="429372"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44521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1">
              <a:rPr lang="en-US" smtClean="0"/>
              <a:t>1/4/2026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Sample Footer Text</a:t>
            </a:r>
          </a:p>
        </p:txBody>
      </p:sp>
    </p:spTree>
    <p:extLst>
      <p:ext uri="{BB962C8B-B14F-4D97-AF65-F5344CB8AC3E}">
        <p14:creationId xmlns:p14="http://schemas.microsoft.com/office/powerpoint/2010/main" val="2963274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87188" y="1339110"/>
            <a:ext cx="0" cy="33528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923544" y="6212428"/>
            <a:ext cx="10326625"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Lst>
          </p:cNvPr>
          <p:cNvSpPr>
            <a:spLocks noGrp="1"/>
          </p:cNvSpPr>
          <p:nvPr>
            <p:ph type="pic" sz="quarter" idx="14" hasCustomPrompt="1"/>
          </p:nvPr>
        </p:nvSpPr>
        <p:spPr>
          <a:xfrm>
            <a:off x="4800600" y="1371600"/>
            <a:ext cx="6705599" cy="4191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500213" y="3447288"/>
            <a:ext cx="5852160" cy="3072792"/>
          </a:xfrm>
          <a:solidFill>
            <a:schemeClr val="bg2"/>
          </a:solidFill>
        </p:spPr>
        <p:txBody>
          <a:bodyPr vert="horz" lIns="182880" tIns="45720" rIns="228600" bIns="91440" rtlCol="0" anchor="b">
            <a:normAutofit/>
          </a:bodyPr>
          <a:lstStyle>
            <a:lvl1pPr>
              <a:lnSpc>
                <a:spcPct val="80000"/>
              </a:lnSpc>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92362" y="612648"/>
            <a:ext cx="3248116" cy="758952"/>
          </a:xfrm>
          <a:solidFill>
            <a:schemeClr val="bg2"/>
          </a:solidFill>
        </p:spPr>
        <p:txBody>
          <a:bodyPr vert="horz" lIns="91440" tIns="45720" rIns="91440" bIns="45720" rtlCol="0">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763000" y="620267"/>
            <a:ext cx="2854926" cy="443682"/>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9973610" y="6055170"/>
            <a:ext cx="1256738" cy="365125"/>
          </a:xfrm>
          <a:solidFill>
            <a:schemeClr val="bg2"/>
          </a:solidFill>
        </p:spPr>
        <p:txBody>
          <a:bodyPr/>
          <a:lstStyle/>
          <a:p>
            <a:fld id="{4C6CA39F-8041-4925-BD95-F0F6BD0D2137}" type="datetime1">
              <a:rPr lang="en-US" smtClean="0"/>
              <a:t>1/4/2026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30348" y="6055170"/>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766934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0489" y="1054208"/>
            <a:ext cx="0" cy="47819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73753" y="355601"/>
            <a:ext cx="8275505" cy="1693334"/>
          </a:xfrm>
          <a:noFill/>
        </p:spPr>
        <p:txBody>
          <a:bodyPr vert="horz" lIns="91440" tIns="45720" rIns="91440" bIns="137160" rtlCol="0" anchor="b">
            <a:normAutofit/>
          </a:bodyPr>
          <a:lstStyle>
            <a:lvl1pPr>
              <a:lnSpc>
                <a:spcPct val="80000"/>
              </a:lnSpc>
              <a:defRPr lang="en-US" sz="5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73752" y="1902527"/>
            <a:ext cx="8275504" cy="49802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1" y="2441123"/>
            <a:ext cx="10495289" cy="4416877"/>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753600" y="613218"/>
            <a:ext cx="1865242" cy="535746"/>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80856" y="5137717"/>
            <a:ext cx="1256738" cy="365125"/>
          </a:xfrm>
          <a:solidFill>
            <a:schemeClr val="bg2"/>
          </a:solidFill>
        </p:spPr>
        <p:txBody>
          <a:bodyPr/>
          <a:lstStyle/>
          <a:p>
            <a:fld id="{A198F7BC-ABFF-4CAB-9ECC-8B1B0BCD965C}" type="datetime1">
              <a:rPr lang="en-US" smtClean="0"/>
              <a:t>1/4/2026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186803" y="6029867"/>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2691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2284" y="760367"/>
            <a:ext cx="0" cy="538734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34070" y="4370832"/>
            <a:ext cx="9546250" cy="1668980"/>
          </a:xfrm>
          <a:solidFill>
            <a:schemeClr val="bg2"/>
          </a:solidFill>
        </p:spPr>
        <p:txBody>
          <a:bodyPr vert="horz" lIns="91440" tIns="45720" rIns="91440" bIns="0" rtlCol="0" anchor="b">
            <a:normAutofit/>
          </a:bodyPr>
          <a:lstStyle>
            <a:lvl1pPr>
              <a:lnSpc>
                <a:spcPct val="80000"/>
              </a:lnSpc>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34070" y="6055054"/>
            <a:ext cx="9546250" cy="47376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0" y="1"/>
            <a:ext cx="10820400" cy="41148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rot="5400000">
            <a:off x="10667029" y="1260113"/>
            <a:ext cx="1678344" cy="365125"/>
          </a:xfrm>
          <a:solidFill>
            <a:schemeClr val="bg2"/>
          </a:solid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961764" y="5297730"/>
            <a:ext cx="1091183" cy="365128"/>
          </a:xfrm>
          <a:solidFill>
            <a:schemeClr val="bg2"/>
          </a:solidFill>
        </p:spPr>
        <p:txBody>
          <a:bodyPr/>
          <a:lstStyle/>
          <a:p>
            <a:fld id="{3939EC85-F003-4305-AB12-223D18998537}" type="datetime1">
              <a:rPr lang="en-US" smtClean="0"/>
              <a:t>1/4/2026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25781" y="6029867"/>
            <a:ext cx="422461"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70560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238427E1-A276-BBD2-B377-380EC166BB79}"/>
              </a:ext>
              <a:ext uri="{C183D7F6-B498-43B3-948B-1728B52AA6E4}">
                <adec:decorative xmlns:adec="http://schemas.microsoft.com/office/drawing/2017/decorative" val="1"/>
              </a:ext>
            </a:extLst>
          </p:cNvPr>
          <p:cNvCxnSpPr>
            <a:cxnSpLocks/>
          </p:cNvCxnSpPr>
          <p:nvPr/>
        </p:nvCxnSpPr>
        <p:spPr>
          <a:xfrm>
            <a:off x="689066" y="1014984"/>
            <a:ext cx="0" cy="4471416"/>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7434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9006837" cy="3776472"/>
          </a:xfrm>
          <a:solidFill>
            <a:schemeClr val="bg2"/>
          </a:solidFill>
        </p:spPr>
        <p:txBody>
          <a:bodyPr vert="horz" lIns="91440" tIns="45720" rIns="91440" bIns="137160" rtlCol="0" anchor="t">
            <a:normAutofit/>
          </a:bodyPr>
          <a:lstStyle>
            <a:lvl1pPr>
              <a:lnSpc>
                <a:spcPct val="80000"/>
              </a:lnSpc>
              <a:defRPr lang="en-US" sz="8000" spc="-100" baseline="0" dirty="0">
                <a:solidFill>
                  <a:schemeClr val="accent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29194" y="5496339"/>
            <a:ext cx="3585604" cy="771684"/>
          </a:xfrm>
        </p:spPr>
        <p:txBody>
          <a:bodyPr vert="horz" lIns="91440" tIns="45720" rIns="91440" bIns="45720" rtlCol="0" anchor="b">
            <a:normAutofit/>
          </a:bodyPr>
          <a:lstStyle>
            <a:lvl1pPr marL="0" indent="0">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87335"/>
            <a:ext cx="2474835" cy="496639"/>
          </a:xfrm>
          <a:noFill/>
        </p:spPr>
        <p:txBody>
          <a:bodyPr/>
          <a:lstStyle>
            <a:lvl1pPr algn="r">
              <a:defRPr sz="1050"/>
            </a:lvl1pPr>
          </a:lstStyle>
          <a:p>
            <a:r>
              <a:rPr lang="en-US" dirty="0"/>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06866CBB-6F1F-436D-A8C6-FABC4CF2B536}" type="datetime1">
              <a:rPr lang="en-US" smtClean="0"/>
              <a:t>1/4/2026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313544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1">
              <a:rPr lang="en-US" smtClean="0"/>
              <a:t>1/4/2026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86082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28700"/>
            <a:ext cx="0" cy="480517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9"/>
            <a:ext cx="9197667" cy="4743474"/>
          </a:xfrm>
          <a:noFill/>
        </p:spPr>
        <p:txBody>
          <a:bodyPr vert="horz" lIns="91440" tIns="45720" rIns="91440" bIns="137160" rtlCol="0" anchor="t">
            <a:normAutofit/>
          </a:bodyPr>
          <a:lstStyle>
            <a:lvl1pPr>
              <a:lnSpc>
                <a:spcPct val="80000"/>
              </a:lnSpc>
              <a:defRPr lang="en-US" sz="11500" spc="-100" baseline="0" dirty="0">
                <a:solidFill>
                  <a:schemeClr val="bg2">
                    <a:lumMod val="75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84851" y="5486400"/>
            <a:ext cx="3834743" cy="771684"/>
          </a:xfrm>
        </p:spPr>
        <p:txBody>
          <a:bodyPr vert="horz" lIns="91440" tIns="45720" rIns="91440" bIns="45720" rtlCol="0" anchor="b">
            <a:normAutofit/>
          </a:bodyPr>
          <a:lstStyle>
            <a:lvl1pPr marL="0" indent="0">
              <a:buNone/>
              <a:defRPr lang="en-US" sz="1600" cap="all" spc="100" baseline="0" dirty="0">
                <a:solidFill>
                  <a:schemeClr val="accent1"/>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334826" y="463480"/>
            <a:ext cx="2287073" cy="549316"/>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93C8270A-2846-4BCB-A403-59E7E90A2BA8}" type="datetime1">
              <a:rPr lang="en-US" smtClean="0"/>
              <a:t>1/4/2026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544332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1">
              <a:rPr lang="en-US" smtClean="0"/>
              <a:t>1/4/2026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073479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a:off x="11506200" y="868362"/>
            <a:ext cx="0" cy="5270021"/>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8907FF6-0445-6CA3-7211-D4B7444D7BC9}"/>
              </a:ext>
            </a:extLst>
          </p:cNvPr>
          <p:cNvSpPr>
            <a:spLocks noGrp="1"/>
          </p:cNvSpPr>
          <p:nvPr>
            <p:ph type="title" hasCustomPrompt="1"/>
          </p:nvPr>
        </p:nvSpPr>
        <p:spPr>
          <a:xfrm>
            <a:off x="185877" y="1062360"/>
            <a:ext cx="9948723" cy="5762371"/>
          </a:xfrm>
          <a:noFill/>
        </p:spPr>
        <p:txBody>
          <a:bodyPr bIns="0" anchor="b">
            <a:normAutofit/>
          </a:bodyPr>
          <a:lstStyle>
            <a:lvl1pPr>
              <a:lnSpc>
                <a:spcPct val="80000"/>
              </a:lnSpc>
              <a:defRPr sz="11500" spc="-170" baseline="0">
                <a:ln>
                  <a:noFill/>
                </a:ln>
                <a:solidFill>
                  <a:schemeClr val="accent2">
                    <a:lumMod val="60000"/>
                    <a:lumOff val="40000"/>
                    <a:alpha val="80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xfrm>
            <a:off x="9677400" y="618213"/>
            <a:ext cx="1941441" cy="444147"/>
          </a:xfrm>
          <a:solidFill>
            <a:schemeClr val="accent1"/>
          </a:solidFill>
        </p:spPr>
        <p:txBody>
          <a:bodyPr anchor="t"/>
          <a:lstStyle>
            <a:lvl1pPr algn="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xfrm>
            <a:off x="10134600" y="5991663"/>
            <a:ext cx="1079954" cy="365125"/>
          </a:xfrm>
          <a:solidFill>
            <a:schemeClr val="accent1"/>
          </a:solidFill>
        </p:spPr>
        <p:txBody>
          <a:bodyPr/>
          <a:lstStyle>
            <a:lvl1pPr>
              <a:defRPr>
                <a:solidFill>
                  <a:schemeClr val="bg1"/>
                </a:solidFill>
              </a:defRPr>
            </a:lvl1pPr>
          </a:lstStyle>
          <a:p>
            <a:fld id="{3FC4DBFB-5124-40F9-A2E3-2D0FD410E55D}" type="datetime1">
              <a:rPr lang="en-US" smtClean="0"/>
              <a:t>1/4/2026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xfrm>
            <a:off x="11210544" y="5991663"/>
            <a:ext cx="429372" cy="365125"/>
          </a:xfrm>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25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40049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722980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0" y="0"/>
            <a:ext cx="12191997"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098960" y="3429002"/>
            <a:ext cx="11093040" cy="34289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a:off x="11506200" y="685800"/>
            <a:ext cx="0" cy="54864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1"/>
            <a:ext cx="8320359" cy="2204720"/>
          </a:xfrm>
          <a:noFill/>
        </p:spPr>
        <p:txBody>
          <a:bodyPr anchor="t">
            <a:normAutofit/>
          </a:bodyPr>
          <a:lstStyle>
            <a:lvl1pPr>
              <a:defRPr sz="12400">
                <a:solidFill>
                  <a:schemeClr val="bg2"/>
                </a:solidFill>
              </a:defRPr>
            </a:lvl1pPr>
          </a:lstStyle>
          <a:p>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561444" y="612065"/>
            <a:ext cx="2057397" cy="489061"/>
          </a:xfrm>
          <a:solidFill>
            <a:schemeClr val="bg2">
              <a:lumMod val="90000"/>
            </a:schemeClr>
          </a:solidFill>
        </p:spPr>
        <p:txBody>
          <a:bodyPr anchor="t"/>
          <a:lstStyle>
            <a:lvl1pPr algn="r">
              <a:defRPr sz="1050"/>
            </a:lvl1pPr>
          </a:lstStyle>
          <a:p>
            <a:r>
              <a:rPr lang="en-US"/>
              <a:t>Sample Footer Text</a:t>
            </a:r>
          </a:p>
        </p:txBody>
      </p:sp>
      <p:sp>
        <p:nvSpPr>
          <p:cNvPr id="12" name="Picture Placeholder 11">
            <a:extLst>
              <a:ext uri="{FF2B5EF4-FFF2-40B4-BE49-F238E27FC236}">
                <a16:creationId xmlns:a16="http://schemas.microsoft.com/office/drawing/2014/main" id="{45746446-87C7-9BD2-BA30-C87D25C67AAA}"/>
              </a:ext>
            </a:extLst>
          </p:cNvPr>
          <p:cNvSpPr>
            <a:spLocks noGrp="1"/>
          </p:cNvSpPr>
          <p:nvPr>
            <p:ph type="pic" sz="quarter" idx="13" hasCustomPrompt="1"/>
          </p:nvPr>
        </p:nvSpPr>
        <p:spPr>
          <a:xfrm>
            <a:off x="1098550" y="3429000"/>
            <a:ext cx="3702050" cy="3443288"/>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51231" y="3904090"/>
            <a:ext cx="5805964" cy="2268110"/>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57816" y="5888658"/>
            <a:ext cx="1256738" cy="545500"/>
          </a:xfrm>
          <a:noFill/>
        </p:spPr>
        <p:txBody>
          <a:bodyPr/>
          <a:lstStyle/>
          <a:p>
            <a:fld id="{CF3028B4-C775-4D6E-9ECF-E9C671E76E75}"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5888658"/>
            <a:ext cx="429372" cy="545500"/>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895532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800915" y="1001865"/>
            <a:ext cx="4683538" cy="1596220"/>
          </a:xfrm>
          <a:noFill/>
        </p:spPr>
        <p:txBody>
          <a:bodyPr anchor="b"/>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804557" y="3192236"/>
            <a:ext cx="4679897" cy="169439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A3EC7C9B-995E-4643-8C14-3CF0B0A04E72}"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64C8F070-E2F8-52B0-F70E-3C62AB5B4E40}"/>
              </a:ext>
              <a:ext uri="{C183D7F6-B498-43B3-948B-1728B52AA6E4}">
                <adec:decorative xmlns:adec="http://schemas.microsoft.com/office/drawing/2017/decorative" val="1"/>
              </a:ext>
            </a:extLst>
          </p:cNvPr>
          <p:cNvCxnSpPr>
            <a:cxnSpLocks/>
          </p:cNvCxnSpPr>
          <p:nvPr/>
        </p:nvCxnSpPr>
        <p:spPr>
          <a:xfrm flipV="1">
            <a:off x="6130458" y="2598084"/>
            <a:ext cx="3642" cy="47907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228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2" y="1028700"/>
            <a:ext cx="4381494" cy="1526721"/>
          </a:xfrm>
          <a:noFill/>
        </p:spPr>
        <p:txBody>
          <a:bodyPr anchor="b"/>
          <a:lstStyle>
            <a:lvl1pPr algn="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864680" y="2743200"/>
            <a:ext cx="4035776" cy="2202515"/>
          </a:xfrm>
        </p:spPr>
        <p:txBody>
          <a:bodyPr anchor="b"/>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EB6F6598-C52E-418B-8497-C4DAE4F0985A}"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4DD4A231-1FAB-F0A7-7593-DC4A555F55FB}"/>
              </a:ext>
              <a:ext uri="{C183D7F6-B498-43B3-948B-1728B52AA6E4}">
                <adec:decorative xmlns:adec="http://schemas.microsoft.com/office/drawing/2017/decorative" val="1"/>
              </a:ext>
            </a:extLst>
          </p:cNvPr>
          <p:cNvCxnSpPr>
            <a:cxnSpLocks/>
          </p:cNvCxnSpPr>
          <p:nvPr/>
        </p:nvCxnSpPr>
        <p:spPr>
          <a:xfrm flipV="1">
            <a:off x="5486400" y="2743200"/>
            <a:ext cx="0" cy="2202516"/>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281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149587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1027622"/>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1027623"/>
            <a:ext cx="4648200" cy="44845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C3EE3A63-0174-4F36-AB66-61B83C7C9647}"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458883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130727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50915"/>
            <a:ext cx="3054096" cy="171128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026716" y="650915"/>
            <a:ext cx="7479484" cy="5216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E2E51BF4-D56D-4D12-A5A9-E780D160D1C6}"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91469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3672692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553299"/>
            <a:ext cx="8159496" cy="659274"/>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371601"/>
            <a:ext cx="8157568" cy="4654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642D680-A112-485C-AB9D-C4786EC59251}"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9448799" y="0"/>
            <a:ext cx="2743201" cy="55626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4194600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2236904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751859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FE64AB8-5CDA-105D-40FF-06105F0CAFAB}"/>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F05651F4-3862-056A-CAA1-54D59C5C0C31}"/>
              </a:ext>
            </a:extLst>
          </p:cNvPr>
          <p:cNvSpPr>
            <a:spLocks noGrp="1"/>
          </p:cNvSpPr>
          <p:nvPr>
            <p:ph type="pic" sz="quarter" idx="13" hasCustomPrompt="1"/>
          </p:nvPr>
        </p:nvSpPr>
        <p:spPr>
          <a:xfrm>
            <a:off x="0" y="0"/>
            <a:ext cx="41148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8999" y="0"/>
            <a:ext cx="6019801" cy="1593908"/>
          </a:xfrm>
        </p:spPr>
        <p:txBody>
          <a:bodyPr lIns="137160" rIns="274320" b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701509" y="1741394"/>
            <a:ext cx="6105157" cy="3843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701508" y="6029868"/>
            <a:ext cx="2020824"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33876A1-EAF9-4915-94FE-FB92EEABD687}"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49413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372472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7719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1242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358608" y="1367622"/>
            <a:ext cx="7171976" cy="44775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flipV="1">
            <a:off x="4495800" y="6210300"/>
            <a:ext cx="7010400" cy="213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35860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3D9CFEE7-1948-428C-8A1B-930C420A85C1}"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7411779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944565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091273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B15A2BF-1AB9-8F23-A598-958473764918}"/>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6705599 w 12192000"/>
              <a:gd name="connsiteY1" fmla="*/ 0 h 6858000"/>
              <a:gd name="connsiteX2" fmla="*/ 6705599 w 12192000"/>
              <a:gd name="connsiteY2" fmla="*/ 5524500 h 6858000"/>
              <a:gd name="connsiteX3" fmla="*/ 12192000 w 12192000"/>
              <a:gd name="connsiteY3" fmla="*/ 5524500 h 6858000"/>
              <a:gd name="connsiteX4" fmla="*/ 121920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6705599" y="0"/>
                </a:lnTo>
                <a:lnTo>
                  <a:pt x="6705599" y="5524500"/>
                </a:lnTo>
                <a:lnTo>
                  <a:pt x="12192000" y="5524500"/>
                </a:lnTo>
                <a:lnTo>
                  <a:pt x="121920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6" y="868363"/>
            <a:ext cx="4301403" cy="105815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2059527"/>
            <a:ext cx="4301403" cy="262079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4680321"/>
            <a:ext cx="1256738" cy="365125"/>
          </a:xfrm>
          <a:noFill/>
        </p:spPr>
        <p:txBody>
          <a:bodyPr/>
          <a:lstStyle>
            <a:lvl1pPr algn="l">
              <a:defRPr/>
            </a:lvl1pPr>
          </a:lstStyle>
          <a:p>
            <a:fld id="{8394C7EB-3255-4C04-9D3B-DA51FDFD7E92}"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46803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437778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67A324D-1E02-47A7-E25C-2977C957FCF5}"/>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71600 h 6858000"/>
              <a:gd name="connsiteX3" fmla="*/ 6705600 w 12192000"/>
              <a:gd name="connsiteY3" fmla="*/ 1371600 h 6858000"/>
              <a:gd name="connsiteX4" fmla="*/ 67056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371600"/>
                </a:lnTo>
                <a:lnTo>
                  <a:pt x="6705600" y="1371600"/>
                </a:lnTo>
                <a:lnTo>
                  <a:pt x="67056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7" y="2201863"/>
            <a:ext cx="4225204" cy="105815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3393027"/>
            <a:ext cx="4225203" cy="247437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18367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6013821"/>
            <a:ext cx="1256738" cy="365125"/>
          </a:xfrm>
          <a:noFill/>
        </p:spPr>
        <p:txBody>
          <a:bodyPr/>
          <a:lstStyle>
            <a:lvl1pPr algn="l">
              <a:defRPr/>
            </a:lvl1pPr>
          </a:lstStyle>
          <a:p>
            <a:fld id="{E396167E-13CB-492D-A43B-8BD084C7EA4B}"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60138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585249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63849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3429000"/>
            <a:ext cx="3081528" cy="2438400"/>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28956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3429000"/>
            <a:ext cx="7391401"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3CF85C1-8AE5-42AC-A9E5-BFA1AA4ECE1A}"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631660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41214"/>
            <a:ext cx="3072384" cy="2775858"/>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618269"/>
            <a:ext cx="7471769" cy="281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3551884"/>
            <a:ext cx="1907799"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3551884"/>
            <a:ext cx="1179576" cy="365125"/>
          </a:xfrm>
          <a:noFill/>
        </p:spPr>
        <p:txBody>
          <a:bodyPr/>
          <a:lstStyle/>
          <a:p>
            <a:fld id="{F9764A69-0D4A-41EE-B368-4D0114C52684}"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3551884"/>
            <a:ext cx="429372" cy="365125"/>
          </a:xfrm>
          <a:noFill/>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4114800"/>
            <a:ext cx="12191999" cy="27432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6684816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1371599"/>
            <a:ext cx="6705602" cy="4191001"/>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4" y="313943"/>
            <a:ext cx="4939201" cy="1281526"/>
          </a:xfrm>
        </p:spPr>
        <p:txBody>
          <a:bodyPr tIns="91440" b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59144" y="1266426"/>
            <a:ext cx="3547056" cy="4296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EC869251-F212-4557-A92A-BBFE6D38B002}"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877823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2253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3A8EAE1-78C6-0829-9C7B-07BF40315667}"/>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4114801" cy="4114801"/>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6" y="3666528"/>
            <a:ext cx="3282166" cy="1896071"/>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0337" y="1136232"/>
            <a:ext cx="5777888" cy="47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1783" y="640080"/>
            <a:ext cx="1911096" cy="410486"/>
          </a:xfrm>
        </p:spPr>
        <p:txBody>
          <a:bodyPr anchor="t"/>
          <a:lstStyle>
            <a:lvl1pPr algn="r">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rot="5400000">
            <a:off x="10874790" y="5197321"/>
            <a:ext cx="1289031" cy="365120"/>
          </a:xfrm>
          <a:solidFill>
            <a:schemeClr val="bg1"/>
          </a:solidFill>
        </p:spPr>
        <p:txBody>
          <a:bodyPr rIns="182880"/>
          <a:lstStyle/>
          <a:p>
            <a:fld id="{C26E53DC-2C2B-436E-8F81-6F56D67B2094}"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1558147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3488722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95138" y="551542"/>
            <a:ext cx="3737426" cy="1490472"/>
          </a:xfrm>
        </p:spPr>
        <p:txBody>
          <a:bodyPr lIns="137160" tIns="137160" anchor="t"/>
          <a:lstStyle>
            <a:lvl1pP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2057400"/>
            <a:ext cx="3429000" cy="41529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1057" y="595083"/>
            <a:ext cx="6981749"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68105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5034" cy="365125"/>
          </a:xfrm>
        </p:spPr>
        <p:txBody>
          <a:bodyPr/>
          <a:lstStyle/>
          <a:p>
            <a:fld id="{1A3891DC-7E15-43B5-BCFB-370696C30398}"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4998719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2521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Number Larg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alpha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9000" y="5042130"/>
            <a:ext cx="8232707" cy="949518"/>
          </a:xfrm>
          <a:noFill/>
        </p:spPr>
        <p:txBody>
          <a:bodyPr anchor="t">
            <a:normAutofit/>
          </a:bodyPr>
          <a:lstStyle>
            <a:lvl1pPr algn="r">
              <a:defRPr sz="3200" b="0" cap="none" baseline="0">
                <a:solidFill>
                  <a:schemeClr val="accent5">
                    <a:lumMod val="75000"/>
                  </a:schemeClr>
                </a:solidFill>
                <a:effectLst/>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anchor="b">
            <a:normAutofit/>
          </a:bodyPr>
          <a:lstStyle>
            <a:lvl1pPr marL="0" indent="0">
              <a:buNone/>
              <a:defRPr sz="28000" spc="-20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8"/>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DC860212-EC80-4550-8977-412BA68CEEAD}"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24739"/>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1881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 preserve="1">
  <p:cSld name="Number Larg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114799" y="5230607"/>
            <a:ext cx="7634369" cy="761041"/>
          </a:xfrm>
          <a:noFill/>
        </p:spPr>
        <p:txBody>
          <a:bodyPr anchor="t"/>
          <a:lstStyle>
            <a:lvl1pPr algn="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bIns="0" anchor="b">
            <a:normAutofit/>
          </a:bodyPr>
          <a:lstStyle>
            <a:lvl1pPr marL="0" indent="0">
              <a:buNone/>
              <a:defRPr sz="31000" spc="-10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1"/>
                </a:solidFill>
              </a:defRPr>
            </a:lvl1pPr>
          </a:lstStyle>
          <a:p>
            <a:fld id="{C58B63FC-A13C-4EAB-9220-41BEA3370D02}"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1"/>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29606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 preserve="1">
  <p:cSld name="Number Larg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230607"/>
            <a:ext cx="7948445" cy="761041"/>
          </a:xfrm>
          <a:noFill/>
        </p:spPr>
        <p:txBody>
          <a:bodyPr anchor="t"/>
          <a:lstStyle>
            <a:lvl1pPr algn="r">
              <a:defRPr b="1" spc="100" baseline="0">
                <a:solidFill>
                  <a:schemeClr val="bg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657225"/>
            <a:ext cx="10924355" cy="5887832"/>
          </a:xfrm>
        </p:spPr>
        <p:txBody>
          <a:bodyPr lIns="0" tIns="0" rIns="0" bIns="0" anchor="ctr">
            <a:normAutofit/>
          </a:bodyPr>
          <a:lstStyle>
            <a:lvl1pPr marL="0" indent="0">
              <a:buNone/>
              <a:defRPr sz="31000" spc="-10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4D133BBB-C9BA-478D-ACC3-56E69C31B4D0}"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3047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 preserve="1">
  <p:cSld name="Number Larg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122417"/>
            <a:ext cx="7948445" cy="869232"/>
          </a:xfrm>
          <a:noFill/>
        </p:spPr>
        <p:txBody>
          <a:bodyPr anchor="t">
            <a:normAutofit/>
          </a:bodyPr>
          <a:lstStyle>
            <a:lvl1pPr algn="r">
              <a:defRPr sz="2800" b="0" spc="100" baseline="0">
                <a:solidFill>
                  <a:schemeClr val="bg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anchor="b">
            <a:normAutofit/>
          </a:bodyPr>
          <a:lstStyle>
            <a:lvl1pPr marL="0" indent="0">
              <a:spcBef>
                <a:spcPts val="0"/>
              </a:spcBef>
              <a:buNone/>
              <a:defRPr sz="31000" spc="-100" baseline="0">
                <a:ln w="15875">
                  <a:solidFill>
                    <a:schemeClr val="bg2"/>
                  </a:solidFill>
                </a:ln>
                <a:no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263391" y="616226"/>
            <a:ext cx="1352320" cy="412474"/>
          </a:xfrm>
          <a:noFill/>
        </p:spPr>
        <p:txBody>
          <a:bodyPr anchor="t"/>
          <a:lstStyle>
            <a:lvl1pPr algn="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D386BD3A-3427-4776-A455-FF38304F4878}"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7550320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1128135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reserve="1">
  <p:cSld name="Statem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9666226" cy="4949687"/>
          </a:xfrm>
        </p:spPr>
        <p:txBody>
          <a:bodyPr anchor="b">
            <a:normAutofit/>
          </a:bodyPr>
          <a:lstStyle>
            <a:lvl1pPr marL="0" indent="0">
              <a:lnSpc>
                <a:spcPct val="80000"/>
              </a:lnSpc>
              <a:spcBef>
                <a:spcPts val="0"/>
              </a:spcBef>
              <a:buNone/>
              <a:defRPr sz="7200" cap="all" spc="-100" baseline="0">
                <a:solidFill>
                  <a:schemeClr val="accent2">
                    <a:lumMod val="40000"/>
                    <a:lumOff val="60000"/>
                  </a:schemeClr>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729532"/>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44329"/>
            <a:ext cx="1256738" cy="365125"/>
          </a:xfrm>
          <a:solidFill>
            <a:schemeClr val="accent2"/>
          </a:solidFill>
        </p:spPr>
        <p:txBody>
          <a:bodyPr/>
          <a:lstStyle>
            <a:lvl1pPr>
              <a:defRPr>
                <a:solidFill>
                  <a:schemeClr val="bg1"/>
                </a:solidFill>
              </a:defRPr>
            </a:lvl1pPr>
          </a:lstStyle>
          <a:p>
            <a:fld id="{F0400140-9243-4AE1-A76C-D8BD9EF938F5}"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5" y="544329"/>
            <a:ext cx="449721" cy="365125"/>
          </a:xfrm>
          <a:solidFill>
            <a:schemeClr val="accent2"/>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50732657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Statem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2"/>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F978418A-E4AD-4F4D-B99D-9E40C1234D23}"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3017343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 preserve="1">
  <p:cSld name="Statem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3"/>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1A57725C-F3FD-4B16-984B-FC904AD58D64}"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4812359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Statement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5"/>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accent5">
              <a:lumMod val="40000"/>
              <a:lumOff val="60000"/>
            </a:schemeClr>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accent5">
              <a:lumMod val="40000"/>
              <a:lumOff val="60000"/>
            </a:schemeClr>
          </a:solidFill>
        </p:spPr>
        <p:txBody>
          <a:bodyPr/>
          <a:lstStyle>
            <a:lvl1pPr>
              <a:defRPr>
                <a:solidFill>
                  <a:schemeClr val="tx2"/>
                </a:solidFill>
              </a:defRPr>
            </a:lvl1pPr>
          </a:lstStyle>
          <a:p>
            <a:fld id="{F4C780C6-F0FD-455F-A2B8-0A9691723AFF}"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accent5">
              <a:lumMod val="40000"/>
              <a:lumOff val="60000"/>
            </a:schemeClr>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0888502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1">
              <a:rPr lang="en-US" smtClean="0"/>
              <a:t>1/4/2026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2059961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13" name="Straight Connector 12">
            <a:extLst>
              <a:ext uri="{FF2B5EF4-FFF2-40B4-BE49-F238E27FC236}">
                <a16:creationId xmlns:a16="http://schemas.microsoft.com/office/drawing/2014/main" id="{B4DD8063-0B64-5552-D964-11CA84F7ABD9}"/>
              </a:ext>
              <a:ext uri="{C183D7F6-B498-43B3-948B-1728B52AA6E4}">
                <adec:decorative xmlns:adec="http://schemas.microsoft.com/office/drawing/2017/decorative" val="1"/>
              </a:ext>
            </a:extLst>
          </p:cNvPr>
          <p:cNvCxnSpPr>
            <a:cxnSpLocks/>
          </p:cNvCxnSpPr>
          <p:nvPr/>
        </p:nvCxnSpPr>
        <p:spPr>
          <a:xfrm>
            <a:off x="11082528" y="725556"/>
            <a:ext cx="0" cy="4135136"/>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443564" y="5167222"/>
            <a:ext cx="6789870" cy="679510"/>
          </a:xfrm>
          <a:solidFill>
            <a:schemeClr val="bg2"/>
          </a:solidFill>
        </p:spPr>
        <p:txBody>
          <a:bodyPr tIns="91440" bIns="91440" anchor="ctr">
            <a:normAutofit/>
          </a:bodyPr>
          <a:lstStyle>
            <a:lvl1pPr algn="r">
              <a:defRPr sz="2000" b="1" cap="none" baseline="0">
                <a:solidFill>
                  <a:schemeClr val="accent5"/>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653281" cy="4075044"/>
          </a:xfrm>
        </p:spPr>
        <p:txBody>
          <a:bodyPr>
            <a:normAutofit/>
          </a:bodyPr>
          <a:lstStyle>
            <a:lvl1pPr marL="228600" indent="-228600">
              <a:lnSpc>
                <a:spcPct val="85000"/>
              </a:lnSpc>
              <a:spcBef>
                <a:spcPts val="0"/>
              </a:spcBef>
              <a:buNone/>
              <a:defRPr sz="5400" b="0" cap="all" spc="0" baseline="0">
                <a:solidFill>
                  <a:schemeClr val="accent2"/>
                </a:solidFill>
                <a:latin typeface="+mj-lt"/>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3" y="6029868"/>
            <a:ext cx="1911096" cy="367060"/>
          </a:xfrm>
          <a:noFill/>
        </p:spPr>
        <p:txBody>
          <a:bodyPr anchor="ctr"/>
          <a:lstStyle>
            <a:lvl1pPr algn="l">
              <a:defRPr b="0" spc="0">
                <a:solidFill>
                  <a:schemeClr val="accent5"/>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801193" y="6029868"/>
            <a:ext cx="1439323" cy="365125"/>
          </a:xfrm>
          <a:noFill/>
        </p:spPr>
        <p:txBody>
          <a:bodyPr/>
          <a:lstStyle>
            <a:lvl1pPr algn="r">
              <a:defRPr b="0">
                <a:solidFill>
                  <a:schemeClr val="accent5"/>
                </a:solidFill>
                <a:latin typeface="+mn-lt"/>
              </a:defRPr>
            </a:lvl1pPr>
          </a:lstStyle>
          <a:p>
            <a:fld id="{67891EA0-6E5D-4821-92F4-23CFFDAC5E38}"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3434" y="6029868"/>
            <a:ext cx="429372" cy="365125"/>
          </a:xfrm>
          <a:no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4475764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3439120" y="1202645"/>
            <a:ext cx="5301113" cy="445270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EDCDC8B-43A9-5AA8-8ACB-3F984DC1BEBF}"/>
              </a:ext>
              <a:ext uri="{C183D7F6-B498-43B3-948B-1728B52AA6E4}">
                <adec:decorative xmlns:adec="http://schemas.microsoft.com/office/drawing/2017/decorative" val="1"/>
              </a:ext>
            </a:extLst>
          </p:cNvPr>
          <p:cNvCxnSpPr>
            <a:cxnSpLocks/>
          </p:cNvCxnSpPr>
          <p:nvPr/>
        </p:nvCxnSpPr>
        <p:spPr>
          <a:xfrm flipV="1">
            <a:off x="6096000" y="540251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6096000" y="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963474" y="4659653"/>
            <a:ext cx="4252404" cy="520187"/>
          </a:xfrm>
          <a:noFill/>
        </p:spPr>
        <p:txBody>
          <a:bodyPr anchor="ctr">
            <a:normAutofit/>
          </a:bodyPr>
          <a:lstStyle>
            <a:lvl1pPr algn="ctr">
              <a:defRPr sz="1600">
                <a:solidFill>
                  <a:schemeClr val="accent2"/>
                </a:solidFill>
              </a:defRPr>
            </a:lvl1pPr>
          </a:lstStyle>
          <a:p>
            <a:r>
              <a:rPr lang="en-US" dirty="0"/>
              <a:t>Quote Author</a:t>
            </a:r>
          </a:p>
        </p:txBody>
      </p:sp>
      <p:sp>
        <p:nvSpPr>
          <p:cNvPr id="14" name="Footer Placeholder 13">
            <a:extLst>
              <a:ext uri="{FF2B5EF4-FFF2-40B4-BE49-F238E27FC236}">
                <a16:creationId xmlns:a16="http://schemas.microsoft.com/office/drawing/2014/main" id="{B22420FA-FDBE-1BD5-73B2-9577BE200CF2}"/>
              </a:ext>
            </a:extLst>
          </p:cNvPr>
          <p:cNvSpPr>
            <a:spLocks noGrp="1"/>
          </p:cNvSpPr>
          <p:nvPr>
            <p:ph type="ftr" sz="quarter" idx="11"/>
          </p:nvPr>
        </p:nvSpPr>
        <p:spPr>
          <a:noFill/>
        </p:spPr>
        <p:txBody>
          <a:bodyPr/>
          <a:lstStyle>
            <a:lvl1pPr>
              <a:defRPr b="0">
                <a:solidFill>
                  <a:schemeClr val="accent5"/>
                </a:solidFill>
              </a:defRPr>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2312230" y="1793287"/>
            <a:ext cx="7554892" cy="2494627"/>
          </a:xfrm>
        </p:spPr>
        <p:txBody>
          <a:bodyPr anchor="ctr">
            <a:normAutofit/>
          </a:bodyPr>
          <a:lstStyle>
            <a:lvl1pPr marL="0" indent="0" algn="ctr">
              <a:lnSpc>
                <a:spcPct val="85000"/>
              </a:lnSpc>
              <a:buNone/>
              <a:defRPr sz="4800" b="0" cap="none" spc="0" baseline="0">
                <a:solidFill>
                  <a:schemeClr val="accent5"/>
                </a:solidFill>
                <a:latin typeface="+mn-lt"/>
              </a:defRPr>
            </a:lvl1pPr>
          </a:lstStyle>
          <a:p>
            <a:pPr lvl="0"/>
            <a:r>
              <a:rPr lang="en-US" dirty="0"/>
              <a:t>Click to edit quote</a:t>
            </a:r>
          </a:p>
        </p:txBody>
      </p:sp>
      <p:sp>
        <p:nvSpPr>
          <p:cNvPr id="13" name="Date Placeholder 12">
            <a:extLst>
              <a:ext uri="{FF2B5EF4-FFF2-40B4-BE49-F238E27FC236}">
                <a16:creationId xmlns:a16="http://schemas.microsoft.com/office/drawing/2014/main" id="{44359CE5-9894-7A66-486B-F830CCE17772}"/>
              </a:ext>
            </a:extLst>
          </p:cNvPr>
          <p:cNvSpPr>
            <a:spLocks noGrp="1"/>
          </p:cNvSpPr>
          <p:nvPr>
            <p:ph type="dt" sz="half" idx="10"/>
          </p:nvPr>
        </p:nvSpPr>
        <p:spPr>
          <a:noFill/>
        </p:spPr>
        <p:txBody>
          <a:bodyPr/>
          <a:lstStyle>
            <a:lvl1pPr>
              <a:defRPr>
                <a:solidFill>
                  <a:schemeClr val="accent5"/>
                </a:solidFill>
              </a:defRPr>
            </a:lvl1pPr>
          </a:lstStyle>
          <a:p>
            <a:fld id="{869CC736-6517-4DE3-9A18-5EB6F27EF875}" type="datetime1">
              <a:rPr lang="en-US" smtClean="0"/>
              <a:t>1/4/2026</a:t>
            </a:fld>
            <a:endParaRPr lang="en-US"/>
          </a:p>
        </p:txBody>
      </p:sp>
      <p:sp>
        <p:nvSpPr>
          <p:cNvPr id="15" name="Slide Number Placeholder 14">
            <a:extLst>
              <a:ext uri="{FF2B5EF4-FFF2-40B4-BE49-F238E27FC236}">
                <a16:creationId xmlns:a16="http://schemas.microsoft.com/office/drawing/2014/main" id="{4A2B012E-FACE-13C2-4909-F2AE04FD18CB}"/>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1445583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uot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pic>
        <p:nvPicPr>
          <p:cNvPr id="8" name="Picture 7">
            <a:extLst>
              <a:ext uri="{FF2B5EF4-FFF2-40B4-BE49-F238E27FC236}">
                <a16:creationId xmlns:a16="http://schemas.microsoft.com/office/drawing/2014/main" id="{E2FBFD51-0E30-9113-3F4A-D0B88575143F}"/>
              </a:ext>
              <a:ext uri="{C183D7F6-B498-43B3-948B-1728B52AA6E4}">
                <adec:decorative xmlns:adec="http://schemas.microsoft.com/office/drawing/2017/decorative" val="1"/>
              </a:ext>
            </a:extLst>
          </p:cNvPr>
          <p:cNvPicPr>
            <a:picLocks noChangeAspect="1"/>
          </p:cNvPicPr>
          <p:nvPr/>
        </p:nvPicPr>
        <p:blipFill>
          <a:blip r:embed="rId2" cstate="email">
            <a:alphaModFix amt="28000"/>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6447" y="5204117"/>
            <a:ext cx="11019882" cy="715858"/>
          </a:xfrm>
          <a:noFill/>
        </p:spPr>
        <p:txBody>
          <a:bodyPr tIns="91440" bIns="91440" anchor="ctr">
            <a:normAutofit/>
          </a:bodyPr>
          <a:lstStyle>
            <a:lvl1pPr algn="r">
              <a:defRPr sz="1800">
                <a:solidFill>
                  <a:schemeClr val="accent2"/>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539646"/>
            <a:ext cx="8406832" cy="3709557"/>
          </a:xfrm>
        </p:spPr>
        <p:txBody>
          <a:bodyPr>
            <a:normAutofit/>
          </a:bodyPr>
          <a:lstStyle>
            <a:lvl1pPr marL="228600" indent="-228600">
              <a:lnSpc>
                <a:spcPct val="100000"/>
              </a:lnSpc>
              <a:spcBef>
                <a:spcPts val="0"/>
              </a:spcBef>
              <a:buNone/>
              <a:defRPr sz="5400" b="0" cap="none" spc="0" baseline="0">
                <a:solidFill>
                  <a:schemeClr val="bg2"/>
                </a:solidFill>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3" y="6028848"/>
            <a:ext cx="1828970" cy="366144"/>
          </a:xfrm>
          <a:noFill/>
        </p:spPr>
        <p:txBody>
          <a:bodyPr/>
          <a:lstStyle>
            <a:lvl1pPr algn="l">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55971960-CC10-477C-A0E8-32CE7F9D38E0}"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7" name="Straight Connector 6">
            <a:extLst>
              <a:ext uri="{FF2B5EF4-FFF2-40B4-BE49-F238E27FC236}">
                <a16:creationId xmlns:a16="http://schemas.microsoft.com/office/drawing/2014/main" id="{390E99C4-92E7-3B92-2013-C034357E2D72}"/>
              </a:ext>
              <a:ext uri="{C183D7F6-B498-43B3-948B-1728B52AA6E4}">
                <adec:decorative xmlns:adec="http://schemas.microsoft.com/office/drawing/2017/decorative" val="1"/>
              </a:ext>
            </a:extLst>
          </p:cNvPr>
          <p:cNvCxnSpPr>
            <a:cxnSpLocks/>
          </p:cNvCxnSpPr>
          <p:nvPr/>
        </p:nvCxnSpPr>
        <p:spPr>
          <a:xfrm>
            <a:off x="685800" y="4804478"/>
            <a:ext cx="108204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2209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Quot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1"/>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11" name="Rectangle 10">
            <a:extLst>
              <a:ext uri="{FF2B5EF4-FFF2-40B4-BE49-F238E27FC236}">
                <a16:creationId xmlns:a16="http://schemas.microsoft.com/office/drawing/2014/main" id="{C278D15F-775B-01A1-AD5A-860DC9A2EA8C}"/>
              </a:ext>
              <a:ext uri="{C183D7F6-B498-43B3-948B-1728B52AA6E4}">
                <adec:decorative xmlns:adec="http://schemas.microsoft.com/office/drawing/2017/decorative" val="1"/>
              </a:ext>
            </a:extLst>
          </p:cNvPr>
          <p:cNvSpPr/>
          <p:nvPr/>
        </p:nvSpPr>
        <p:spPr>
          <a:xfrm>
            <a:off x="0" y="1"/>
            <a:ext cx="9448801" cy="480059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11081989" y="698720"/>
            <a:ext cx="0" cy="4101880"/>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984864" y="5257800"/>
            <a:ext cx="10255196" cy="748275"/>
          </a:xfrm>
          <a:noFill/>
        </p:spPr>
        <p:txBody>
          <a:bodyPr anchor="ctr">
            <a:normAutofit/>
          </a:bodyPr>
          <a:lstStyle>
            <a:lvl1pPr algn="r">
              <a:defRPr sz="1800">
                <a:solidFill>
                  <a:schemeClr val="accent2"/>
                </a:solidFill>
              </a:defRPr>
            </a:lvl1pPr>
          </a:lstStyle>
          <a:p>
            <a:r>
              <a:rPr lang="en-US" dirty="0"/>
              <a:t>Quote Author</a:t>
            </a:r>
          </a:p>
        </p:txBody>
      </p:sp>
      <p:sp>
        <p:nvSpPr>
          <p:cNvPr id="8" name="Content Placeholder 7">
            <a:extLst>
              <a:ext uri="{FF2B5EF4-FFF2-40B4-BE49-F238E27FC236}">
                <a16:creationId xmlns:a16="http://schemas.microsoft.com/office/drawing/2014/main" id="{64AEC05F-4937-10A8-1A19-6FA315BE7ADF}"/>
              </a:ext>
            </a:extLst>
          </p:cNvPr>
          <p:cNvSpPr>
            <a:spLocks noGrp="1"/>
          </p:cNvSpPr>
          <p:nvPr>
            <p:ph sz="quarter" idx="13" hasCustomPrompt="1"/>
          </p:nvPr>
        </p:nvSpPr>
        <p:spPr>
          <a:xfrm>
            <a:off x="887413" y="1033272"/>
            <a:ext cx="9247187" cy="3257550"/>
          </a:xfrm>
        </p:spPr>
        <p:txBody>
          <a:bodyPr>
            <a:normAutofit/>
          </a:bodyPr>
          <a:lstStyle>
            <a:lvl1pPr marL="228600" indent="-228600">
              <a:lnSpc>
                <a:spcPct val="85000"/>
              </a:lnSpc>
              <a:buNone/>
              <a:defRPr sz="5400">
                <a:solidFill>
                  <a:schemeClr val="accent5"/>
                </a:solidFill>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lstStyle>
            <a:lvl1pPr algn="l">
              <a:defRPr b="0" spc="0">
                <a:solidFill>
                  <a:schemeClr val="accent5"/>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82686" cy="365125"/>
          </a:xfrm>
          <a:noFill/>
        </p:spPr>
        <p:txBody>
          <a:bodyPr/>
          <a:lstStyle>
            <a:lvl1pPr algn="r">
              <a:defRPr>
                <a:solidFill>
                  <a:schemeClr val="accent5"/>
                </a:solidFill>
              </a:defRPr>
            </a:lvl1pPr>
          </a:lstStyle>
          <a:p>
            <a:fld id="{84D8584C-2125-40A2-8519-09FB9A8C3315}"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9271735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1">
              <a:rPr lang="en-US" smtClean="0"/>
              <a:t>1/4/2026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7170327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1">
              <a:rPr lang="en-US" smtClean="0"/>
              <a:t>1/4/2026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950143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1">
              <a:rPr lang="en-US" smtClean="0"/>
              <a:t>1/4/2026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615800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1">
              <a:rPr lang="en-US" smtClean="0"/>
              <a:t>1/4/2026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701330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3A53-0764-6B81-0CF9-98A31577BE9D}"/>
              </a:ext>
            </a:extLst>
          </p:cNvPr>
          <p:cNvSpPr>
            <a:spLocks noGrp="1"/>
          </p:cNvSpPr>
          <p:nvPr>
            <p:ph type="title"/>
          </p:nvPr>
        </p:nvSpPr>
        <p:spPr>
          <a:xfrm>
            <a:off x="605431" y="932688"/>
            <a:ext cx="4195169" cy="1124712"/>
          </a:xfrm>
          <a:noFill/>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1FE505A-8E22-72EF-7229-3828AF9454D5}"/>
              </a:ext>
            </a:extLst>
          </p:cNvPr>
          <p:cNvSpPr>
            <a:spLocks noGrp="1"/>
          </p:cNvSpPr>
          <p:nvPr>
            <p:ph type="body" sz="half" idx="2"/>
          </p:nvPr>
        </p:nvSpPr>
        <p:spPr>
          <a:xfrm>
            <a:off x="605431" y="2057400"/>
            <a:ext cx="41951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70A4E78B-DAF0-5E30-C9F0-EA1D81066DBC}"/>
              </a:ext>
            </a:extLst>
          </p:cNvPr>
          <p:cNvSpPr>
            <a:spLocks noGrp="1"/>
          </p:cNvSpPr>
          <p:nvPr>
            <p:ph idx="1"/>
          </p:nvPr>
        </p:nvSpPr>
        <p:spPr>
          <a:xfrm>
            <a:off x="5486400" y="903515"/>
            <a:ext cx="6019800" cy="49575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5FB557B-A6AB-0141-61F5-2C6D1D26D589}"/>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A4346670-62CE-41B6-24CD-DB7BF2AECDF4}"/>
              </a:ext>
            </a:extLst>
          </p:cNvPr>
          <p:cNvSpPr>
            <a:spLocks noGrp="1"/>
          </p:cNvSpPr>
          <p:nvPr>
            <p:ph type="dt" sz="half" idx="10"/>
          </p:nvPr>
        </p:nvSpPr>
        <p:spPr/>
        <p:txBody>
          <a:bodyPr/>
          <a:lstStyle/>
          <a:p>
            <a:fld id="{95967112-4E38-4DE6-886D-C6360575EE2E}" type="datetime1">
              <a:rPr lang="en-US" smtClean="0"/>
              <a:t>1/4/2026</a:t>
            </a:fld>
            <a:endParaRPr lang="en-US"/>
          </a:p>
        </p:txBody>
      </p:sp>
      <p:sp>
        <p:nvSpPr>
          <p:cNvPr id="7" name="Slide Number Placeholder 6">
            <a:extLst>
              <a:ext uri="{FF2B5EF4-FFF2-40B4-BE49-F238E27FC236}">
                <a16:creationId xmlns:a16="http://schemas.microsoft.com/office/drawing/2014/main" id="{FB2C964C-100B-6E0E-8C9C-FEDE515F230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940005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2BCA-373C-52F0-00A4-DB648AB6DDCB}"/>
              </a:ext>
            </a:extLst>
          </p:cNvPr>
          <p:cNvSpPr>
            <a:spLocks noGrp="1"/>
          </p:cNvSpPr>
          <p:nvPr>
            <p:ph type="title"/>
          </p:nvPr>
        </p:nvSpPr>
        <p:spPr>
          <a:xfrm>
            <a:off x="605432" y="228599"/>
            <a:ext cx="3658560" cy="1742175"/>
          </a:xfrm>
          <a:noFill/>
        </p:spPr>
        <p:txBody>
          <a:bodyPr anchor="b">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85DCE8E-6071-4972-B85E-E495AB0FF686}"/>
              </a:ext>
            </a:extLst>
          </p:cNvPr>
          <p:cNvSpPr>
            <a:spLocks noGrp="1"/>
          </p:cNvSpPr>
          <p:nvPr>
            <p:ph type="body" sz="half" idx="2"/>
          </p:nvPr>
        </p:nvSpPr>
        <p:spPr>
          <a:xfrm>
            <a:off x="1371600" y="2337134"/>
            <a:ext cx="2892392" cy="3331342"/>
          </a:xfrm>
        </p:spPr>
        <p:txBody>
          <a:bodyPr anchor="b"/>
          <a:lstStyle>
            <a:lvl1pPr marL="0" indent="0" algn="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EBAE75E-255D-9B56-3A67-14178C54EB59}"/>
              </a:ext>
            </a:extLst>
          </p:cNvPr>
          <p:cNvSpPr>
            <a:spLocks noGrp="1"/>
          </p:cNvSpPr>
          <p:nvPr>
            <p:ph type="pic" idx="1" hasCustomPrompt="1"/>
          </p:nvPr>
        </p:nvSpPr>
        <p:spPr>
          <a:xfrm>
            <a:off x="4800600" y="685800"/>
            <a:ext cx="6705600" cy="4876801"/>
          </a:xfrm>
          <a:blipFill>
            <a:blip r:embed="rId2">
              <a:alphaModFix amt="70000"/>
            </a:blip>
            <a:stretch>
              <a:fillRect/>
            </a:stretch>
          </a:blipFill>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FB5E2938-E6DE-EB90-C8DE-0D078BDD0A8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008928D8-1666-BE45-30C8-65C74E2283DC}"/>
              </a:ext>
            </a:extLst>
          </p:cNvPr>
          <p:cNvSpPr>
            <a:spLocks noGrp="1"/>
          </p:cNvSpPr>
          <p:nvPr>
            <p:ph type="dt" sz="half" idx="10"/>
          </p:nvPr>
        </p:nvSpPr>
        <p:spPr>
          <a:xfrm>
            <a:off x="10058400" y="6029868"/>
            <a:ext cx="1182686" cy="365125"/>
          </a:xfrm>
        </p:spPr>
        <p:txBody>
          <a:bodyPr/>
          <a:lstStyle/>
          <a:p>
            <a:fld id="{8493712A-E27F-4D57-B2CA-5B36D6E8A4B0}" type="datetime1">
              <a:rPr lang="en-US" smtClean="0"/>
              <a:t>1/4/2026</a:t>
            </a:fld>
            <a:endParaRPr lang="en-US"/>
          </a:p>
        </p:txBody>
      </p:sp>
      <p:sp>
        <p:nvSpPr>
          <p:cNvPr id="7" name="Slide Number Placeholder 6">
            <a:extLst>
              <a:ext uri="{FF2B5EF4-FFF2-40B4-BE49-F238E27FC236}">
                <a16:creationId xmlns:a16="http://schemas.microsoft.com/office/drawing/2014/main" id="{8D79A9FD-2464-F09D-1603-6DF07EF20752}"/>
              </a:ext>
            </a:extLst>
          </p:cNvPr>
          <p:cNvSpPr>
            <a:spLocks noGrp="1"/>
          </p:cNvSpPr>
          <p:nvPr>
            <p:ph type="sldNum" sz="quarter" idx="12"/>
          </p:nvPr>
        </p:nvSpPr>
        <p:spPr>
          <a:xfrm>
            <a:off x="1123797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472182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371383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1">
              <a:rPr lang="en-US" smtClean="0"/>
              <a:t>1/4/2026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632879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1">
              <a:rPr lang="en-US" smtClean="0"/>
              <a:t>1/4/2026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3769924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9.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9.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39.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39.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oud computing concept isolated on white background">
            <a:extLst>
              <a:ext uri="{FF2B5EF4-FFF2-40B4-BE49-F238E27FC236}">
                <a16:creationId xmlns:a16="http://schemas.microsoft.com/office/drawing/2014/main" id="{FEEA9F34-7756-4971-9715-67146D0E810D}"/>
              </a:ext>
            </a:extLst>
          </p:cNvPr>
          <p:cNvPicPr>
            <a:picLocks noChangeAspect="1"/>
          </p:cNvPicPr>
          <p:nvPr/>
        </p:nvPicPr>
        <p:blipFill>
          <a:blip r:embed="rId3"/>
          <a:stretch>
            <a:fillRect/>
          </a:stretch>
        </p:blipFill>
        <p:spPr>
          <a:xfrm>
            <a:off x="-791" y="1599903"/>
            <a:ext cx="6706392" cy="5029794"/>
          </a:xfrm>
          <a:prstGeom prst="rect">
            <a:avLst/>
          </a:prstGeom>
        </p:spPr>
      </p:pic>
      <p:sp>
        <p:nvSpPr>
          <p:cNvPr id="2" name="Title 1">
            <a:extLst>
              <a:ext uri="{FF2B5EF4-FFF2-40B4-BE49-F238E27FC236}">
                <a16:creationId xmlns:a16="http://schemas.microsoft.com/office/drawing/2014/main" id="{7773C6E6-FB2C-DAEB-233D-00F907602162}"/>
              </a:ext>
            </a:extLst>
          </p:cNvPr>
          <p:cNvSpPr>
            <a:spLocks noGrp="1"/>
          </p:cNvSpPr>
          <p:nvPr>
            <p:ph type="ctrTitle"/>
          </p:nvPr>
        </p:nvSpPr>
        <p:spPr>
          <a:xfrm>
            <a:off x="4133850" y="685799"/>
            <a:ext cx="6373670" cy="2743201"/>
          </a:xfrm>
        </p:spPr>
        <p:txBody>
          <a:bodyPr anchor="b">
            <a:normAutofit/>
          </a:bodyPr>
          <a:lstStyle/>
          <a:p>
            <a:r>
              <a:rPr lang="en-US" sz="5800"/>
              <a:t>Ansible Execution Strategies: Async, Serial &amp; Parallel</a:t>
            </a:r>
          </a:p>
        </p:txBody>
      </p:sp>
      <p:sp>
        <p:nvSpPr>
          <p:cNvPr id="3" name="Subtitle 2">
            <a:extLst>
              <a:ext uri="{FF2B5EF4-FFF2-40B4-BE49-F238E27FC236}">
                <a16:creationId xmlns:a16="http://schemas.microsoft.com/office/drawing/2014/main" id="{C73AA68B-B6E6-F88D-754A-B45B07765318}"/>
              </a:ext>
            </a:extLst>
          </p:cNvPr>
          <p:cNvSpPr>
            <a:spLocks noGrp="1"/>
          </p:cNvSpPr>
          <p:nvPr>
            <p:ph type="subTitle" idx="1"/>
          </p:nvPr>
        </p:nvSpPr>
        <p:spPr>
          <a:xfrm>
            <a:off x="7500457" y="5570290"/>
            <a:ext cx="4114799" cy="699518"/>
          </a:xfrm>
        </p:spPr>
        <p:txBody>
          <a:bodyPr anchor="b">
            <a:normAutofit/>
          </a:bodyPr>
          <a:lstStyle/>
          <a:p>
            <a:r>
              <a:rPr lang="en-US"/>
              <a:t>Understanding methods to optimize automation workflows effectively</a:t>
            </a:r>
          </a:p>
        </p:txBody>
      </p:sp>
      <p:pic>
        <p:nvPicPr>
          <p:cNvPr id="9" name="Picture 8" descr="A logo with a letter in a circle&#10;&#10;AI-generated content may be incorrect.">
            <a:extLst>
              <a:ext uri="{FF2B5EF4-FFF2-40B4-BE49-F238E27FC236}">
                <a16:creationId xmlns:a16="http://schemas.microsoft.com/office/drawing/2014/main" id="{1D5131D4-A17E-1DD4-0306-90B391195A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53979" y="5164"/>
            <a:ext cx="1538021" cy="868045"/>
          </a:xfrm>
          <a:prstGeom prst="rect">
            <a:avLst/>
          </a:prstGeom>
        </p:spPr>
      </p:pic>
    </p:spTree>
    <p:extLst>
      <p:ext uri="{BB962C8B-B14F-4D97-AF65-F5344CB8AC3E}">
        <p14:creationId xmlns:p14="http://schemas.microsoft.com/office/powerpoint/2010/main" val="405735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D03A1-DCBE-23F9-B010-B0C6CFA87B8F}"/>
              </a:ext>
            </a:extLst>
          </p:cNvPr>
          <p:cNvSpPr>
            <a:spLocks noGrp="1"/>
          </p:cNvSpPr>
          <p:nvPr>
            <p:ph type="title"/>
          </p:nvPr>
        </p:nvSpPr>
        <p:spPr>
          <a:xfrm>
            <a:off x="185877" y="1062360"/>
            <a:ext cx="9948723" cy="5762371"/>
          </a:xfrm>
        </p:spPr>
        <p:txBody>
          <a:bodyPr anchor="b">
            <a:normAutofit/>
          </a:bodyPr>
          <a:lstStyle/>
          <a:p>
            <a:r>
              <a:rPr lang="en-US"/>
              <a:t>Introduction</a:t>
            </a:r>
          </a:p>
        </p:txBody>
      </p:sp>
      <p:sp>
        <p:nvSpPr>
          <p:cNvPr id="6" name="Slide Number Placeholder 5">
            <a:extLst>
              <a:ext uri="{FF2B5EF4-FFF2-40B4-BE49-F238E27FC236}">
                <a16:creationId xmlns:a16="http://schemas.microsoft.com/office/drawing/2014/main" id="{17EFBF6C-B06A-6759-4C99-608F32393707}"/>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2</a:t>
            </a:fld>
            <a:endParaRPr lang="en-US"/>
          </a:p>
        </p:txBody>
      </p:sp>
      <p:pic>
        <p:nvPicPr>
          <p:cNvPr id="7" name="Picture 6" descr="A logo with a letter in a circle">
            <a:extLst>
              <a:ext uri="{FF2B5EF4-FFF2-40B4-BE49-F238E27FC236}">
                <a16:creationId xmlns:a16="http://schemas.microsoft.com/office/drawing/2014/main" id="{653D6C43-9D2E-EDFC-A874-5192080F03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0336" y="0"/>
            <a:ext cx="1947760" cy="1062360"/>
          </a:xfrm>
          <a:prstGeom prst="rect">
            <a:avLst/>
          </a:prstGeom>
        </p:spPr>
      </p:pic>
    </p:spTree>
    <p:extLst>
      <p:ext uri="{BB962C8B-B14F-4D97-AF65-F5344CB8AC3E}">
        <p14:creationId xmlns:p14="http://schemas.microsoft.com/office/powerpoint/2010/main" val="4899111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bstract programm binary code  and colored array cube Database">
            <a:extLst>
              <a:ext uri="{FF2B5EF4-FFF2-40B4-BE49-F238E27FC236}">
                <a16:creationId xmlns:a16="http://schemas.microsoft.com/office/drawing/2014/main" id="{98ABEDA3-9CD9-4AAA-9859-85BC0F0C2C35}"/>
              </a:ext>
            </a:extLst>
          </p:cNvPr>
          <p:cNvPicPr>
            <a:picLocks noGrp="1" noChangeAspect="1"/>
          </p:cNvPicPr>
          <p:nvPr>
            <p:ph type="pic" sz="quarter" idx="13"/>
          </p:nvPr>
        </p:nvPicPr>
        <p:blipFill>
          <a:blip r:embed="rId3"/>
          <a:srcRect l="39835" r="2" b="2"/>
          <a:stretch>
            <a:fillRect/>
          </a:stretch>
        </p:blipFill>
        <p:spPr>
          <a:xfrm>
            <a:off x="20" y="10"/>
            <a:ext cx="5486380" cy="5562590"/>
          </a:xfrm>
        </p:spPr>
      </p:pic>
      <p:sp>
        <p:nvSpPr>
          <p:cNvPr id="2" name="Title 1">
            <a:extLst>
              <a:ext uri="{FF2B5EF4-FFF2-40B4-BE49-F238E27FC236}">
                <a16:creationId xmlns:a16="http://schemas.microsoft.com/office/drawing/2014/main" id="{CCFFA89A-869F-F1B2-2E1C-3CF4DC8FACAF}"/>
              </a:ext>
            </a:extLst>
          </p:cNvPr>
          <p:cNvSpPr>
            <a:spLocks noGrp="1"/>
          </p:cNvSpPr>
          <p:nvPr>
            <p:ph type="title"/>
          </p:nvPr>
        </p:nvSpPr>
        <p:spPr>
          <a:xfrm>
            <a:off x="5063318" y="0"/>
            <a:ext cx="4385481" cy="762000"/>
          </a:xfrm>
        </p:spPr>
        <p:txBody>
          <a:bodyPr anchor="b">
            <a:normAutofit/>
          </a:bodyPr>
          <a:lstStyle/>
          <a:p>
            <a:r>
              <a:rPr lang="en-US" dirty="0"/>
              <a:t>Welcome and Overview</a:t>
            </a:r>
          </a:p>
        </p:txBody>
      </p:sp>
      <p:sp>
        <p:nvSpPr>
          <p:cNvPr id="4" name="Content Placeholder 3">
            <a:extLst>
              <a:ext uri="{FF2B5EF4-FFF2-40B4-BE49-F238E27FC236}">
                <a16:creationId xmlns:a16="http://schemas.microsoft.com/office/drawing/2014/main" id="{D33C51E0-3C48-8233-CD5C-FA88CB4CC39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43600" y="1066800"/>
            <a:ext cx="4859992" cy="4648200"/>
          </a:xfrm>
        </p:spPr>
        <p:style>
          <a:lnRef idx="2">
            <a:schemeClr val="accent1"/>
          </a:lnRef>
          <a:fillRef idx="1">
            <a:schemeClr val="lt1"/>
          </a:fillRef>
          <a:effectRef idx="0">
            <a:schemeClr val="accent1"/>
          </a:effectRef>
          <a:fontRef idx="minor">
            <a:schemeClr val="dk1"/>
          </a:fontRef>
        </p:style>
        <p:txBody>
          <a:bodyPr>
            <a:noAutofit/>
          </a:bodyPr>
          <a:lstStyle/>
          <a:p>
            <a:pPr marL="0" indent="0">
              <a:spcBef>
                <a:spcPts val="2500"/>
              </a:spcBef>
              <a:buFont typeface="Arial" panose="020B0604020202020204" pitchFamily="34" charset="0"/>
              <a:buNone/>
            </a:pPr>
            <a:r>
              <a:rPr lang="en-US" sz="2000" b="1" dirty="0"/>
              <a:t>Serial Execution</a:t>
            </a:r>
          </a:p>
          <a:p>
            <a:pPr marL="0" lvl="1" indent="0">
              <a:buFont typeface="Arial" panose="020B0604020202020204" pitchFamily="34" charset="0"/>
              <a:buNone/>
            </a:pPr>
            <a:r>
              <a:rPr sz="2000" dirty="0"/>
              <a:t>Tasks run sequentially across infrastructure, ensuring controlled and predictable automation.</a:t>
            </a:r>
            <a:endParaRPr lang="en-US" sz="2000" dirty="0"/>
          </a:p>
          <a:p>
            <a:pPr marL="0" indent="0">
              <a:spcBef>
                <a:spcPts val="2500"/>
              </a:spcBef>
              <a:buFont typeface="Arial" panose="020B0604020202020204" pitchFamily="34" charset="0"/>
              <a:buNone/>
            </a:pPr>
            <a:r>
              <a:rPr lang="en-US" sz="2000" b="1" dirty="0"/>
              <a:t>Asynchronous Execution</a:t>
            </a:r>
          </a:p>
          <a:p>
            <a:pPr marL="0" lvl="1" indent="0">
              <a:buFont typeface="Arial" panose="020B0604020202020204" pitchFamily="34" charset="0"/>
              <a:buNone/>
            </a:pPr>
            <a:r>
              <a:rPr sz="2000" dirty="0"/>
              <a:t>Tasks run independently without waiting for completion, improving efficiency in long operations.</a:t>
            </a:r>
            <a:endParaRPr lang="en-US" sz="2000" dirty="0"/>
          </a:p>
          <a:p>
            <a:pPr marL="0" indent="0">
              <a:spcBef>
                <a:spcPts val="2500"/>
              </a:spcBef>
              <a:buFont typeface="Arial" panose="020B0604020202020204" pitchFamily="34" charset="0"/>
              <a:buNone/>
            </a:pPr>
            <a:r>
              <a:rPr lang="en-US" sz="2000" b="1" dirty="0"/>
              <a:t>Parallel Execution</a:t>
            </a:r>
          </a:p>
          <a:p>
            <a:pPr marL="0" lvl="1" indent="0">
              <a:buFont typeface="Arial" panose="020B0604020202020204" pitchFamily="34" charset="0"/>
              <a:buNone/>
            </a:pPr>
            <a:r>
              <a:rPr sz="2000" dirty="0"/>
              <a:t>Tasks run simultaneously across multiple nodes, boosting performance and speed of automation.</a:t>
            </a:r>
            <a:endParaRPr lang="en-US" sz="2000" dirty="0"/>
          </a:p>
        </p:txBody>
      </p:sp>
      <p:sp>
        <p:nvSpPr>
          <p:cNvPr id="7" name="Slide Number Placeholder 6">
            <a:extLst>
              <a:ext uri="{FF2B5EF4-FFF2-40B4-BE49-F238E27FC236}">
                <a16:creationId xmlns:a16="http://schemas.microsoft.com/office/drawing/2014/main" id="{5EB28C11-2056-7712-7F27-0867BFAA0E03}"/>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3</a:t>
            </a:fld>
            <a:endParaRPr lang="en-US"/>
          </a:p>
        </p:txBody>
      </p:sp>
      <p:pic>
        <p:nvPicPr>
          <p:cNvPr id="9" name="Picture 8" descr="A logo with a letter in a circle&#10;&#10;AI-generated content may be incorrect.">
            <a:extLst>
              <a:ext uri="{FF2B5EF4-FFF2-40B4-BE49-F238E27FC236}">
                <a16:creationId xmlns:a16="http://schemas.microsoft.com/office/drawing/2014/main" id="{FEEAF957-2A94-E6BD-C699-D655CA379F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9139" y="-56138"/>
            <a:ext cx="2192861" cy="1038290"/>
          </a:xfrm>
          <a:prstGeom prst="rect">
            <a:avLst/>
          </a:prstGeom>
        </p:spPr>
      </p:pic>
    </p:spTree>
    <p:extLst>
      <p:ext uri="{BB962C8B-B14F-4D97-AF65-F5344CB8AC3E}">
        <p14:creationId xmlns:p14="http://schemas.microsoft.com/office/powerpoint/2010/main" val="31284722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373BE-D1C3-18B2-945C-BC60148ADC32}"/>
              </a:ext>
            </a:extLst>
          </p:cNvPr>
          <p:cNvSpPr>
            <a:spLocks noGrp="1"/>
          </p:cNvSpPr>
          <p:nvPr>
            <p:ph type="title"/>
          </p:nvPr>
        </p:nvSpPr>
        <p:spPr>
          <a:xfrm>
            <a:off x="185877" y="1062360"/>
            <a:ext cx="9948723" cy="5762371"/>
          </a:xfrm>
        </p:spPr>
        <p:txBody>
          <a:bodyPr anchor="b">
            <a:normAutofit/>
          </a:bodyPr>
          <a:lstStyle/>
          <a:p>
            <a:r>
              <a:rPr lang="en-US"/>
              <a:t>Why Execution Strategy Matters</a:t>
            </a:r>
          </a:p>
        </p:txBody>
      </p:sp>
      <p:sp>
        <p:nvSpPr>
          <p:cNvPr id="6" name="Slide Number Placeholder 5">
            <a:extLst>
              <a:ext uri="{FF2B5EF4-FFF2-40B4-BE49-F238E27FC236}">
                <a16:creationId xmlns:a16="http://schemas.microsoft.com/office/drawing/2014/main" id="{57CBBE39-3747-59D4-FC5C-D82D945FE6F6}"/>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4</a:t>
            </a:fld>
            <a:endParaRPr lang="en-US"/>
          </a:p>
        </p:txBody>
      </p:sp>
      <p:pic>
        <p:nvPicPr>
          <p:cNvPr id="3" name="Picture 2" descr="A logo with a letter in a circle&#10;&#10;AI-generated content may be incorrect.">
            <a:extLst>
              <a:ext uri="{FF2B5EF4-FFF2-40B4-BE49-F238E27FC236}">
                <a16:creationId xmlns:a16="http://schemas.microsoft.com/office/drawing/2014/main" id="{28C9C89E-65C4-286D-54B3-1F379EFD96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9139" y="-56138"/>
            <a:ext cx="2192861" cy="1038290"/>
          </a:xfrm>
          <a:prstGeom prst="rect">
            <a:avLst/>
          </a:prstGeom>
        </p:spPr>
      </p:pic>
    </p:spTree>
    <p:extLst>
      <p:ext uri="{BB962C8B-B14F-4D97-AF65-F5344CB8AC3E}">
        <p14:creationId xmlns:p14="http://schemas.microsoft.com/office/powerpoint/2010/main" val="14951480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ata Center Server Room">
            <a:extLst>
              <a:ext uri="{FF2B5EF4-FFF2-40B4-BE49-F238E27FC236}">
                <a16:creationId xmlns:a16="http://schemas.microsoft.com/office/drawing/2014/main" id="{B22FDE9E-9AEA-4457-8AAA-A838C1854E3A}"/>
              </a:ext>
            </a:extLst>
          </p:cNvPr>
          <p:cNvPicPr>
            <a:picLocks noGrp="1" noChangeAspect="1"/>
          </p:cNvPicPr>
          <p:nvPr>
            <p:ph type="pic" sz="quarter" idx="13"/>
          </p:nvPr>
        </p:nvPicPr>
        <p:blipFill>
          <a:blip r:embed="rId3"/>
          <a:srcRect l="19307" r="24698" b="1"/>
          <a:stretch>
            <a:fillRect/>
          </a:stretch>
        </p:blipFill>
        <p:spPr>
          <a:xfrm>
            <a:off x="20" y="1"/>
            <a:ext cx="4800580" cy="4822372"/>
          </a:xfrm>
        </p:spPr>
      </p:pic>
      <p:sp>
        <p:nvSpPr>
          <p:cNvPr id="2" name="Title 1">
            <a:extLst>
              <a:ext uri="{FF2B5EF4-FFF2-40B4-BE49-F238E27FC236}">
                <a16:creationId xmlns:a16="http://schemas.microsoft.com/office/drawing/2014/main" id="{4660DE6E-860D-BE2C-CD70-B30F977ADC12}"/>
              </a:ext>
            </a:extLst>
          </p:cNvPr>
          <p:cNvSpPr>
            <a:spLocks noGrp="1"/>
          </p:cNvSpPr>
          <p:nvPr>
            <p:ph type="title"/>
          </p:nvPr>
        </p:nvSpPr>
        <p:spPr>
          <a:xfrm>
            <a:off x="1002085" y="4374100"/>
            <a:ext cx="3897905" cy="1380814"/>
          </a:xfrm>
        </p:spPr>
        <p:txBody>
          <a:bodyPr anchor="t">
            <a:normAutofit/>
          </a:bodyPr>
          <a:lstStyle/>
          <a:p>
            <a:r>
              <a:rPr lang="en-US"/>
              <a:t>Impact on Infrastructure</a:t>
            </a:r>
          </a:p>
        </p:txBody>
      </p:sp>
      <p:sp>
        <p:nvSpPr>
          <p:cNvPr id="4" name="Content Placeholder 3">
            <a:extLst>
              <a:ext uri="{FF2B5EF4-FFF2-40B4-BE49-F238E27FC236}">
                <a16:creationId xmlns:a16="http://schemas.microsoft.com/office/drawing/2014/main" id="{483E10E7-9909-4F96-CE54-AFAFD197A60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style>
          <a:lnRef idx="2">
            <a:schemeClr val="accent1"/>
          </a:lnRef>
          <a:fillRef idx="1">
            <a:schemeClr val="lt1"/>
          </a:fillRef>
          <a:effectRef idx="0">
            <a:schemeClr val="accent1"/>
          </a:effectRef>
          <a:fontRef idx="minor">
            <a:schemeClr val="dk1"/>
          </a:fontRef>
        </p:style>
        <p:txBody>
          <a:bodyPr>
            <a:noAutofit/>
          </a:bodyPr>
          <a:lstStyle/>
          <a:p>
            <a:pPr marL="0" indent="0">
              <a:spcBef>
                <a:spcPts val="2500"/>
              </a:spcBef>
              <a:buFont typeface="Arial" panose="020B0604020202020204" pitchFamily="34" charset="0"/>
              <a:buNone/>
            </a:pPr>
            <a:r>
              <a:rPr lang="en-US" sz="1800" b="1" dirty="0"/>
              <a:t>Reliability Through Rolling Updates</a:t>
            </a:r>
          </a:p>
          <a:p>
            <a:pPr marL="0" lvl="1" indent="0">
              <a:buFont typeface="Arial" panose="020B0604020202020204" pitchFamily="34" charset="0"/>
              <a:buNone/>
            </a:pPr>
            <a:r>
              <a:rPr sz="1800" dirty="0"/>
              <a:t>Using serial execution updates servers in small batches to limit impact and prevent total outages.</a:t>
            </a:r>
            <a:endParaRPr lang="en-US" sz="1800" dirty="0"/>
          </a:p>
          <a:p>
            <a:pPr marL="0" indent="0">
              <a:spcBef>
                <a:spcPts val="2500"/>
              </a:spcBef>
              <a:buFont typeface="Arial" panose="020B0604020202020204" pitchFamily="34" charset="0"/>
              <a:buNone/>
            </a:pPr>
            <a:r>
              <a:rPr lang="en-US" sz="1800" b="1" dirty="0"/>
              <a:t>Performance via Parallel Execution</a:t>
            </a:r>
          </a:p>
          <a:p>
            <a:pPr marL="0" lvl="1" indent="0">
              <a:buFont typeface="Arial" panose="020B0604020202020204" pitchFamily="34" charset="0"/>
              <a:buNone/>
            </a:pPr>
            <a:r>
              <a:rPr sz="1800" dirty="0"/>
              <a:t>Parallel execution speeds up task completion by running updates simultaneously across many servers.</a:t>
            </a:r>
            <a:endParaRPr lang="en-US" sz="1800" dirty="0"/>
          </a:p>
          <a:p>
            <a:pPr marL="0" indent="0">
              <a:spcBef>
                <a:spcPts val="2500"/>
              </a:spcBef>
              <a:buFont typeface="Arial" panose="020B0604020202020204" pitchFamily="34" charset="0"/>
              <a:buNone/>
            </a:pPr>
            <a:r>
              <a:rPr lang="en-US" sz="1800" b="1" dirty="0"/>
              <a:t>Efficiency Using Asynchronous Tasks</a:t>
            </a:r>
          </a:p>
          <a:p>
            <a:pPr marL="0" lvl="1" indent="0">
              <a:buFont typeface="Arial" panose="020B0604020202020204" pitchFamily="34" charset="0"/>
              <a:buNone/>
            </a:pPr>
            <a:r>
              <a:rPr sz="1800" dirty="0"/>
              <a:t>Async execution allows long-running tasks to run in the background, preventing bottlenecks in playbooks.</a:t>
            </a:r>
            <a:endParaRPr lang="en-US" sz="1800" dirty="0"/>
          </a:p>
          <a:p>
            <a:pPr marL="0" indent="0">
              <a:spcBef>
                <a:spcPts val="2500"/>
              </a:spcBef>
              <a:buFont typeface="Arial" panose="020B0604020202020204" pitchFamily="34" charset="0"/>
              <a:buNone/>
            </a:pPr>
            <a:r>
              <a:rPr lang="en-US" sz="1800" b="1" dirty="0"/>
              <a:t>Risk Management with Combined Strategies</a:t>
            </a:r>
          </a:p>
          <a:p>
            <a:pPr marL="0" lvl="1" indent="0">
              <a:buFont typeface="Arial" panose="020B0604020202020204" pitchFamily="34" charset="0"/>
              <a:buNone/>
            </a:pPr>
            <a:r>
              <a:rPr sz="1800" dirty="0"/>
              <a:t>Combining serial and async strategies enables controlled batch deployments and reduces downtime risks.</a:t>
            </a:r>
            <a:endParaRPr lang="en-US" sz="1800" dirty="0"/>
          </a:p>
        </p:txBody>
      </p:sp>
      <p:sp>
        <p:nvSpPr>
          <p:cNvPr id="7" name="Slide Number Placeholder 6">
            <a:extLst>
              <a:ext uri="{FF2B5EF4-FFF2-40B4-BE49-F238E27FC236}">
                <a16:creationId xmlns:a16="http://schemas.microsoft.com/office/drawing/2014/main" id="{EAB17F59-C8FB-BCBC-8FB6-CDDAFE5CE302}"/>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5</a:t>
            </a:fld>
            <a:endParaRPr lang="en-US"/>
          </a:p>
        </p:txBody>
      </p:sp>
      <p:pic>
        <p:nvPicPr>
          <p:cNvPr id="3" name="Picture 2" descr="A logo with a letter in a circle&#10;&#10;AI-generated content may be incorrect.">
            <a:extLst>
              <a:ext uri="{FF2B5EF4-FFF2-40B4-BE49-F238E27FC236}">
                <a16:creationId xmlns:a16="http://schemas.microsoft.com/office/drawing/2014/main" id="{B4AB4144-2EAF-DADF-1A92-D261C96EDA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9139" y="-56138"/>
            <a:ext cx="2192861" cy="1038290"/>
          </a:xfrm>
          <a:prstGeom prst="rect">
            <a:avLst/>
          </a:prstGeom>
        </p:spPr>
      </p:pic>
    </p:spTree>
    <p:extLst>
      <p:ext uri="{BB962C8B-B14F-4D97-AF65-F5344CB8AC3E}">
        <p14:creationId xmlns:p14="http://schemas.microsoft.com/office/powerpoint/2010/main" val="3560734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5FEF9-86E4-E422-29CF-18D8C3471956}"/>
              </a:ext>
            </a:extLst>
          </p:cNvPr>
          <p:cNvSpPr>
            <a:spLocks noGrp="1"/>
          </p:cNvSpPr>
          <p:nvPr>
            <p:ph type="title"/>
          </p:nvPr>
        </p:nvSpPr>
        <p:spPr>
          <a:xfrm>
            <a:off x="185877" y="1062360"/>
            <a:ext cx="9948723" cy="5762371"/>
          </a:xfrm>
        </p:spPr>
        <p:txBody>
          <a:bodyPr anchor="b">
            <a:normAutofit/>
          </a:bodyPr>
          <a:lstStyle/>
          <a:p>
            <a:r>
              <a:rPr lang="en-US"/>
              <a:t>Parallel Execution</a:t>
            </a:r>
          </a:p>
        </p:txBody>
      </p:sp>
      <p:sp>
        <p:nvSpPr>
          <p:cNvPr id="6" name="Slide Number Placeholder 5">
            <a:extLst>
              <a:ext uri="{FF2B5EF4-FFF2-40B4-BE49-F238E27FC236}">
                <a16:creationId xmlns:a16="http://schemas.microsoft.com/office/drawing/2014/main" id="{AE2312A8-F3AB-FE6F-EE17-FD678042219C}"/>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6</a:t>
            </a:fld>
            <a:endParaRPr lang="en-US"/>
          </a:p>
        </p:txBody>
      </p:sp>
      <p:pic>
        <p:nvPicPr>
          <p:cNvPr id="3" name="Picture 2" descr="A logo with a letter in a circle&#10;&#10;AI-generated content may be incorrect.">
            <a:extLst>
              <a:ext uri="{FF2B5EF4-FFF2-40B4-BE49-F238E27FC236}">
                <a16:creationId xmlns:a16="http://schemas.microsoft.com/office/drawing/2014/main" id="{5BB29F3A-57BF-E8B7-3108-E590816CC3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9139" y="-56138"/>
            <a:ext cx="2192861" cy="1038290"/>
          </a:xfrm>
          <a:prstGeom prst="rect">
            <a:avLst/>
          </a:prstGeom>
        </p:spPr>
      </p:pic>
    </p:spTree>
    <p:extLst>
      <p:ext uri="{BB962C8B-B14F-4D97-AF65-F5344CB8AC3E}">
        <p14:creationId xmlns:p14="http://schemas.microsoft.com/office/powerpoint/2010/main" val="10539634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AE6EB-D2E5-3532-E006-2979CA2C65C3}"/>
              </a:ext>
            </a:extLst>
          </p:cNvPr>
          <p:cNvSpPr>
            <a:spLocks noGrp="1"/>
          </p:cNvSpPr>
          <p:nvPr>
            <p:ph type="title"/>
          </p:nvPr>
        </p:nvSpPr>
        <p:spPr>
          <a:xfrm>
            <a:off x="3800917" y="152400"/>
            <a:ext cx="4683538" cy="1596220"/>
          </a:xfrm>
        </p:spPr>
        <p:txBody>
          <a:bodyPr anchor="b">
            <a:normAutofit/>
          </a:bodyPr>
          <a:lstStyle/>
          <a:p>
            <a:r>
              <a:rPr lang="en-US" dirty="0"/>
              <a:t>Default Behavior and Utility</a:t>
            </a:r>
          </a:p>
        </p:txBody>
      </p:sp>
      <p:sp>
        <p:nvSpPr>
          <p:cNvPr id="6" name="Slide Number Placeholder 5">
            <a:extLst>
              <a:ext uri="{FF2B5EF4-FFF2-40B4-BE49-F238E27FC236}">
                <a16:creationId xmlns:a16="http://schemas.microsoft.com/office/drawing/2014/main" id="{8D7CE1FC-488A-E009-7072-CF45A994F170}"/>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7</a:t>
            </a:fld>
            <a:endParaRPr lang="en-US"/>
          </a:p>
        </p:txBody>
      </p:sp>
      <p:graphicFrame>
        <p:nvGraphicFramePr>
          <p:cNvPr id="8" name="Content Placeholder 7">
            <a:extLst>
              <a:ext uri="{FF2B5EF4-FFF2-40B4-BE49-F238E27FC236}">
                <a16:creationId xmlns:a16="http://schemas.microsoft.com/office/drawing/2014/main" id="{0E21A6DE-8C9D-4B49-8560-64CDE778DCDF}"/>
              </a:ext>
            </a:extLst>
          </p:cNvPr>
          <p:cNvGraphicFramePr>
            <a:graphicFrameLocks noGrp="1"/>
          </p:cNvGraphicFramePr>
          <p:nvPr>
            <p:ph idx="1"/>
            <p:extLst>
              <p:ext uri="{D42A27DB-BD31-4B8C-83A1-F6EECF244321}">
                <p14:modId xmlns:p14="http://schemas.microsoft.com/office/powerpoint/2010/main" val="933104801"/>
              </p:ext>
            </p:extLst>
          </p:nvPr>
        </p:nvGraphicFramePr>
        <p:xfrm>
          <a:off x="3276600" y="3200400"/>
          <a:ext cx="6101443" cy="2636357"/>
        </p:xfrm>
        <a:graphic>
          <a:graphicData uri="http://schemas.openxmlformats.org/drawingml/2006/table">
            <a:tbl>
              <a:tblPr firstRow="1" bandRow="1">
                <a:noFill/>
                <a:tableStyleId>{5C22544A-7EE6-4342-B048-85BDC9FD1C3A}</a:tableStyleId>
              </a:tblPr>
              <a:tblGrid>
                <a:gridCol w="2690985">
                  <a:extLst>
                    <a:ext uri="{9D8B030D-6E8A-4147-A177-3AD203B41FA5}">
                      <a16:colId xmlns:a16="http://schemas.microsoft.com/office/drawing/2014/main" val="1138431702"/>
                    </a:ext>
                  </a:extLst>
                </a:gridCol>
                <a:gridCol w="3410458">
                  <a:extLst>
                    <a:ext uri="{9D8B030D-6E8A-4147-A177-3AD203B41FA5}">
                      <a16:colId xmlns:a16="http://schemas.microsoft.com/office/drawing/2014/main" val="1633535701"/>
                    </a:ext>
                  </a:extLst>
                </a:gridCol>
              </a:tblGrid>
              <a:tr h="687955">
                <a:tc>
                  <a:txBody>
                    <a:bodyPr/>
                    <a:lstStyle/>
                    <a:p>
                      <a:pPr>
                        <a:buNone/>
                      </a:pPr>
                      <a:r>
                        <a:rPr lang="en-US" sz="1800" b="1" cap="all" spc="150">
                          <a:solidFill>
                            <a:schemeClr val="tx1"/>
                          </a:solidFill>
                          <a:latin typeface="Arial" panose="020B0604020202020204" pitchFamily="34" charset="0"/>
                          <a:cs typeface="Arial" panose="020B0604020202020204" pitchFamily="34" charset="0"/>
                        </a:rPr>
                        <a:t>Aspect</a:t>
                      </a:r>
                    </a:p>
                  </a:txBody>
                  <a:tcPr marL="99104" marR="99104" marT="99104" marB="99104"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9050" cap="flat" cmpd="sng" algn="ctr">
                      <a:solidFill>
                        <a:schemeClr val="accent1"/>
                      </a:solidFill>
                      <a:prstDash val="solid"/>
                    </a:lnB>
                    <a:noFill/>
                  </a:tcPr>
                </a:tc>
                <a:tc>
                  <a:txBody>
                    <a:bodyPr/>
                    <a:lstStyle/>
                    <a:p>
                      <a:pPr>
                        <a:buNone/>
                      </a:pPr>
                      <a:r>
                        <a:rPr lang="en-US" sz="1800" b="1" cap="all" spc="150" dirty="0">
                          <a:solidFill>
                            <a:schemeClr val="tx1"/>
                          </a:solidFill>
                          <a:latin typeface="Arial" panose="020B0604020202020204" pitchFamily="34" charset="0"/>
                          <a:cs typeface="Arial" panose="020B0604020202020204" pitchFamily="34" charset="0"/>
                        </a:rPr>
                        <a:t>Parallel Execution</a:t>
                      </a:r>
                    </a:p>
                  </a:txBody>
                  <a:tcPr marL="99104" marR="99104" marT="99104" marB="99104"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accent1"/>
                      </a:solidFill>
                      <a:prstDash val="solid"/>
                    </a:lnB>
                    <a:noFill/>
                  </a:tcPr>
                </a:tc>
                <a:extLst>
                  <a:ext uri="{0D108BD9-81ED-4DB2-BD59-A6C34878D82A}">
                    <a16:rowId xmlns:a16="http://schemas.microsoft.com/office/drawing/2014/main" val="2441194465"/>
                  </a:ext>
                </a:extLst>
              </a:tr>
              <a:tr h="631257">
                <a:tc>
                  <a:txBody>
                    <a:bodyPr/>
                    <a:lstStyle/>
                    <a:p>
                      <a:pPr>
                        <a:buNone/>
                      </a:pPr>
                      <a:r>
                        <a:rPr lang="en-US" sz="1600" b="1" cap="none" spc="0" dirty="0">
                          <a:solidFill>
                            <a:schemeClr val="tx1"/>
                          </a:solidFill>
                          <a:latin typeface="Arial" panose="020B0604020202020204" pitchFamily="34" charset="0"/>
                          <a:cs typeface="Arial" panose="020B0604020202020204" pitchFamily="34" charset="0"/>
                        </a:rPr>
                        <a:t>Default forks</a:t>
                      </a:r>
                    </a:p>
                  </a:txBody>
                  <a:tcPr marL="99104" marR="99104" marT="99104" marB="99104" anchor="ctr">
                    <a:lnL w="12700" cap="flat" cmpd="sng" algn="ctr">
                      <a:solidFill>
                        <a:schemeClr val="tx1"/>
                      </a:solidFill>
                      <a:prstDash val="solid"/>
                      <a:round/>
                      <a:headEnd type="none" w="med" len="med"/>
                      <a:tailEnd type="none" w="med" len="me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600" cap="none" spc="0" dirty="0">
                          <a:solidFill>
                            <a:schemeClr val="tx1"/>
                          </a:solidFill>
                          <a:latin typeface="Arial" panose="020B0604020202020204" pitchFamily="34" charset="0"/>
                          <a:cs typeface="Arial" panose="020B0604020202020204" pitchFamily="34" charset="0"/>
                        </a:rPr>
                        <a:t>5 hosts at a time</a:t>
                      </a:r>
                    </a:p>
                  </a:txBody>
                  <a:tcPr marL="99104" marR="99104" marT="99104" marB="99104" anchor="ctr">
                    <a:lnL w="12700" cmpd="sng">
                      <a:noFill/>
                      <a:prstDash val="solid"/>
                    </a:lnL>
                    <a:lnR w="12700" cap="flat" cmpd="sng" algn="ctr">
                      <a:solidFill>
                        <a:schemeClr val="tx1"/>
                      </a:solidFill>
                      <a:prstDash val="solid"/>
                      <a:round/>
                      <a:headEnd type="none" w="med" len="med"/>
                      <a:tailEnd type="none" w="med" len="me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873055765"/>
                  </a:ext>
                </a:extLst>
              </a:tr>
              <a:tr h="631257">
                <a:tc>
                  <a:txBody>
                    <a:bodyPr/>
                    <a:lstStyle/>
                    <a:p>
                      <a:pPr>
                        <a:buNone/>
                      </a:pPr>
                      <a:r>
                        <a:rPr lang="en-US" sz="1600" b="1" cap="none" spc="0" dirty="0">
                          <a:solidFill>
                            <a:schemeClr val="tx1"/>
                          </a:solidFill>
                          <a:latin typeface="Arial" panose="020B0604020202020204" pitchFamily="34" charset="0"/>
                          <a:cs typeface="Arial" panose="020B0604020202020204" pitchFamily="34" charset="0"/>
                        </a:rPr>
                        <a:t>Use </a:t>
                      </a:r>
                      <a:r>
                        <a:rPr lang="en-US" sz="1800" b="1" cap="none" spc="0" dirty="0">
                          <a:solidFill>
                            <a:schemeClr val="tx1"/>
                          </a:solidFill>
                          <a:latin typeface="Arial" panose="020B0604020202020204" pitchFamily="34" charset="0"/>
                          <a:cs typeface="Arial" panose="020B0604020202020204" pitchFamily="34" charset="0"/>
                        </a:rPr>
                        <a:t>Cases</a:t>
                      </a:r>
                      <a:endParaRPr lang="en-US" sz="1600" b="1" cap="none" spc="0" dirty="0">
                        <a:solidFill>
                          <a:schemeClr val="tx1"/>
                        </a:solidFill>
                        <a:latin typeface="Arial" panose="020B0604020202020204" pitchFamily="34" charset="0"/>
                        <a:cs typeface="Arial" panose="020B0604020202020204" pitchFamily="34" charset="0"/>
                      </a:endParaRPr>
                    </a:p>
                  </a:txBody>
                  <a:tcPr marL="99104" marR="99104" marT="99104" marB="99104" anchor="ctr">
                    <a:lnL w="12700" cap="flat" cmpd="sng" algn="ctr">
                      <a:solidFill>
                        <a:schemeClr val="tx1"/>
                      </a:solidFill>
                      <a:prstDash val="solid"/>
                      <a:round/>
                      <a:headEnd type="none" w="med" len="med"/>
                      <a:tailEnd type="none" w="med" len="me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a:solidFill>
                            <a:schemeClr val="tx1"/>
                          </a:solidFill>
                          <a:latin typeface="Arial" panose="020B0604020202020204" pitchFamily="34" charset="0"/>
                          <a:cs typeface="Arial" panose="020B0604020202020204" pitchFamily="34" charset="0"/>
                        </a:rPr>
                        <a:t>Mass deployments, configuration updates</a:t>
                      </a:r>
                    </a:p>
                  </a:txBody>
                  <a:tcPr marL="99104" marR="99104" marT="99104" marB="99104" anchor="ctr">
                    <a:lnL w="12700" cmpd="sng">
                      <a:noFill/>
                      <a:prstDash val="solid"/>
                    </a:lnL>
                    <a:lnR w="12700" cap="flat" cmpd="sng" algn="ctr">
                      <a:solidFill>
                        <a:schemeClr val="tx1"/>
                      </a:solidFill>
                      <a:prstDash val="solid"/>
                      <a:round/>
                      <a:headEnd type="none" w="med" len="med"/>
                      <a:tailEnd type="none" w="med" len="me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459115994"/>
                  </a:ext>
                </a:extLst>
              </a:tr>
              <a:tr h="631257">
                <a:tc>
                  <a:txBody>
                    <a:bodyPr/>
                    <a:lstStyle/>
                    <a:p>
                      <a:pPr>
                        <a:buNone/>
                      </a:pPr>
                      <a:r>
                        <a:rPr lang="en-US" sz="1600" b="1" cap="none" spc="0">
                          <a:solidFill>
                            <a:schemeClr val="tx1"/>
                          </a:solidFill>
                          <a:latin typeface="Arial" panose="020B0604020202020204" pitchFamily="34" charset="0"/>
                          <a:cs typeface="Arial" panose="020B0604020202020204" pitchFamily="34" charset="0"/>
                        </a:rPr>
                        <a:t>Benefit</a:t>
                      </a:r>
                    </a:p>
                  </a:txBody>
                  <a:tcPr marL="99104" marR="99104" marT="99104" marB="99104" anchor="ctr">
                    <a:lnL w="12700" cap="flat" cmpd="sng" algn="ctr">
                      <a:solidFill>
                        <a:schemeClr val="tx1"/>
                      </a:solidFill>
                      <a:prstDash val="solid"/>
                      <a:round/>
                      <a:headEnd type="none" w="med" len="med"/>
                      <a:tailEnd type="none" w="med" len="med"/>
                    </a:lnL>
                    <a:lnR w="12700" cmpd="sng">
                      <a:noFill/>
                      <a:prstDash val="solid"/>
                    </a:lnR>
                    <a:lnT w="6350" cap="flat" cmpd="sng" algn="ctr">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a:buNone/>
                      </a:pPr>
                      <a:r>
                        <a:rPr lang="en-US" sz="1600" b="0" cap="none" spc="0" dirty="0">
                          <a:solidFill>
                            <a:schemeClr val="tx1"/>
                          </a:solidFill>
                          <a:latin typeface="Arial" panose="020B0604020202020204" pitchFamily="34" charset="0"/>
                          <a:cs typeface="Arial" panose="020B0604020202020204" pitchFamily="34" charset="0"/>
                        </a:rPr>
                        <a:t>High speed and scalability</a:t>
                      </a:r>
                    </a:p>
                  </a:txBody>
                  <a:tcPr marL="99104" marR="99104" marT="99104" marB="99104" anchor="ctr">
                    <a:lnL w="12700" cmpd="sng">
                      <a:noFill/>
                      <a:prstDash val="solid"/>
                    </a:lnL>
                    <a:lnR w="12700" cap="flat" cmpd="sng" algn="ctr">
                      <a:solidFill>
                        <a:schemeClr val="tx1"/>
                      </a:solidFill>
                      <a:prstDash val="solid"/>
                      <a:round/>
                      <a:headEnd type="none" w="med" len="med"/>
                      <a:tailEnd type="none" w="med" len="med"/>
                    </a:lnR>
                    <a:lnT w="6350" cap="flat" cmpd="sng" algn="ctr">
                      <a:solidFill>
                        <a:schemeClr val="tx1"/>
                      </a:solidFill>
                      <a:prstDash val="soli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3410485"/>
                  </a:ext>
                </a:extLst>
              </a:tr>
            </a:tbl>
          </a:graphicData>
        </a:graphic>
      </p:graphicFrame>
      <p:pic>
        <p:nvPicPr>
          <p:cNvPr id="3" name="Picture 2" descr="A logo with a letter in a circle&#10;&#10;AI-generated content may be incorrect.">
            <a:extLst>
              <a:ext uri="{FF2B5EF4-FFF2-40B4-BE49-F238E27FC236}">
                <a16:creationId xmlns:a16="http://schemas.microsoft.com/office/drawing/2014/main" id="{D8EADC61-173B-7088-60BA-111C8923B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9139" y="-56138"/>
            <a:ext cx="2192861" cy="1038290"/>
          </a:xfrm>
          <a:prstGeom prst="rect">
            <a:avLst/>
          </a:prstGeom>
        </p:spPr>
      </p:pic>
    </p:spTree>
    <p:extLst>
      <p:ext uri="{BB962C8B-B14F-4D97-AF65-F5344CB8AC3E}">
        <p14:creationId xmlns:p14="http://schemas.microsoft.com/office/powerpoint/2010/main" val="235424699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C6F8-62DE-895F-358B-9ABD20EB3613}"/>
              </a:ext>
            </a:extLst>
          </p:cNvPr>
          <p:cNvSpPr>
            <a:spLocks noGrp="1"/>
          </p:cNvSpPr>
          <p:nvPr>
            <p:ph type="title"/>
          </p:nvPr>
        </p:nvSpPr>
        <p:spPr>
          <a:xfrm>
            <a:off x="185877" y="1062360"/>
            <a:ext cx="9948723" cy="5762371"/>
          </a:xfrm>
        </p:spPr>
        <p:txBody>
          <a:bodyPr anchor="b">
            <a:normAutofit/>
          </a:bodyPr>
          <a:lstStyle/>
          <a:p>
            <a:r>
              <a:rPr lang="en-US"/>
              <a:t>Serial Execution</a:t>
            </a:r>
          </a:p>
        </p:txBody>
      </p:sp>
      <p:sp>
        <p:nvSpPr>
          <p:cNvPr id="6" name="Slide Number Placeholder 5">
            <a:extLst>
              <a:ext uri="{FF2B5EF4-FFF2-40B4-BE49-F238E27FC236}">
                <a16:creationId xmlns:a16="http://schemas.microsoft.com/office/drawing/2014/main" id="{71B1ABE8-5671-FF79-6168-55B2380DCA7B}"/>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8</a:t>
            </a:fld>
            <a:endParaRPr lang="en-US"/>
          </a:p>
        </p:txBody>
      </p:sp>
      <p:pic>
        <p:nvPicPr>
          <p:cNvPr id="3" name="Picture 2" descr="A logo with a letter in a circle&#10;&#10;AI-generated content may be incorrect.">
            <a:extLst>
              <a:ext uri="{FF2B5EF4-FFF2-40B4-BE49-F238E27FC236}">
                <a16:creationId xmlns:a16="http://schemas.microsoft.com/office/drawing/2014/main" id="{A732249B-2CAD-EE5D-2C3D-28B5EC833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9139" y="-56138"/>
            <a:ext cx="2192861" cy="1038290"/>
          </a:xfrm>
          <a:prstGeom prst="rect">
            <a:avLst/>
          </a:prstGeom>
        </p:spPr>
      </p:pic>
    </p:spTree>
    <p:extLst>
      <p:ext uri="{BB962C8B-B14F-4D97-AF65-F5344CB8AC3E}">
        <p14:creationId xmlns:p14="http://schemas.microsoft.com/office/powerpoint/2010/main" val="355293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3D Server with clock - Data base concept">
            <a:extLst>
              <a:ext uri="{FF2B5EF4-FFF2-40B4-BE49-F238E27FC236}">
                <a16:creationId xmlns:a16="http://schemas.microsoft.com/office/drawing/2014/main" id="{5F78E3DE-0CFF-49D4-9EB6-5498A5DB0779}"/>
              </a:ext>
            </a:extLst>
          </p:cNvPr>
          <p:cNvPicPr>
            <a:picLocks noGrp="1" noChangeAspect="1"/>
          </p:cNvPicPr>
          <p:nvPr>
            <p:ph type="pic" sz="quarter" idx="13"/>
          </p:nvPr>
        </p:nvPicPr>
        <p:blipFill>
          <a:blip r:embed="rId3"/>
          <a:srcRect l="18516" r="14042" b="2"/>
          <a:stretch>
            <a:fillRect/>
          </a:stretch>
        </p:blipFill>
        <p:spPr>
          <a:xfrm>
            <a:off x="20" y="1"/>
            <a:ext cx="4800580" cy="4822372"/>
          </a:xfrm>
        </p:spPr>
      </p:pic>
      <p:sp>
        <p:nvSpPr>
          <p:cNvPr id="2" name="Title 1">
            <a:extLst>
              <a:ext uri="{FF2B5EF4-FFF2-40B4-BE49-F238E27FC236}">
                <a16:creationId xmlns:a16="http://schemas.microsoft.com/office/drawing/2014/main" id="{61EE765F-3F38-CA13-E1AF-4C417D1A92D4}"/>
              </a:ext>
            </a:extLst>
          </p:cNvPr>
          <p:cNvSpPr>
            <a:spLocks noGrp="1"/>
          </p:cNvSpPr>
          <p:nvPr>
            <p:ph type="title"/>
          </p:nvPr>
        </p:nvSpPr>
        <p:spPr>
          <a:xfrm>
            <a:off x="1002085" y="4374100"/>
            <a:ext cx="3897905" cy="1380814"/>
          </a:xfrm>
        </p:spPr>
        <p:txBody>
          <a:bodyPr anchor="t">
            <a:normAutofit/>
          </a:bodyPr>
          <a:lstStyle/>
          <a:p>
            <a:r>
              <a:rPr lang="en-US"/>
              <a:t>Controlled Rollouts</a:t>
            </a:r>
          </a:p>
        </p:txBody>
      </p:sp>
      <p:sp>
        <p:nvSpPr>
          <p:cNvPr id="4" name="Content Placeholder 3">
            <a:extLst>
              <a:ext uri="{FF2B5EF4-FFF2-40B4-BE49-F238E27FC236}">
                <a16:creationId xmlns:a16="http://schemas.microsoft.com/office/drawing/2014/main" id="{71A16D07-F246-8FF0-660B-E89D4565BB5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6573884" cy="5204983"/>
          </a:xfrm>
        </p:spPr>
        <p:style>
          <a:lnRef idx="2">
            <a:schemeClr val="accent1"/>
          </a:lnRef>
          <a:fillRef idx="1">
            <a:schemeClr val="lt1"/>
          </a:fillRef>
          <a:effectRef idx="0">
            <a:schemeClr val="accent1"/>
          </a:effectRef>
          <a:fontRef idx="minor">
            <a:schemeClr val="dk1"/>
          </a:fontRef>
        </p:style>
        <p:txBody>
          <a:bodyPr>
            <a:noAutofit/>
          </a:bodyPr>
          <a:lstStyle/>
          <a:p>
            <a:pPr marL="0" indent="0">
              <a:spcBef>
                <a:spcPts val="2500"/>
              </a:spcBef>
              <a:buFont typeface="Arial" panose="020B0604020202020204" pitchFamily="34" charset="0"/>
              <a:buNone/>
            </a:pPr>
            <a:r>
              <a:rPr lang="en-US" sz="1800" b="1" dirty="0"/>
              <a:t>Serial Execution Concept</a:t>
            </a:r>
          </a:p>
          <a:p>
            <a:pPr marL="0" lvl="1" indent="0">
              <a:buFont typeface="Arial" panose="020B0604020202020204" pitchFamily="34" charset="0"/>
              <a:buNone/>
            </a:pPr>
            <a:r>
              <a:rPr sz="1800" dirty="0"/>
              <a:t>Serial execution processes hosts in batches, updating one host at a time to minimize risk.</a:t>
            </a:r>
            <a:endParaRPr lang="en-US" sz="1800" dirty="0"/>
          </a:p>
          <a:p>
            <a:pPr marL="0" indent="0">
              <a:spcBef>
                <a:spcPts val="2500"/>
              </a:spcBef>
              <a:buFont typeface="Arial" panose="020B0604020202020204" pitchFamily="34" charset="0"/>
              <a:buNone/>
            </a:pPr>
            <a:r>
              <a:rPr lang="en-US" sz="1800" b="1" dirty="0"/>
              <a:t>Real-World Benefits</a:t>
            </a:r>
          </a:p>
          <a:p>
            <a:pPr marL="0" lvl="1" indent="0">
              <a:buFont typeface="Arial" panose="020B0604020202020204" pitchFamily="34" charset="0"/>
              <a:buNone/>
            </a:pPr>
            <a:r>
              <a:rPr sz="1800" dirty="0"/>
              <a:t>Controlled rollouts prevent downtime by updating hosts in batches rather than all at once.</a:t>
            </a:r>
            <a:endParaRPr lang="en-US" sz="1800" dirty="0"/>
          </a:p>
          <a:p>
            <a:pPr marL="0" indent="0">
              <a:spcBef>
                <a:spcPts val="2500"/>
              </a:spcBef>
              <a:buFont typeface="Arial" panose="020B0604020202020204" pitchFamily="34" charset="0"/>
              <a:buNone/>
            </a:pPr>
            <a:r>
              <a:rPr lang="en-US" sz="1800" b="1" dirty="0"/>
              <a:t>Use Cases</a:t>
            </a:r>
          </a:p>
          <a:p>
            <a:pPr marL="0" lvl="1" indent="0">
              <a:buFont typeface="Arial" panose="020B0604020202020204" pitchFamily="34" charset="0"/>
              <a:buNone/>
            </a:pPr>
            <a:r>
              <a:rPr sz="1800" dirty="0"/>
              <a:t>Ideal for rolling updates of web servers, application clusters, and database nodes to ensure stability.</a:t>
            </a:r>
            <a:endParaRPr lang="en-US" sz="1800" dirty="0"/>
          </a:p>
          <a:p>
            <a:pPr marL="0" indent="0">
              <a:spcBef>
                <a:spcPts val="2500"/>
              </a:spcBef>
              <a:buFont typeface="Arial" panose="020B0604020202020204" pitchFamily="34" charset="0"/>
              <a:buNone/>
            </a:pPr>
            <a:r>
              <a:rPr lang="en-US" sz="1800" b="1" dirty="0"/>
              <a:t>High Availability Importance</a:t>
            </a:r>
          </a:p>
          <a:p>
            <a:pPr marL="0" lvl="1" indent="0">
              <a:buFont typeface="Arial" panose="020B0604020202020204" pitchFamily="34" charset="0"/>
              <a:buNone/>
            </a:pPr>
            <a:r>
              <a:rPr sz="1800" dirty="0"/>
              <a:t>Essential for environments where simultaneous changes could cause outages; combines serial with forks for safe deployments.</a:t>
            </a:r>
            <a:endParaRPr lang="en-US" sz="1800" dirty="0"/>
          </a:p>
        </p:txBody>
      </p:sp>
      <p:sp>
        <p:nvSpPr>
          <p:cNvPr id="7" name="Slide Number Placeholder 6">
            <a:extLst>
              <a:ext uri="{FF2B5EF4-FFF2-40B4-BE49-F238E27FC236}">
                <a16:creationId xmlns:a16="http://schemas.microsoft.com/office/drawing/2014/main" id="{081BF350-CFE3-9328-43C3-BEE78E2979B0}"/>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9</a:t>
            </a:fld>
            <a:endParaRPr lang="en-US"/>
          </a:p>
        </p:txBody>
      </p:sp>
      <p:pic>
        <p:nvPicPr>
          <p:cNvPr id="3" name="Picture 2" descr="A logo with a letter in a circle&#10;&#10;AI-generated content may be incorrect.">
            <a:extLst>
              <a:ext uri="{FF2B5EF4-FFF2-40B4-BE49-F238E27FC236}">
                <a16:creationId xmlns:a16="http://schemas.microsoft.com/office/drawing/2014/main" id="{98EF7067-1DAA-63A6-4113-94AD063EAD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9139" y="-56138"/>
            <a:ext cx="2192861" cy="741938"/>
          </a:xfrm>
          <a:prstGeom prst="rect">
            <a:avLst/>
          </a:prstGeom>
        </p:spPr>
      </p:pic>
    </p:spTree>
    <p:extLst>
      <p:ext uri="{BB962C8B-B14F-4D97-AF65-F5344CB8AC3E}">
        <p14:creationId xmlns:p14="http://schemas.microsoft.com/office/powerpoint/2010/main" val="4278963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5C999-6EAB-B666-0537-0B7460DDE5E4}"/>
              </a:ext>
            </a:extLst>
          </p:cNvPr>
          <p:cNvSpPr>
            <a:spLocks noGrp="1"/>
          </p:cNvSpPr>
          <p:nvPr>
            <p:ph type="title"/>
          </p:nvPr>
        </p:nvSpPr>
        <p:spPr>
          <a:xfrm>
            <a:off x="185877" y="1062360"/>
            <a:ext cx="9948723" cy="5762371"/>
          </a:xfrm>
        </p:spPr>
        <p:txBody>
          <a:bodyPr anchor="b">
            <a:normAutofit/>
          </a:bodyPr>
          <a:lstStyle/>
          <a:p>
            <a:r>
              <a:rPr lang="en-US"/>
              <a:t>Asynchronous Execution</a:t>
            </a:r>
          </a:p>
        </p:txBody>
      </p:sp>
      <p:sp>
        <p:nvSpPr>
          <p:cNvPr id="6" name="Slide Number Placeholder 5">
            <a:extLst>
              <a:ext uri="{FF2B5EF4-FFF2-40B4-BE49-F238E27FC236}">
                <a16:creationId xmlns:a16="http://schemas.microsoft.com/office/drawing/2014/main" id="{12EE4A44-64D4-6CAD-9A4E-5B5845CDBEB4}"/>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10</a:t>
            </a:fld>
            <a:endParaRPr lang="en-US"/>
          </a:p>
        </p:txBody>
      </p:sp>
    </p:spTree>
    <p:extLst>
      <p:ext uri="{BB962C8B-B14F-4D97-AF65-F5344CB8AC3E}">
        <p14:creationId xmlns:p14="http://schemas.microsoft.com/office/powerpoint/2010/main" val="12409777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6F0C3FF0-A561-467E-815D-4B5040F09F64}"/>
              </a:ext>
            </a:extLst>
          </p:cNvPr>
          <p:cNvPicPr>
            <a:picLocks noGrp="1" noChangeAspect="1"/>
          </p:cNvPicPr>
          <p:nvPr>
            <p:ph type="pic" sz="quarter" idx="13"/>
          </p:nvPr>
        </p:nvPicPr>
        <p:blipFill>
          <a:blip r:embed="rId3"/>
          <a:srcRect l="13281" r="12060" b="3"/>
          <a:stretch>
            <a:fillRect/>
          </a:stretch>
        </p:blipFill>
        <p:spPr>
          <a:xfrm>
            <a:off x="20" y="1"/>
            <a:ext cx="4800580" cy="4822372"/>
          </a:xfrm>
        </p:spPr>
      </p:pic>
      <p:sp>
        <p:nvSpPr>
          <p:cNvPr id="2" name="Title 1">
            <a:extLst>
              <a:ext uri="{FF2B5EF4-FFF2-40B4-BE49-F238E27FC236}">
                <a16:creationId xmlns:a16="http://schemas.microsoft.com/office/drawing/2014/main" id="{7592D9DE-0622-7986-1A52-15659D76E15E}"/>
              </a:ext>
            </a:extLst>
          </p:cNvPr>
          <p:cNvSpPr>
            <a:spLocks noGrp="1"/>
          </p:cNvSpPr>
          <p:nvPr>
            <p:ph type="title"/>
          </p:nvPr>
        </p:nvSpPr>
        <p:spPr>
          <a:xfrm>
            <a:off x="1002085" y="4374100"/>
            <a:ext cx="3897905" cy="1380814"/>
          </a:xfrm>
        </p:spPr>
        <p:txBody>
          <a:bodyPr anchor="t">
            <a:normAutofit/>
          </a:bodyPr>
          <a:lstStyle/>
          <a:p>
            <a:r>
              <a:rPr lang="en-US"/>
              <a:t>Non-blocking Tasks</a:t>
            </a:r>
          </a:p>
        </p:txBody>
      </p:sp>
      <p:sp>
        <p:nvSpPr>
          <p:cNvPr id="4" name="Content Placeholder 3">
            <a:extLst>
              <a:ext uri="{FF2B5EF4-FFF2-40B4-BE49-F238E27FC236}">
                <a16:creationId xmlns:a16="http://schemas.microsoft.com/office/drawing/2014/main" id="{A1E5DD91-D1EC-1EA3-9097-2566D76C1C5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style>
          <a:lnRef idx="2">
            <a:schemeClr val="accent1"/>
          </a:lnRef>
          <a:fillRef idx="1">
            <a:schemeClr val="lt1"/>
          </a:fillRef>
          <a:effectRef idx="0">
            <a:schemeClr val="accent1"/>
          </a:effectRef>
          <a:fontRef idx="minor">
            <a:schemeClr val="dk1"/>
          </a:fontRef>
        </p:style>
        <p:txBody>
          <a:bodyPr>
            <a:noAutofit/>
          </a:bodyPr>
          <a:lstStyle/>
          <a:p>
            <a:pPr marL="0" indent="0">
              <a:spcBef>
                <a:spcPts val="2500"/>
              </a:spcBef>
              <a:buFont typeface="Arial" panose="020B0604020202020204" pitchFamily="34" charset="0"/>
              <a:buNone/>
            </a:pPr>
            <a:r>
              <a:rPr lang="en-US" sz="1800" b="1" dirty="0"/>
              <a:t>Background Task Execution</a:t>
            </a:r>
          </a:p>
          <a:p>
            <a:pPr marL="0" lvl="1" indent="0">
              <a:buFont typeface="Arial" panose="020B0604020202020204" pitchFamily="34" charset="0"/>
              <a:buNone/>
            </a:pPr>
            <a:r>
              <a:rPr sz="1800" dirty="0"/>
              <a:t>Async lets tasks run in the background without blocking the main playbook workflow.</a:t>
            </a:r>
            <a:endParaRPr lang="en-US" sz="1800" dirty="0"/>
          </a:p>
          <a:p>
            <a:pPr marL="0" indent="0">
              <a:spcBef>
                <a:spcPts val="2500"/>
              </a:spcBef>
              <a:buFont typeface="Arial" panose="020B0604020202020204" pitchFamily="34" charset="0"/>
              <a:buNone/>
            </a:pPr>
            <a:r>
              <a:rPr lang="en-US" sz="1800" b="1" dirty="0"/>
              <a:t>Polling and Fire-and-Forget</a:t>
            </a:r>
          </a:p>
          <a:p>
            <a:pPr marL="0" lvl="1" indent="0">
              <a:buFont typeface="Arial" panose="020B0604020202020204" pitchFamily="34" charset="0"/>
              <a:buNone/>
            </a:pPr>
            <a:r>
              <a:rPr sz="1800" dirty="0"/>
              <a:t>Combine async with polling to check status or use 'poll: 0' for fire-and-forget task execution.</a:t>
            </a:r>
            <a:endParaRPr lang="en-US" sz="1800" dirty="0"/>
          </a:p>
          <a:p>
            <a:pPr marL="0" indent="0">
              <a:spcBef>
                <a:spcPts val="2500"/>
              </a:spcBef>
              <a:buFont typeface="Arial" panose="020B0604020202020204" pitchFamily="34" charset="0"/>
              <a:buNone/>
            </a:pPr>
            <a:r>
              <a:rPr lang="en-US" sz="1800" b="1" dirty="0"/>
              <a:t>Use Cases of Async Tasks</a:t>
            </a:r>
          </a:p>
          <a:p>
            <a:pPr marL="0" lvl="1" indent="0">
              <a:buFont typeface="Arial" panose="020B0604020202020204" pitchFamily="34" charset="0"/>
              <a:buNone/>
            </a:pPr>
            <a:r>
              <a:rPr sz="1800" dirty="0"/>
              <a:t>Async supports long operations like large file transfers, OS patching, and independent script triggers.</a:t>
            </a:r>
            <a:endParaRPr lang="en-US" sz="1800" dirty="0"/>
          </a:p>
          <a:p>
            <a:pPr marL="0" indent="0">
              <a:spcBef>
                <a:spcPts val="2500"/>
              </a:spcBef>
              <a:buFont typeface="Arial" panose="020B0604020202020204" pitchFamily="34" charset="0"/>
              <a:buNone/>
            </a:pPr>
            <a:r>
              <a:rPr lang="en-US" sz="1800" b="1" dirty="0"/>
              <a:t>Importance for Efficiency</a:t>
            </a:r>
          </a:p>
          <a:p>
            <a:pPr marL="0" lvl="1" indent="0">
              <a:buFont typeface="Arial" panose="020B0604020202020204" pitchFamily="34" charset="0"/>
              <a:buNone/>
            </a:pPr>
            <a:r>
              <a:rPr sz="1800" dirty="0"/>
              <a:t>Without async, playbooks stall on slow tasks, reducing overall efficiency and scalability.</a:t>
            </a:r>
            <a:endParaRPr lang="en-US" sz="1800" dirty="0"/>
          </a:p>
        </p:txBody>
      </p:sp>
      <p:sp>
        <p:nvSpPr>
          <p:cNvPr id="7" name="Slide Number Placeholder 6">
            <a:extLst>
              <a:ext uri="{FF2B5EF4-FFF2-40B4-BE49-F238E27FC236}">
                <a16:creationId xmlns:a16="http://schemas.microsoft.com/office/drawing/2014/main" id="{601DACBA-2366-BFA9-E89A-E408776D7170}"/>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11</a:t>
            </a:fld>
            <a:endParaRPr lang="en-US"/>
          </a:p>
        </p:txBody>
      </p:sp>
      <p:pic>
        <p:nvPicPr>
          <p:cNvPr id="3" name="Picture 2" descr="A logo with a letter in a circle&#10;&#10;AI-generated content may be incorrect.">
            <a:extLst>
              <a:ext uri="{FF2B5EF4-FFF2-40B4-BE49-F238E27FC236}">
                <a16:creationId xmlns:a16="http://schemas.microsoft.com/office/drawing/2014/main" id="{C328CFB3-2D1E-BFC6-DAE9-FA4B5BDAF0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4463" y="24384"/>
            <a:ext cx="1987537" cy="737616"/>
          </a:xfrm>
          <a:prstGeom prst="rect">
            <a:avLst/>
          </a:prstGeom>
        </p:spPr>
      </p:pic>
    </p:spTree>
    <p:extLst>
      <p:ext uri="{BB962C8B-B14F-4D97-AF65-F5344CB8AC3E}">
        <p14:creationId xmlns:p14="http://schemas.microsoft.com/office/powerpoint/2010/main" val="42419882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720CD-2BCA-BCA0-7A8A-948A56ACC1C0}"/>
              </a:ext>
            </a:extLst>
          </p:cNvPr>
          <p:cNvSpPr>
            <a:spLocks noGrp="1"/>
          </p:cNvSpPr>
          <p:nvPr>
            <p:ph type="title"/>
          </p:nvPr>
        </p:nvSpPr>
        <p:spPr>
          <a:xfrm>
            <a:off x="185877" y="1062360"/>
            <a:ext cx="9948723" cy="5762371"/>
          </a:xfrm>
        </p:spPr>
        <p:txBody>
          <a:bodyPr anchor="b">
            <a:normAutofit/>
          </a:bodyPr>
          <a:lstStyle/>
          <a:p>
            <a:r>
              <a:rPr lang="en-US"/>
              <a:t>Why These Are Critical in Real Life</a:t>
            </a:r>
          </a:p>
        </p:txBody>
      </p:sp>
      <p:sp>
        <p:nvSpPr>
          <p:cNvPr id="6" name="Slide Number Placeholder 5">
            <a:extLst>
              <a:ext uri="{FF2B5EF4-FFF2-40B4-BE49-F238E27FC236}">
                <a16:creationId xmlns:a16="http://schemas.microsoft.com/office/drawing/2014/main" id="{21D0EF43-6E72-2737-5BEC-E1B62388B1A1}"/>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12</a:t>
            </a:fld>
            <a:endParaRPr lang="en-US"/>
          </a:p>
        </p:txBody>
      </p:sp>
      <p:pic>
        <p:nvPicPr>
          <p:cNvPr id="3" name="Picture 2" descr="A logo with a letter in a circle&#10;&#10;AI-generated content may be incorrect.">
            <a:extLst>
              <a:ext uri="{FF2B5EF4-FFF2-40B4-BE49-F238E27FC236}">
                <a16:creationId xmlns:a16="http://schemas.microsoft.com/office/drawing/2014/main" id="{BF909229-D071-BE64-8CDC-8FF21B27E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4755" y="-17933"/>
            <a:ext cx="2192861" cy="1038290"/>
          </a:xfrm>
          <a:prstGeom prst="rect">
            <a:avLst/>
          </a:prstGeom>
        </p:spPr>
      </p:pic>
    </p:spTree>
    <p:extLst>
      <p:ext uri="{BB962C8B-B14F-4D97-AF65-F5344CB8AC3E}">
        <p14:creationId xmlns:p14="http://schemas.microsoft.com/office/powerpoint/2010/main" val="4141964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3547428-A63B-4495-93FF-EE018FD00AA6}"/>
              </a:ext>
            </a:extLst>
          </p:cNvPr>
          <p:cNvPicPr>
            <a:picLocks noGrp="1" noChangeAspect="1"/>
          </p:cNvPicPr>
          <p:nvPr>
            <p:ph type="pic" sz="quarter" idx="13"/>
          </p:nvPr>
        </p:nvPicPr>
        <p:blipFill>
          <a:blip r:embed="rId3"/>
          <a:srcRect l="23124" r="20881" b="1"/>
          <a:stretch>
            <a:fillRect/>
          </a:stretch>
        </p:blipFill>
        <p:spPr>
          <a:xfrm>
            <a:off x="20" y="1"/>
            <a:ext cx="4800580" cy="4822372"/>
          </a:xfrm>
        </p:spPr>
      </p:pic>
      <p:sp>
        <p:nvSpPr>
          <p:cNvPr id="2" name="Title 1">
            <a:extLst>
              <a:ext uri="{FF2B5EF4-FFF2-40B4-BE49-F238E27FC236}">
                <a16:creationId xmlns:a16="http://schemas.microsoft.com/office/drawing/2014/main" id="{F557FFA5-420A-CEA2-E5A5-D3E3D0389B11}"/>
              </a:ext>
            </a:extLst>
          </p:cNvPr>
          <p:cNvSpPr>
            <a:spLocks noGrp="1"/>
          </p:cNvSpPr>
          <p:nvPr>
            <p:ph type="title"/>
          </p:nvPr>
        </p:nvSpPr>
        <p:spPr>
          <a:xfrm>
            <a:off x="1002085" y="4374100"/>
            <a:ext cx="3897905" cy="1380814"/>
          </a:xfrm>
        </p:spPr>
        <p:txBody>
          <a:bodyPr anchor="t">
            <a:normAutofit/>
          </a:bodyPr>
          <a:lstStyle/>
          <a:p>
            <a:r>
              <a:rPr lang="en-US"/>
              <a:t>Enterprise Importance</a:t>
            </a:r>
          </a:p>
        </p:txBody>
      </p:sp>
      <p:sp>
        <p:nvSpPr>
          <p:cNvPr id="4" name="Content Placeholder 3">
            <a:extLst>
              <a:ext uri="{FF2B5EF4-FFF2-40B4-BE49-F238E27FC236}">
                <a16:creationId xmlns:a16="http://schemas.microsoft.com/office/drawing/2014/main" id="{FE74B318-DBE6-F288-59FF-5E6DDEB974D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Autofit/>
          </a:bodyPr>
          <a:lstStyle/>
          <a:p>
            <a:pPr marL="0" indent="0">
              <a:spcBef>
                <a:spcPts val="2500"/>
              </a:spcBef>
              <a:buFont typeface="Arial" panose="020B0604020202020204" pitchFamily="34" charset="0"/>
              <a:buNone/>
            </a:pPr>
            <a:r>
              <a:rPr lang="en-US" sz="1800" b="1" dirty="0"/>
              <a:t>Performance via Parallelism</a:t>
            </a:r>
          </a:p>
          <a:p>
            <a:pPr marL="0" lvl="1" indent="0">
              <a:buFont typeface="Arial" panose="020B0604020202020204" pitchFamily="34" charset="0"/>
              <a:buNone/>
            </a:pPr>
            <a:r>
              <a:rPr sz="1800" dirty="0"/>
              <a:t>Parallelism enables automation to scale effectively, reducing task completion times across systems.</a:t>
            </a:r>
            <a:endParaRPr lang="en-US" sz="1800" dirty="0"/>
          </a:p>
          <a:p>
            <a:pPr marL="0" indent="0">
              <a:spcBef>
                <a:spcPts val="2500"/>
              </a:spcBef>
              <a:buFont typeface="Arial" panose="020B0604020202020204" pitchFamily="34" charset="0"/>
              <a:buNone/>
            </a:pPr>
            <a:r>
              <a:rPr lang="en-US" sz="1800" b="1" dirty="0"/>
              <a:t>Reliability with Serial Execution</a:t>
            </a:r>
          </a:p>
          <a:p>
            <a:pPr marL="0" lvl="1" indent="0">
              <a:buFont typeface="Arial" panose="020B0604020202020204" pitchFamily="34" charset="0"/>
              <a:buNone/>
            </a:pPr>
            <a:r>
              <a:rPr sz="1800" dirty="0"/>
              <a:t>Serial execution prevents service disruptions during critical updates by managing task order.</a:t>
            </a:r>
            <a:endParaRPr lang="en-US" sz="1800" dirty="0"/>
          </a:p>
          <a:p>
            <a:pPr marL="0" indent="0">
              <a:spcBef>
                <a:spcPts val="2500"/>
              </a:spcBef>
              <a:buFont typeface="Arial" panose="020B0604020202020204" pitchFamily="34" charset="0"/>
              <a:buNone/>
            </a:pPr>
            <a:r>
              <a:rPr lang="en-US" sz="1800" b="1" dirty="0"/>
              <a:t>Efficiency through Async</a:t>
            </a:r>
          </a:p>
          <a:p>
            <a:pPr marL="0" lvl="1" indent="0">
              <a:buFont typeface="Arial" panose="020B0604020202020204" pitchFamily="34" charset="0"/>
              <a:buNone/>
            </a:pPr>
            <a:r>
              <a:rPr sz="1800" dirty="0"/>
              <a:t>Asynchronous execution avoids bottlenecks caused by long-running tasks, improving overall system efficiency.</a:t>
            </a:r>
            <a:endParaRPr lang="en-US" sz="1800" dirty="0"/>
          </a:p>
          <a:p>
            <a:pPr marL="0" indent="0">
              <a:spcBef>
                <a:spcPts val="2500"/>
              </a:spcBef>
              <a:buFont typeface="Arial" panose="020B0604020202020204" pitchFamily="34" charset="0"/>
              <a:buNone/>
            </a:pPr>
            <a:r>
              <a:rPr lang="en-US" sz="1800" b="1" dirty="0"/>
              <a:t>Flexibility by Combining Strategies</a:t>
            </a:r>
          </a:p>
          <a:p>
            <a:pPr marL="0" lvl="1" indent="0">
              <a:buFont typeface="Arial" panose="020B0604020202020204" pitchFamily="34" charset="0"/>
              <a:buNone/>
            </a:pPr>
            <a:r>
              <a:rPr sz="1800" dirty="0"/>
              <a:t>Combining parallelism, serial execution, and async gives fine-grained control over automation workflows.</a:t>
            </a:r>
            <a:endParaRPr lang="en-US" sz="1800" dirty="0"/>
          </a:p>
        </p:txBody>
      </p:sp>
      <p:sp>
        <p:nvSpPr>
          <p:cNvPr id="7" name="Slide Number Placeholder 6">
            <a:extLst>
              <a:ext uri="{FF2B5EF4-FFF2-40B4-BE49-F238E27FC236}">
                <a16:creationId xmlns:a16="http://schemas.microsoft.com/office/drawing/2014/main" id="{1896DE8F-6B4B-1C8D-351B-FC3FC9D99A69}"/>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13</a:t>
            </a:fld>
            <a:endParaRPr lang="en-US"/>
          </a:p>
        </p:txBody>
      </p:sp>
      <p:pic>
        <p:nvPicPr>
          <p:cNvPr id="3" name="Picture 2" descr="A logo with a letter in a circle&#10;&#10;AI-generated content may be incorrect.">
            <a:extLst>
              <a:ext uri="{FF2B5EF4-FFF2-40B4-BE49-F238E27FC236}">
                <a16:creationId xmlns:a16="http://schemas.microsoft.com/office/drawing/2014/main" id="{2E4FCB6F-4617-BDDD-E13B-6B5889126C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42231" y="3048"/>
            <a:ext cx="2049769" cy="970538"/>
          </a:xfrm>
          <a:prstGeom prst="rect">
            <a:avLst/>
          </a:prstGeom>
        </p:spPr>
      </p:pic>
    </p:spTree>
    <p:extLst>
      <p:ext uri="{BB962C8B-B14F-4D97-AF65-F5344CB8AC3E}">
        <p14:creationId xmlns:p14="http://schemas.microsoft.com/office/powerpoint/2010/main" val="494007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194F-5FAF-36AA-6E80-34ED0E4A3604}"/>
              </a:ext>
            </a:extLst>
          </p:cNvPr>
          <p:cNvSpPr>
            <a:spLocks noGrp="1"/>
          </p:cNvSpPr>
          <p:nvPr>
            <p:ph type="title"/>
          </p:nvPr>
        </p:nvSpPr>
        <p:spPr>
          <a:xfrm>
            <a:off x="185877" y="1062360"/>
            <a:ext cx="9948723" cy="5762371"/>
          </a:xfrm>
        </p:spPr>
        <p:txBody>
          <a:bodyPr anchor="b">
            <a:normAutofit/>
          </a:bodyPr>
          <a:lstStyle/>
          <a:p>
            <a:r>
              <a:rPr lang="en-US"/>
              <a:t>Forks Explained</a:t>
            </a:r>
          </a:p>
        </p:txBody>
      </p:sp>
      <p:sp>
        <p:nvSpPr>
          <p:cNvPr id="6" name="Slide Number Placeholder 5">
            <a:extLst>
              <a:ext uri="{FF2B5EF4-FFF2-40B4-BE49-F238E27FC236}">
                <a16:creationId xmlns:a16="http://schemas.microsoft.com/office/drawing/2014/main" id="{B334FCA1-65A3-975A-044D-B46A8AF623CC}"/>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14</a:t>
            </a:fld>
            <a:endParaRPr lang="en-US"/>
          </a:p>
        </p:txBody>
      </p:sp>
      <p:pic>
        <p:nvPicPr>
          <p:cNvPr id="3" name="Picture 2" descr="A logo with a letter in a circle&#10;&#10;AI-generated content may be incorrect.">
            <a:extLst>
              <a:ext uri="{FF2B5EF4-FFF2-40B4-BE49-F238E27FC236}">
                <a16:creationId xmlns:a16="http://schemas.microsoft.com/office/drawing/2014/main" id="{E37DE375-877C-5326-2B6B-F62D4EF17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9139" y="-56138"/>
            <a:ext cx="2192861" cy="1038290"/>
          </a:xfrm>
          <a:prstGeom prst="rect">
            <a:avLst/>
          </a:prstGeom>
        </p:spPr>
      </p:pic>
    </p:spTree>
    <p:extLst>
      <p:ext uri="{BB962C8B-B14F-4D97-AF65-F5344CB8AC3E}">
        <p14:creationId xmlns:p14="http://schemas.microsoft.com/office/powerpoint/2010/main" val="2378433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510F-2A58-3253-A378-EB3AD7D6CAD4}"/>
              </a:ext>
            </a:extLst>
          </p:cNvPr>
          <p:cNvSpPr>
            <a:spLocks noGrp="1"/>
          </p:cNvSpPr>
          <p:nvPr>
            <p:ph type="title"/>
          </p:nvPr>
        </p:nvSpPr>
        <p:spPr>
          <a:xfrm>
            <a:off x="3654552" y="457200"/>
            <a:ext cx="4683538" cy="685800"/>
          </a:xfrm>
        </p:spPr>
        <p:txBody>
          <a:bodyPr anchor="b">
            <a:normAutofit fontScale="90000"/>
          </a:bodyPr>
          <a:lstStyle/>
          <a:p>
            <a:r>
              <a:rPr lang="en-US" dirty="0"/>
              <a:t>Configuration and Best Practices</a:t>
            </a:r>
          </a:p>
        </p:txBody>
      </p:sp>
      <p:sp>
        <p:nvSpPr>
          <p:cNvPr id="6" name="Slide Number Placeholder 5">
            <a:extLst>
              <a:ext uri="{FF2B5EF4-FFF2-40B4-BE49-F238E27FC236}">
                <a16:creationId xmlns:a16="http://schemas.microsoft.com/office/drawing/2014/main" id="{9917D6A6-4670-A47D-BB7A-132D3285F6B5}"/>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15</a:t>
            </a:fld>
            <a:endParaRPr lang="en-US"/>
          </a:p>
        </p:txBody>
      </p:sp>
      <p:graphicFrame>
        <p:nvGraphicFramePr>
          <p:cNvPr id="8" name="Content Placeholder 7">
            <a:extLst>
              <a:ext uri="{FF2B5EF4-FFF2-40B4-BE49-F238E27FC236}">
                <a16:creationId xmlns:a16="http://schemas.microsoft.com/office/drawing/2014/main" id="{1A6F4E68-E238-493C-B0A9-343F9662E2B5}"/>
              </a:ext>
            </a:extLst>
          </p:cNvPr>
          <p:cNvGraphicFramePr>
            <a:graphicFrameLocks noGrp="1"/>
          </p:cNvGraphicFramePr>
          <p:nvPr>
            <p:ph idx="1"/>
            <p:extLst>
              <p:ext uri="{D42A27DB-BD31-4B8C-83A1-F6EECF244321}">
                <p14:modId xmlns:p14="http://schemas.microsoft.com/office/powerpoint/2010/main" val="187960605"/>
              </p:ext>
            </p:extLst>
          </p:nvPr>
        </p:nvGraphicFramePr>
        <p:xfrm>
          <a:off x="7086600" y="1295400"/>
          <a:ext cx="4267200" cy="2971801"/>
        </p:xfrm>
        <a:graphic>
          <a:graphicData uri="http://schemas.openxmlformats.org/drawingml/2006/table">
            <a:tbl>
              <a:tblPr firstRow="1" bandRow="1">
                <a:noFill/>
                <a:tableStyleId>{5C22544A-7EE6-4342-B048-85BDC9FD1C3A}</a:tableStyleId>
              </a:tblPr>
              <a:tblGrid>
                <a:gridCol w="2133600">
                  <a:extLst>
                    <a:ext uri="{9D8B030D-6E8A-4147-A177-3AD203B41FA5}">
                      <a16:colId xmlns:a16="http://schemas.microsoft.com/office/drawing/2014/main" val="70727325"/>
                    </a:ext>
                  </a:extLst>
                </a:gridCol>
                <a:gridCol w="2133600">
                  <a:extLst>
                    <a:ext uri="{9D8B030D-6E8A-4147-A177-3AD203B41FA5}">
                      <a16:colId xmlns:a16="http://schemas.microsoft.com/office/drawing/2014/main" val="520153462"/>
                    </a:ext>
                  </a:extLst>
                </a:gridCol>
              </a:tblGrid>
              <a:tr h="886831">
                <a:tc>
                  <a:txBody>
                    <a:bodyPr/>
                    <a:lstStyle/>
                    <a:p>
                      <a:pPr>
                        <a:buNone/>
                      </a:pPr>
                      <a:r>
                        <a:rPr lang="en-US" sz="2400" b="1" cap="all" spc="150">
                          <a:solidFill>
                            <a:schemeClr val="tx1"/>
                          </a:solidFill>
                          <a:latin typeface="Arial" panose="020B0604020202020204" pitchFamily="34" charset="0"/>
                          <a:cs typeface="Arial" panose="020B0604020202020204" pitchFamily="34" charset="0"/>
                        </a:rPr>
                        <a:t>Setting</a:t>
                      </a:r>
                    </a:p>
                  </a:txBody>
                  <a:tcPr marL="99822" marR="99822" marT="99822" marB="99822"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28575" cap="flat" cmpd="sng" algn="ctr">
                      <a:solidFill>
                        <a:schemeClr val="accent1"/>
                      </a:solidFill>
                      <a:prstDash val="solid"/>
                    </a:lnB>
                    <a:noFill/>
                  </a:tcPr>
                </a:tc>
                <a:tc>
                  <a:txBody>
                    <a:bodyPr/>
                    <a:lstStyle/>
                    <a:p>
                      <a:pPr>
                        <a:buNone/>
                      </a:pPr>
                      <a:r>
                        <a:rPr lang="en-US" sz="2400" b="1" cap="all" spc="150" dirty="0">
                          <a:solidFill>
                            <a:schemeClr val="tx1"/>
                          </a:solidFill>
                          <a:latin typeface="Arial" panose="020B0604020202020204" pitchFamily="34" charset="0"/>
                          <a:cs typeface="Arial" panose="020B0604020202020204" pitchFamily="34" charset="0"/>
                        </a:rPr>
                        <a:t>Effect</a:t>
                      </a:r>
                    </a:p>
                  </a:txBody>
                  <a:tcPr marL="99822" marR="99822" marT="99822" marB="99822"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accent1"/>
                      </a:solidFill>
                      <a:prstDash val="solid"/>
                    </a:lnB>
                    <a:noFill/>
                  </a:tcPr>
                </a:tc>
                <a:extLst>
                  <a:ext uri="{0D108BD9-81ED-4DB2-BD59-A6C34878D82A}">
                    <a16:rowId xmlns:a16="http://schemas.microsoft.com/office/drawing/2014/main" val="2774516543"/>
                  </a:ext>
                </a:extLst>
              </a:tr>
              <a:tr h="695913">
                <a:tc>
                  <a:txBody>
                    <a:bodyPr/>
                    <a:lstStyle/>
                    <a:p>
                      <a:pPr>
                        <a:buNone/>
                      </a:pPr>
                      <a:r>
                        <a:rPr lang="en-US" sz="1400" b="1" cap="none" spc="0" dirty="0">
                          <a:solidFill>
                            <a:schemeClr val="tx1"/>
                          </a:solidFill>
                          <a:latin typeface="Arial" panose="020B0604020202020204" pitchFamily="34" charset="0"/>
                          <a:cs typeface="Arial" panose="020B0604020202020204" pitchFamily="34" charset="0"/>
                        </a:rPr>
                        <a:t>forks = 5</a:t>
                      </a:r>
                    </a:p>
                  </a:txBody>
                  <a:tcPr marL="99822" marR="99822" marT="99822" marB="99822" anchor="ctr">
                    <a:lnL w="12700" cap="flat" cmpd="sng" algn="ctr">
                      <a:solidFill>
                        <a:schemeClr val="tx1"/>
                      </a:solidFill>
                      <a:prstDash val="solid"/>
                      <a:round/>
                      <a:headEnd type="none" w="med" len="med"/>
                      <a:tailEnd type="none" w="med" len="me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400" cap="none" spc="0" dirty="0">
                          <a:solidFill>
                            <a:schemeClr val="tx1"/>
                          </a:solidFill>
                          <a:latin typeface="Arial" panose="020B0604020202020204" pitchFamily="34" charset="0"/>
                          <a:cs typeface="Arial" panose="020B0604020202020204" pitchFamily="34" charset="0"/>
                        </a:rPr>
                        <a:t>Default, 5 hosts at a time</a:t>
                      </a:r>
                    </a:p>
                  </a:txBody>
                  <a:tcPr marL="99822" marR="99822" marT="99822" marB="99822" anchor="ctr">
                    <a:lnL w="12700" cmpd="sng">
                      <a:noFill/>
                      <a:prstDash val="solid"/>
                    </a:lnL>
                    <a:lnR w="12700" cap="flat" cmpd="sng" algn="ctr">
                      <a:solidFill>
                        <a:schemeClr val="tx1"/>
                      </a:solidFill>
                      <a:prstDash val="solid"/>
                      <a:round/>
                      <a:headEnd type="none" w="med" len="med"/>
                      <a:tailEnd type="none" w="med" len="me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2570723365"/>
                  </a:ext>
                </a:extLst>
              </a:tr>
              <a:tr h="695913">
                <a:tc>
                  <a:txBody>
                    <a:bodyPr/>
                    <a:lstStyle/>
                    <a:p>
                      <a:pPr>
                        <a:buNone/>
                      </a:pPr>
                      <a:r>
                        <a:rPr lang="en-US" sz="1400" b="1" cap="none" spc="0" dirty="0">
                          <a:solidFill>
                            <a:schemeClr val="tx1"/>
                          </a:solidFill>
                          <a:latin typeface="Arial" panose="020B0604020202020204" pitchFamily="34" charset="0"/>
                          <a:cs typeface="Arial" panose="020B0604020202020204" pitchFamily="34" charset="0"/>
                        </a:rPr>
                        <a:t>forks = 50</a:t>
                      </a:r>
                    </a:p>
                  </a:txBody>
                  <a:tcPr marL="99822" marR="99822" marT="99822" marB="99822" anchor="ctr">
                    <a:lnL w="12700" cap="flat" cmpd="sng" algn="ctr">
                      <a:solidFill>
                        <a:schemeClr val="tx1"/>
                      </a:solidFill>
                      <a:prstDash val="solid"/>
                      <a:round/>
                      <a:headEnd type="none" w="med" len="med"/>
                      <a:tailEnd type="none" w="med" len="me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dirty="0">
                          <a:solidFill>
                            <a:schemeClr val="tx1"/>
                          </a:solidFill>
                          <a:latin typeface="Arial" panose="020B0604020202020204" pitchFamily="34" charset="0"/>
                          <a:cs typeface="Arial" panose="020B0604020202020204" pitchFamily="34" charset="0"/>
                        </a:rPr>
                        <a:t>Speeds up large deployments</a:t>
                      </a:r>
                    </a:p>
                  </a:txBody>
                  <a:tcPr marL="99822" marR="99822" marT="99822" marB="99822" anchor="ctr">
                    <a:lnL w="12700" cmpd="sng">
                      <a:noFill/>
                      <a:prstDash val="solid"/>
                    </a:lnL>
                    <a:lnR w="12700" cap="flat" cmpd="sng" algn="ctr">
                      <a:solidFill>
                        <a:schemeClr val="tx1"/>
                      </a:solidFill>
                      <a:prstDash val="solid"/>
                      <a:round/>
                      <a:headEnd type="none" w="med" len="med"/>
                      <a:tailEnd type="none" w="med" len="med"/>
                    </a:lnR>
                    <a:lnT w="6350" cap="flat" cmpd="sng" algn="ctr">
                      <a:noFill/>
                      <a:prstDash val="solid"/>
                    </a:lnT>
                    <a:lnB w="6350" cap="flat" cmpd="sng" algn="ctr">
                      <a:noFill/>
                      <a:prstDash val="solid"/>
                    </a:lnB>
                    <a:noFill/>
                  </a:tcPr>
                </a:tc>
                <a:extLst>
                  <a:ext uri="{0D108BD9-81ED-4DB2-BD59-A6C34878D82A}">
                    <a16:rowId xmlns:a16="http://schemas.microsoft.com/office/drawing/2014/main" val="887389823"/>
                  </a:ext>
                </a:extLst>
              </a:tr>
              <a:tr h="693144">
                <a:tc>
                  <a:txBody>
                    <a:bodyPr/>
                    <a:lstStyle/>
                    <a:p>
                      <a:pPr>
                        <a:buNone/>
                      </a:pPr>
                      <a:r>
                        <a:rPr lang="en-US" sz="1400" b="1" cap="none" spc="0" dirty="0">
                          <a:solidFill>
                            <a:schemeClr val="tx1"/>
                          </a:solidFill>
                          <a:latin typeface="Arial" panose="020B0604020202020204" pitchFamily="34" charset="0"/>
                          <a:cs typeface="Arial" panose="020B0604020202020204" pitchFamily="34" charset="0"/>
                        </a:rPr>
                        <a:t>Combine with serial</a:t>
                      </a:r>
                    </a:p>
                  </a:txBody>
                  <a:tcPr marL="99822" marR="99822" marT="99822" marB="99822" anchor="ctr">
                    <a:lnL w="12700" cap="flat" cmpd="sng" algn="ctr">
                      <a:solidFill>
                        <a:schemeClr val="tx1"/>
                      </a:solidFill>
                      <a:prstDash val="solid"/>
                      <a:round/>
                      <a:headEnd type="none" w="med" len="med"/>
                      <a:tailEnd type="none" w="med" len="med"/>
                    </a:lnL>
                    <a:lnR w="12700" cmpd="sng">
                      <a:noFill/>
                      <a:prstDash val="solid"/>
                    </a:lnR>
                    <a:lnT w="6350" cap="flat" cmpd="sng" algn="ctr">
                      <a:noFill/>
                      <a:prstDash val="solid"/>
                    </a:lnT>
                    <a:lnB w="12700" cap="flat" cmpd="sng" algn="ctr">
                      <a:solidFill>
                        <a:schemeClr val="tx1"/>
                      </a:solidFill>
                      <a:prstDash val="solid"/>
                      <a:round/>
                      <a:headEnd type="none" w="med" len="med"/>
                      <a:tailEnd type="none" w="med" len="med"/>
                    </a:lnB>
                    <a:noFill/>
                  </a:tcPr>
                </a:tc>
                <a:tc>
                  <a:txBody>
                    <a:bodyPr/>
                    <a:lstStyle/>
                    <a:p>
                      <a:pPr>
                        <a:buNone/>
                      </a:pPr>
                      <a:r>
                        <a:rPr lang="en-US" sz="1400" cap="none" spc="0" dirty="0">
                          <a:solidFill>
                            <a:schemeClr val="tx1"/>
                          </a:solidFill>
                          <a:latin typeface="Arial" panose="020B0604020202020204" pitchFamily="34" charset="0"/>
                          <a:cs typeface="Arial" panose="020B0604020202020204" pitchFamily="34" charset="0"/>
                        </a:rPr>
                        <a:t>Safe rolling updates</a:t>
                      </a:r>
                    </a:p>
                  </a:txBody>
                  <a:tcPr marL="99822" marR="99822" marT="99822" marB="99822" anchor="ctr">
                    <a:lnL w="12700" cmpd="sng">
                      <a:noFill/>
                      <a:prstDash val="solid"/>
                    </a:lnL>
                    <a:lnR w="12700" cap="flat" cmpd="sng" algn="ctr">
                      <a:solidFill>
                        <a:schemeClr val="tx1"/>
                      </a:solidFill>
                      <a:prstDash val="solid"/>
                      <a:round/>
                      <a:headEnd type="none" w="med" len="med"/>
                      <a:tailEnd type="none" w="med" len="med"/>
                    </a:lnR>
                    <a:lnT w="6350" cap="flat" cmpd="sng" algn="ctr">
                      <a:noFill/>
                      <a:prstDash val="soli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911665"/>
                  </a:ext>
                </a:extLst>
              </a:tr>
            </a:tbl>
          </a:graphicData>
        </a:graphic>
      </p:graphicFrame>
      <p:sp>
        <p:nvSpPr>
          <p:cNvPr id="7" name="TextBox 6">
            <a:extLst>
              <a:ext uri="{FF2B5EF4-FFF2-40B4-BE49-F238E27FC236}">
                <a16:creationId xmlns:a16="http://schemas.microsoft.com/office/drawing/2014/main" id="{2F2D124F-0016-BBFB-A472-CBAECA6A17B5}"/>
              </a:ext>
            </a:extLst>
          </p:cNvPr>
          <p:cNvSpPr txBox="1"/>
          <p:nvPr/>
        </p:nvSpPr>
        <p:spPr>
          <a:xfrm>
            <a:off x="152400" y="1524000"/>
            <a:ext cx="6400800" cy="507831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1800" b="1" dirty="0">
                <a:effectLst/>
                <a:latin typeface="Consolas" panose="020B0609020204030204" pitchFamily="49" charset="0"/>
              </a:rPr>
              <a:t>What is forks and Why Use It?</a:t>
            </a:r>
            <a:endParaRPr lang="en-US" sz="1400" dirty="0">
              <a:effectLst/>
              <a:latin typeface="Arial" panose="020B0604020202020204" pitchFamily="34" charset="0"/>
            </a:endParaRPr>
          </a:p>
          <a:p>
            <a:pPr>
              <a:buNone/>
            </a:pPr>
            <a:r>
              <a:rPr lang="en-US" sz="1800" dirty="0">
                <a:effectLst/>
                <a:latin typeface="Consolas" panose="020B0609020204030204" pitchFamily="49" charset="0"/>
              </a:rPr>
              <a:t>forks is a setting in ansible.cfg that controls how many hosts Ansible can manage in parallel.</a:t>
            </a:r>
            <a:endParaRPr lang="en-US" sz="1400" dirty="0">
              <a:effectLst/>
              <a:latin typeface="Arial" panose="020B0604020202020204" pitchFamily="34" charset="0"/>
            </a:endParaRPr>
          </a:p>
          <a:p>
            <a:pPr>
              <a:buNone/>
            </a:pPr>
            <a:r>
              <a:rPr lang="en-US" sz="1800" b="1" dirty="0">
                <a:effectLst/>
                <a:latin typeface="Consolas" panose="020B0609020204030204" pitchFamily="49" charset="0"/>
              </a:rPr>
              <a:t>Default Behavior</a:t>
            </a:r>
            <a:endParaRPr lang="en-US" sz="1400" dirty="0">
              <a:effectLst/>
              <a:latin typeface="Arial" panose="020B0604020202020204" pitchFamily="34" charset="0"/>
            </a:endParaRPr>
          </a:p>
          <a:p>
            <a:pPr>
              <a:buNone/>
            </a:pPr>
            <a:r>
              <a:rPr lang="en-US" sz="1800" dirty="0">
                <a:effectLst/>
                <a:latin typeface="Consolas" panose="020B0609020204030204" pitchFamily="49" charset="0"/>
              </a:rPr>
              <a:t>Default forks = 5.</a:t>
            </a:r>
            <a:endParaRPr lang="en-US" sz="1400" dirty="0">
              <a:effectLst/>
              <a:latin typeface="Arial" panose="020B0604020202020204" pitchFamily="34" charset="0"/>
            </a:endParaRPr>
          </a:p>
          <a:p>
            <a:pPr>
              <a:buNone/>
            </a:pPr>
            <a:r>
              <a:rPr lang="en-US" sz="1800" dirty="0">
                <a:effectLst/>
                <a:latin typeface="Consolas" panose="020B0609020204030204" pitchFamily="49" charset="0"/>
              </a:rPr>
              <a:t>This means Ansible runs tasks on 5 hosts at a time.</a:t>
            </a:r>
            <a:endParaRPr lang="en-US" sz="1400" dirty="0">
              <a:effectLst/>
              <a:latin typeface="Arial" panose="020B0604020202020204" pitchFamily="34" charset="0"/>
            </a:endParaRPr>
          </a:p>
          <a:p>
            <a:pPr>
              <a:buNone/>
            </a:pPr>
            <a:r>
              <a:rPr lang="en-US" sz="1800" b="1" dirty="0">
                <a:effectLst/>
                <a:latin typeface="Consolas" panose="020B0609020204030204" pitchFamily="49" charset="0"/>
              </a:rPr>
              <a:t>Why Increase forks?</a:t>
            </a:r>
            <a:endParaRPr lang="en-US" sz="1400" dirty="0">
              <a:effectLst/>
              <a:latin typeface="Arial" panose="020B0604020202020204" pitchFamily="34" charset="0"/>
            </a:endParaRPr>
          </a:p>
          <a:p>
            <a:pPr>
              <a:buNone/>
            </a:pPr>
            <a:r>
              <a:rPr lang="en-US" sz="1800" dirty="0">
                <a:effectLst/>
                <a:latin typeface="Consolas" panose="020B0609020204030204" pitchFamily="49" charset="0"/>
              </a:rPr>
              <a:t>If you have hundreds of servers, 5 at a time is too slow.</a:t>
            </a:r>
            <a:endParaRPr lang="en-US" sz="1400" dirty="0">
              <a:effectLst/>
              <a:latin typeface="Arial" panose="020B0604020202020204" pitchFamily="34" charset="0"/>
            </a:endParaRPr>
          </a:p>
          <a:p>
            <a:pPr>
              <a:buNone/>
            </a:pPr>
            <a:r>
              <a:rPr lang="en-US" sz="1800" dirty="0">
                <a:effectLst/>
                <a:latin typeface="Consolas" panose="020B0609020204030204" pitchFamily="49" charset="0"/>
              </a:rPr>
              <a:t>Increasing forks (e.g., 20, 50, 100) speeds up execution significantly.</a:t>
            </a:r>
            <a:endParaRPr lang="en-US" sz="1400" dirty="0">
              <a:effectLst/>
              <a:latin typeface="Arial" panose="020B0604020202020204" pitchFamily="34" charset="0"/>
            </a:endParaRPr>
          </a:p>
          <a:p>
            <a:pPr>
              <a:buNone/>
            </a:pPr>
            <a:r>
              <a:rPr lang="en-US" sz="1800" dirty="0">
                <a:effectLst/>
                <a:latin typeface="Consolas" panose="020B0609020204030204" pitchFamily="49" charset="0"/>
              </a:rPr>
              <a:t>How to Set It</a:t>
            </a:r>
            <a:endParaRPr lang="en-US" sz="1400" dirty="0">
              <a:effectLst/>
              <a:latin typeface="Arial" panose="020B0604020202020204" pitchFamily="34" charset="0"/>
            </a:endParaRPr>
          </a:p>
          <a:p>
            <a:pPr>
              <a:buNone/>
            </a:pPr>
            <a:r>
              <a:rPr lang="en-US" sz="1800" dirty="0">
                <a:effectLst/>
                <a:latin typeface="Consolas" panose="020B0609020204030204" pitchFamily="49" charset="0"/>
              </a:rPr>
              <a:t>In ansible.cfg:</a:t>
            </a:r>
            <a:endParaRPr lang="en-US" sz="1400" dirty="0">
              <a:effectLst/>
              <a:latin typeface="Arial" panose="020B0604020202020204" pitchFamily="34" charset="0"/>
            </a:endParaRPr>
          </a:p>
          <a:p>
            <a:pPr>
              <a:buNone/>
            </a:pPr>
            <a:r>
              <a:rPr lang="en-US" sz="1800" b="1" dirty="0">
                <a:effectLst/>
                <a:latin typeface="Consolas" panose="020B0609020204030204" pitchFamily="49" charset="0"/>
              </a:rPr>
              <a:t>[defaults]</a:t>
            </a:r>
            <a:endParaRPr lang="en-US" sz="1400" b="1" dirty="0">
              <a:effectLst/>
              <a:latin typeface="Arial" panose="020B0604020202020204" pitchFamily="34" charset="0"/>
            </a:endParaRPr>
          </a:p>
          <a:p>
            <a:pPr>
              <a:buNone/>
            </a:pPr>
            <a:r>
              <a:rPr lang="en-US" sz="1800" b="1" dirty="0">
                <a:effectLst/>
                <a:latin typeface="Consolas" panose="020B0609020204030204" pitchFamily="49" charset="0"/>
              </a:rPr>
              <a:t>forks = 50</a:t>
            </a:r>
            <a:endParaRPr lang="en-US" sz="1400" b="1" dirty="0">
              <a:effectLst/>
              <a:latin typeface="Arial" panose="020B0604020202020204" pitchFamily="34" charset="0"/>
            </a:endParaRPr>
          </a:p>
          <a:p>
            <a:pPr>
              <a:buNone/>
            </a:pPr>
            <a:r>
              <a:rPr lang="en-US" sz="1800" dirty="0">
                <a:effectLst/>
                <a:latin typeface="Consolas" panose="020B0609020204030204" pitchFamily="49" charset="0"/>
              </a:rPr>
              <a:t>Or via CLI:</a:t>
            </a:r>
            <a:endParaRPr lang="en-US" sz="1400" dirty="0">
              <a:effectLst/>
              <a:latin typeface="Arial" panose="020B0604020202020204" pitchFamily="34" charset="0"/>
            </a:endParaRPr>
          </a:p>
          <a:p>
            <a:pPr>
              <a:buNone/>
            </a:pPr>
            <a:r>
              <a:rPr lang="en-US" sz="1800" b="1" dirty="0">
                <a:effectLst/>
                <a:latin typeface="Consolas" panose="020B0609020204030204" pitchFamily="49" charset="0"/>
              </a:rPr>
              <a:t>ansible-playbook &lt;</a:t>
            </a:r>
            <a:r>
              <a:rPr lang="en-US" sz="1800" b="1" dirty="0" err="1">
                <a:effectLst/>
                <a:latin typeface="Consolas" panose="020B0609020204030204" pitchFamily="49" charset="0"/>
              </a:rPr>
              <a:t>playbookname.yaml</a:t>
            </a:r>
            <a:r>
              <a:rPr lang="en-US" sz="1800" b="1" dirty="0">
                <a:effectLst/>
                <a:latin typeface="Consolas" panose="020B0609020204030204" pitchFamily="49" charset="0"/>
              </a:rPr>
              <a:t> --forks 50</a:t>
            </a:r>
            <a:endParaRPr lang="en-US" sz="1400" b="1" dirty="0">
              <a:effectLst/>
              <a:latin typeface="Arial" panose="020B0604020202020204" pitchFamily="34" charset="0"/>
            </a:endParaRPr>
          </a:p>
        </p:txBody>
      </p:sp>
      <p:pic>
        <p:nvPicPr>
          <p:cNvPr id="10" name="Picture 9" descr="A logo with a letter in a circle&#10;&#10;AI-generated content may be incorrect.">
            <a:extLst>
              <a:ext uri="{FF2B5EF4-FFF2-40B4-BE49-F238E27FC236}">
                <a16:creationId xmlns:a16="http://schemas.microsoft.com/office/drawing/2014/main" id="{9336CB64-E94D-3B5F-BAFB-693E2EEBF2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9139" y="-56138"/>
            <a:ext cx="2192861" cy="1038290"/>
          </a:xfrm>
          <a:prstGeom prst="rect">
            <a:avLst/>
          </a:prstGeom>
        </p:spPr>
      </p:pic>
    </p:spTree>
    <p:extLst>
      <p:ext uri="{BB962C8B-B14F-4D97-AF65-F5344CB8AC3E}">
        <p14:creationId xmlns:p14="http://schemas.microsoft.com/office/powerpoint/2010/main" val="362616897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with a letter in a circle&#10;&#10;AI-generated content may be incorrect.">
            <a:extLst>
              <a:ext uri="{FF2B5EF4-FFF2-40B4-BE49-F238E27FC236}">
                <a16:creationId xmlns:a16="http://schemas.microsoft.com/office/drawing/2014/main" id="{F5C6638D-796A-6326-0230-77BFAEA7B3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7490" y="-30480"/>
            <a:ext cx="1503466" cy="1514856"/>
          </a:xfrm>
          <a:prstGeom prst="rect">
            <a:avLst/>
          </a:prstGeom>
          <a:noFill/>
        </p:spPr>
      </p:pic>
      <p:sp>
        <p:nvSpPr>
          <p:cNvPr id="2" name="Title 1">
            <a:extLst>
              <a:ext uri="{FF2B5EF4-FFF2-40B4-BE49-F238E27FC236}">
                <a16:creationId xmlns:a16="http://schemas.microsoft.com/office/drawing/2014/main" id="{418AFBB2-407D-6F40-C527-40D7D03732B2}"/>
              </a:ext>
            </a:extLst>
          </p:cNvPr>
          <p:cNvSpPr>
            <a:spLocks noGrp="1"/>
          </p:cNvSpPr>
          <p:nvPr>
            <p:ph type="ctrTitle"/>
          </p:nvPr>
        </p:nvSpPr>
        <p:spPr>
          <a:xfrm>
            <a:off x="198120" y="2438400"/>
            <a:ext cx="5897880" cy="4258956"/>
          </a:xfrm>
        </p:spPr>
        <p:txBody>
          <a:bodyPr anchor="b">
            <a:normAutofit/>
          </a:bodyPr>
          <a:lstStyle/>
          <a:p>
            <a:r>
              <a:rPr lang="en-US" dirty="0"/>
              <a:t>Real-Life Example</a:t>
            </a:r>
          </a:p>
        </p:txBody>
      </p:sp>
    </p:spTree>
    <p:extLst>
      <p:ext uri="{BB962C8B-B14F-4D97-AF65-F5344CB8AC3E}">
        <p14:creationId xmlns:p14="http://schemas.microsoft.com/office/powerpoint/2010/main" val="4240962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bstract of server room in data center">
            <a:extLst>
              <a:ext uri="{FF2B5EF4-FFF2-40B4-BE49-F238E27FC236}">
                <a16:creationId xmlns:a16="http://schemas.microsoft.com/office/drawing/2014/main" id="{153C4C48-29FD-46B8-B262-A43D273D9A6C}"/>
              </a:ext>
            </a:extLst>
          </p:cNvPr>
          <p:cNvPicPr>
            <a:picLocks noGrp="1" noChangeAspect="1"/>
          </p:cNvPicPr>
          <p:nvPr>
            <p:ph type="pic" sz="quarter" idx="13"/>
          </p:nvPr>
        </p:nvPicPr>
        <p:blipFill>
          <a:blip r:embed="rId3"/>
          <a:srcRect l="11855" r="23440" b="2"/>
          <a:stretch>
            <a:fillRect/>
          </a:stretch>
        </p:blipFill>
        <p:spPr>
          <a:xfrm>
            <a:off x="20" y="1"/>
            <a:ext cx="4800580" cy="4822372"/>
          </a:xfrm>
        </p:spPr>
      </p:pic>
      <p:sp>
        <p:nvSpPr>
          <p:cNvPr id="2" name="Title 1">
            <a:extLst>
              <a:ext uri="{FF2B5EF4-FFF2-40B4-BE49-F238E27FC236}">
                <a16:creationId xmlns:a16="http://schemas.microsoft.com/office/drawing/2014/main" id="{9C7750C1-49C7-68A5-6BA2-BC0ED5CC5337}"/>
              </a:ext>
            </a:extLst>
          </p:cNvPr>
          <p:cNvSpPr>
            <a:spLocks noGrp="1"/>
          </p:cNvSpPr>
          <p:nvPr>
            <p:ph type="title"/>
          </p:nvPr>
        </p:nvSpPr>
        <p:spPr>
          <a:xfrm>
            <a:off x="1002085" y="4374100"/>
            <a:ext cx="3897905" cy="1380814"/>
          </a:xfrm>
        </p:spPr>
        <p:txBody>
          <a:bodyPr anchor="t">
            <a:normAutofit/>
          </a:bodyPr>
          <a:lstStyle/>
          <a:p>
            <a:r>
              <a:rPr lang="en-US"/>
              <a:t>Patching 500 Servers</a:t>
            </a:r>
          </a:p>
        </p:txBody>
      </p:sp>
      <p:sp>
        <p:nvSpPr>
          <p:cNvPr id="4" name="Content Placeholder 3">
            <a:extLst>
              <a:ext uri="{FF2B5EF4-FFF2-40B4-BE49-F238E27FC236}">
                <a16:creationId xmlns:a16="http://schemas.microsoft.com/office/drawing/2014/main" id="{61F8CC8D-028F-4FF9-F605-88DB56DB396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style>
          <a:lnRef idx="2">
            <a:schemeClr val="accent1"/>
          </a:lnRef>
          <a:fillRef idx="1">
            <a:schemeClr val="lt1"/>
          </a:fillRef>
          <a:effectRef idx="0">
            <a:schemeClr val="accent1"/>
          </a:effectRef>
          <a:fontRef idx="minor">
            <a:schemeClr val="dk1"/>
          </a:fontRef>
        </p:style>
        <p:txBody>
          <a:bodyPr>
            <a:noAutofit/>
          </a:bodyPr>
          <a:lstStyle/>
          <a:p>
            <a:pPr marL="0" indent="0">
              <a:spcBef>
                <a:spcPts val="2500"/>
              </a:spcBef>
              <a:buFont typeface="Arial" panose="020B0604020202020204" pitchFamily="34" charset="0"/>
              <a:buNone/>
            </a:pPr>
            <a:r>
              <a:rPr lang="en-US" sz="1800" b="1" dirty="0"/>
              <a:t>Sequential Patching</a:t>
            </a:r>
          </a:p>
          <a:p>
            <a:pPr marL="0" lvl="1" indent="0">
              <a:buFont typeface="Arial" panose="020B0604020202020204" pitchFamily="34" charset="0"/>
              <a:buNone/>
            </a:pPr>
            <a:r>
              <a:rPr sz="1800" dirty="0"/>
              <a:t>Patching 500 servers sequentially takes hours, as each server is updated one after another.</a:t>
            </a:r>
            <a:endParaRPr lang="en-US" sz="1800" dirty="0"/>
          </a:p>
          <a:p>
            <a:pPr marL="0" indent="0">
              <a:spcBef>
                <a:spcPts val="2500"/>
              </a:spcBef>
              <a:buFont typeface="Arial" panose="020B0604020202020204" pitchFamily="34" charset="0"/>
              <a:buNone/>
            </a:pPr>
            <a:r>
              <a:rPr lang="en-US" sz="1800" b="1" dirty="0"/>
              <a:t>Forks for Parallel Patching</a:t>
            </a:r>
          </a:p>
          <a:p>
            <a:pPr marL="0" lvl="1" indent="0">
              <a:buFont typeface="Arial" panose="020B0604020202020204" pitchFamily="34" charset="0"/>
              <a:buNone/>
            </a:pPr>
            <a:r>
              <a:rPr sz="1800" dirty="0"/>
              <a:t>Using forks patches 50 servers simultaneously, reducing total patching time to minutes.</a:t>
            </a:r>
            <a:endParaRPr lang="en-US" sz="1800" dirty="0"/>
          </a:p>
          <a:p>
            <a:pPr marL="0" indent="0">
              <a:spcBef>
                <a:spcPts val="2500"/>
              </a:spcBef>
              <a:buFont typeface="Arial" panose="020B0604020202020204" pitchFamily="34" charset="0"/>
              <a:buNone/>
            </a:pPr>
            <a:r>
              <a:rPr lang="en-US" sz="1800" b="1" dirty="0"/>
              <a:t>Serial Batches for Safety</a:t>
            </a:r>
          </a:p>
          <a:p>
            <a:pPr marL="0" lvl="1" indent="0">
              <a:buFont typeface="Arial" panose="020B0604020202020204" pitchFamily="34" charset="0"/>
              <a:buNone/>
            </a:pPr>
            <a:r>
              <a:rPr sz="1800" dirty="0"/>
              <a:t>Serial execution patches 10 servers per batch, providing a safe rolling update approach.</a:t>
            </a:r>
            <a:endParaRPr lang="en-US" sz="1800" dirty="0"/>
          </a:p>
          <a:p>
            <a:pPr marL="0" indent="0">
              <a:spcBef>
                <a:spcPts val="2500"/>
              </a:spcBef>
              <a:buFont typeface="Arial" panose="020B0604020202020204" pitchFamily="34" charset="0"/>
              <a:buNone/>
            </a:pPr>
            <a:r>
              <a:rPr lang="en-US" sz="1800" b="1" dirty="0"/>
              <a:t>Combining Strategies</a:t>
            </a:r>
          </a:p>
          <a:p>
            <a:pPr marL="0" lvl="1" indent="0">
              <a:buFont typeface="Arial" panose="020B0604020202020204" pitchFamily="34" charset="0"/>
              <a:buNone/>
            </a:pPr>
            <a:r>
              <a:rPr sz="1800" dirty="0"/>
              <a:t>Combining forks and serial batches balances speed and reliability for large-scale automation.</a:t>
            </a:r>
            <a:endParaRPr lang="en-US" sz="1800" dirty="0"/>
          </a:p>
        </p:txBody>
      </p:sp>
      <p:sp>
        <p:nvSpPr>
          <p:cNvPr id="7" name="Slide Number Placeholder 6">
            <a:extLst>
              <a:ext uri="{FF2B5EF4-FFF2-40B4-BE49-F238E27FC236}">
                <a16:creationId xmlns:a16="http://schemas.microsoft.com/office/drawing/2014/main" id="{B1DB8D16-91CD-BDB3-3F05-B90586AA8793}"/>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17</a:t>
            </a:fld>
            <a:endParaRPr lang="en-US"/>
          </a:p>
        </p:txBody>
      </p:sp>
      <p:pic>
        <p:nvPicPr>
          <p:cNvPr id="9" name="Picture 8" descr="A logo with a letter in a circle&#10;&#10;AI-generated content may be incorrect.">
            <a:extLst>
              <a:ext uri="{FF2B5EF4-FFF2-40B4-BE49-F238E27FC236}">
                <a16:creationId xmlns:a16="http://schemas.microsoft.com/office/drawing/2014/main" id="{D1EDE0C3-7FB2-3710-FB1F-E0D0D2D918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99119" y="0"/>
            <a:ext cx="2192861" cy="1038290"/>
          </a:xfrm>
          <a:prstGeom prst="rect">
            <a:avLst/>
          </a:prstGeom>
        </p:spPr>
      </p:pic>
    </p:spTree>
    <p:extLst>
      <p:ext uri="{BB962C8B-B14F-4D97-AF65-F5344CB8AC3E}">
        <p14:creationId xmlns:p14="http://schemas.microsoft.com/office/powerpoint/2010/main" val="3963005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Experience" id="{F3C6FDEA-AE41-472D-8E81-2DA7CC66D099}" vid="{5D82712B-855B-4627-96FB-F7C927B9DD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E7D331F-9E03-42FF-A5D8-8CA51554CE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566138A-5333-4F8F-852B-472D6D0F0B7A}">
  <ds:schemaRefs>
    <ds:schemaRef ds:uri="http://schemas.microsoft.com/sharepoint/v3/contenttype/forms"/>
  </ds:schemaRefs>
</ds:datastoreItem>
</file>

<file path=customXml/itemProps3.xml><?xml version="1.0" encoding="utf-8"?>
<ds:datastoreItem xmlns:ds="http://schemas.openxmlformats.org/officeDocument/2006/customXml" ds:itemID="{1FBC0E98-53B2-45AC-A2D3-5CB4F53EE9F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85</TotalTime>
  <Words>1367</Words>
  <Application>Microsoft Office PowerPoint</Application>
  <PresentationFormat>Widescreen</PresentationFormat>
  <Paragraphs>141</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Consolas</vt:lpstr>
      <vt:lpstr>Oswald SemiBold</vt:lpstr>
      <vt:lpstr>Univers Condensed Light</vt:lpstr>
      <vt:lpstr>Orange experience</vt:lpstr>
      <vt:lpstr>Ansible Execution Strategies: Async, Serial &amp; Parallel</vt:lpstr>
      <vt:lpstr>Introduction</vt:lpstr>
      <vt:lpstr>Welcome and Overview</vt:lpstr>
      <vt:lpstr>Why Execution Strategy Matters</vt:lpstr>
      <vt:lpstr>Impact on Infrastructure</vt:lpstr>
      <vt:lpstr>Parallel Execution</vt:lpstr>
      <vt:lpstr>Default Behavior and Utility</vt:lpstr>
      <vt:lpstr>Serial Execution</vt:lpstr>
      <vt:lpstr>Controlled Rollouts</vt:lpstr>
      <vt:lpstr>Asynchronous Execution</vt:lpstr>
      <vt:lpstr>Non-blocking Tasks</vt:lpstr>
      <vt:lpstr>Why These Are Critical in Real Life</vt:lpstr>
      <vt:lpstr>Enterprise Importance</vt:lpstr>
      <vt:lpstr>Forks Explained</vt:lpstr>
      <vt:lpstr>Configuration and Best Practices</vt:lpstr>
      <vt:lpstr>Real-Life Example</vt:lpstr>
      <vt:lpstr>Patching 500 Servers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 Soumyendu</dc:creator>
  <cp:lastModifiedBy>Pal, Soumyendu</cp:lastModifiedBy>
  <cp:revision>2</cp:revision>
  <dcterms:created xsi:type="dcterms:W3CDTF">2025-08-04T23:28:37Z</dcterms:created>
  <dcterms:modified xsi:type="dcterms:W3CDTF">2026-01-04T04:04:24Z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