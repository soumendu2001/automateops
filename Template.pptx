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heme/themeOverride1.xml" ContentType="application/vnd.openxmlformats-officedocument.themeOverr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5"/>
  </p:notesMasterIdLst>
  <p:sldIdLst>
    <p:sldId id="2561" r:id="rId5"/>
    <p:sldId id="2562" r:id="rId6"/>
    <p:sldId id="2563" r:id="rId7"/>
    <p:sldId id="2564" r:id="rId8"/>
    <p:sldId id="2568" r:id="rId9"/>
    <p:sldId id="2629" r:id="rId10"/>
    <p:sldId id="2570" r:id="rId11"/>
    <p:sldId id="2630" r:id="rId12"/>
    <p:sldId id="2572" r:id="rId13"/>
    <p:sldId id="262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E8B27B4-979D-4BCD-BB65-E13FFAA7FAA0}" v="4" dt="2025-12-21T05:12:21.56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p:cViewPr varScale="1">
        <p:scale>
          <a:sx n="74" d="100"/>
          <a:sy n="74" d="100"/>
        </p:scale>
        <p:origin x="376" y="68"/>
      </p:cViewPr>
      <p:guideLst/>
    </p:cSldViewPr>
  </p:slideViewPr>
  <p:notesTextViewPr>
    <p:cViewPr>
      <p:scale>
        <a:sx n="3" d="2"/>
        <a:sy n="3" d="2"/>
      </p:scale>
      <p:origin x="0" y="0"/>
    </p:cViewPr>
  </p:notesTextViewPr>
  <p:notesViewPr>
    <p:cSldViewPr>
      <p:cViewPr varScale="1">
        <p:scale>
          <a:sx n="56" d="100"/>
          <a:sy n="56" d="100"/>
        </p:scale>
        <p:origin x="2588" y="5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l, Soumyendu" userId="68503d3d-ac8d-4828-9c3f-abc5a97f3674" providerId="ADAL" clId="{92440D97-2063-49B4-9BF5-3A22B04E4F12}"/>
    <pc:docChg chg="undo custSel addSld delSld modSld">
      <pc:chgData name="Pal, Soumyendu" userId="68503d3d-ac8d-4828-9c3f-abc5a97f3674" providerId="ADAL" clId="{92440D97-2063-49B4-9BF5-3A22B04E4F12}" dt="2025-12-21T05:13:35.349" v="550" actId="1035"/>
      <pc:docMkLst>
        <pc:docMk/>
      </pc:docMkLst>
      <pc:sldChg chg="addSp delSp modSp mod">
        <pc:chgData name="Pal, Soumyendu" userId="68503d3d-ac8d-4828-9c3f-abc5a97f3674" providerId="ADAL" clId="{92440D97-2063-49B4-9BF5-3A22B04E4F12}" dt="2025-12-09T04:33:01.339" v="205" actId="1036"/>
        <pc:sldMkLst>
          <pc:docMk/>
          <pc:sldMk cId="3910989340" sldId="2561"/>
        </pc:sldMkLst>
        <pc:spChg chg="mod">
          <ac:chgData name="Pal, Soumyendu" userId="68503d3d-ac8d-4828-9c3f-abc5a97f3674" providerId="ADAL" clId="{92440D97-2063-49B4-9BF5-3A22B04E4F12}" dt="2025-12-08T12:01:00.239" v="154" actId="404"/>
          <ac:spMkLst>
            <pc:docMk/>
            <pc:sldMk cId="3910989340" sldId="2561"/>
            <ac:spMk id="2" creationId="{E51E76DF-1920-EC34-6C47-E670217EC2A9}"/>
          </ac:spMkLst>
        </pc:spChg>
        <pc:spChg chg="mod">
          <ac:chgData name="Pal, Soumyendu" userId="68503d3d-ac8d-4828-9c3f-abc5a97f3674" providerId="ADAL" clId="{92440D97-2063-49B4-9BF5-3A22B04E4F12}" dt="2025-12-09T04:33:01.339" v="205" actId="1036"/>
          <ac:spMkLst>
            <pc:docMk/>
            <pc:sldMk cId="3910989340" sldId="2561"/>
            <ac:spMk id="3" creationId="{3B26EAA5-8D3D-4EE1-1EFF-231F609B27F9}"/>
          </ac:spMkLst>
        </pc:spChg>
        <pc:spChg chg="mod">
          <ac:chgData name="Pal, Soumyendu" userId="68503d3d-ac8d-4828-9c3f-abc5a97f3674" providerId="ADAL" clId="{92440D97-2063-49B4-9BF5-3A22B04E4F12}" dt="2025-12-08T11:57:55.535" v="11" actId="1076"/>
          <ac:spMkLst>
            <pc:docMk/>
            <pc:sldMk cId="3910989340" sldId="2561"/>
            <ac:spMk id="4" creationId="{8D0BD359-926E-C81E-54CC-989D68A24A44}"/>
          </ac:spMkLst>
        </pc:spChg>
        <pc:spChg chg="add mod">
          <ac:chgData name="Pal, Soumyendu" userId="68503d3d-ac8d-4828-9c3f-abc5a97f3674" providerId="ADAL" clId="{92440D97-2063-49B4-9BF5-3A22B04E4F12}" dt="2025-12-08T11:59:07.940" v="124" actId="14100"/>
          <ac:spMkLst>
            <pc:docMk/>
            <pc:sldMk cId="3910989340" sldId="2561"/>
            <ac:spMk id="7" creationId="{0FCB9A4C-8969-5E83-5340-D4A147D6EDEC}"/>
          </ac:spMkLst>
        </pc:spChg>
      </pc:sldChg>
      <pc:sldChg chg="modSp mod">
        <pc:chgData name="Pal, Soumyendu" userId="68503d3d-ac8d-4828-9c3f-abc5a97f3674" providerId="ADAL" clId="{92440D97-2063-49B4-9BF5-3A22B04E4F12}" dt="2025-12-21T05:13:35.349" v="550" actId="1035"/>
        <pc:sldMkLst>
          <pc:docMk/>
          <pc:sldMk cId="872450590" sldId="2563"/>
        </pc:sldMkLst>
        <pc:spChg chg="mod">
          <ac:chgData name="Pal, Soumyendu" userId="68503d3d-ac8d-4828-9c3f-abc5a97f3674" providerId="ADAL" clId="{92440D97-2063-49B4-9BF5-3A22B04E4F12}" dt="2025-12-21T05:13:35.349" v="550" actId="1035"/>
          <ac:spMkLst>
            <pc:docMk/>
            <pc:sldMk cId="872450590" sldId="2563"/>
            <ac:spMk id="2" creationId="{2D3C6878-AB48-D92C-9432-85A282DEF3C7}"/>
          </ac:spMkLst>
        </pc:spChg>
        <pc:graphicFrameChg chg="mod modGraphic">
          <ac:chgData name="Pal, Soumyendu" userId="68503d3d-ac8d-4828-9c3f-abc5a97f3674" providerId="ADAL" clId="{92440D97-2063-49B4-9BF5-3A22B04E4F12}" dt="2025-12-09T04:31:43.662" v="197" actId="255"/>
          <ac:graphicFrameMkLst>
            <pc:docMk/>
            <pc:sldMk cId="872450590" sldId="2563"/>
            <ac:graphicFrameMk id="12" creationId="{83045BD1-416B-07DE-0586-A01C4C31F405}"/>
          </ac:graphicFrameMkLst>
        </pc:graphicFrameChg>
      </pc:sldChg>
      <pc:sldChg chg="modSp mod">
        <pc:chgData name="Pal, Soumyendu" userId="68503d3d-ac8d-4828-9c3f-abc5a97f3674" providerId="ADAL" clId="{92440D97-2063-49B4-9BF5-3A22B04E4F12}" dt="2025-12-08T12:00:19.710" v="151" actId="6549"/>
        <pc:sldMkLst>
          <pc:docMk/>
          <pc:sldMk cId="4070165032" sldId="2564"/>
        </pc:sldMkLst>
        <pc:spChg chg="mod">
          <ac:chgData name="Pal, Soumyendu" userId="68503d3d-ac8d-4828-9c3f-abc5a97f3674" providerId="ADAL" clId="{92440D97-2063-49B4-9BF5-3A22B04E4F12}" dt="2025-12-08T12:00:19.710" v="151" actId="6549"/>
          <ac:spMkLst>
            <pc:docMk/>
            <pc:sldMk cId="4070165032" sldId="2564"/>
            <ac:spMk id="20" creationId="{7BC300D1-FBF7-95A5-F22A-31DB51A9028E}"/>
          </ac:spMkLst>
        </pc:spChg>
      </pc:sldChg>
      <pc:sldChg chg="addSp delSp modSp mod">
        <pc:chgData name="Pal, Soumyendu" userId="68503d3d-ac8d-4828-9c3f-abc5a97f3674" providerId="ADAL" clId="{92440D97-2063-49B4-9BF5-3A22B04E4F12}" dt="2025-12-21T05:13:10.717" v="547" actId="113"/>
        <pc:sldMkLst>
          <pc:docMk/>
          <pc:sldMk cId="641359961" sldId="2572"/>
        </pc:sldMkLst>
        <pc:spChg chg="add mod">
          <ac:chgData name="Pal, Soumyendu" userId="68503d3d-ac8d-4828-9c3f-abc5a97f3674" providerId="ADAL" clId="{92440D97-2063-49B4-9BF5-3A22B04E4F12}" dt="2025-12-21T05:13:10.717" v="547" actId="113"/>
          <ac:spMkLst>
            <pc:docMk/>
            <pc:sldMk cId="641359961" sldId="2572"/>
            <ac:spMk id="3" creationId="{A3035683-12B0-4D38-09C9-5140D94A3C54}"/>
          </ac:spMkLst>
        </pc:spChg>
      </pc:sldChg>
      <pc:sldChg chg="modSp mod">
        <pc:chgData name="Pal, Soumyendu" userId="68503d3d-ac8d-4828-9c3f-abc5a97f3674" providerId="ADAL" clId="{92440D97-2063-49B4-9BF5-3A22B04E4F12}" dt="2025-12-09T04:17:43.835" v="156" actId="208"/>
        <pc:sldMkLst>
          <pc:docMk/>
          <pc:sldMk cId="0" sldId="2622"/>
        </pc:sldMkLst>
        <pc:spChg chg="mod">
          <ac:chgData name="Pal, Soumyendu" userId="68503d3d-ac8d-4828-9c3f-abc5a97f3674" providerId="ADAL" clId="{92440D97-2063-49B4-9BF5-3A22B04E4F12}" dt="2025-12-08T11:57:08.121" v="4" actId="113"/>
          <ac:spMkLst>
            <pc:docMk/>
            <pc:sldMk cId="0" sldId="2622"/>
            <ac:spMk id="8" creationId="{754B0E55-7B88-B9EE-885B-547C7CA93A20}"/>
          </ac:spMkLst>
        </pc:spChg>
        <pc:picChg chg="mod">
          <ac:chgData name="Pal, Soumyendu" userId="68503d3d-ac8d-4828-9c3f-abc5a97f3674" providerId="ADAL" clId="{92440D97-2063-49B4-9BF5-3A22B04E4F12}" dt="2025-12-09T04:17:43.835" v="156" actId="208"/>
          <ac:picMkLst>
            <pc:docMk/>
            <pc:sldMk cId="0" sldId="2622"/>
            <ac:picMk id="6" creationId="{BE0629B5-F07A-CA55-EE8E-D14CAC33ED2D}"/>
          </ac:picMkLst>
        </pc:picChg>
      </pc:sldChg>
      <pc:sldChg chg="addSp delSp modSp add mod">
        <pc:chgData name="Pal, Soumyendu" userId="68503d3d-ac8d-4828-9c3f-abc5a97f3674" providerId="ADAL" clId="{92440D97-2063-49B4-9BF5-3A22B04E4F12}" dt="2025-12-21T05:12:31.638" v="513" actId="255"/>
        <pc:sldMkLst>
          <pc:docMk/>
          <pc:sldMk cId="3945445908" sldId="2630"/>
        </pc:sldMkLst>
        <pc:spChg chg="mod">
          <ac:chgData name="Pal, Soumyendu" userId="68503d3d-ac8d-4828-9c3f-abc5a97f3674" providerId="ADAL" clId="{92440D97-2063-49B4-9BF5-3A22B04E4F12}" dt="2025-12-09T05:33:31.165" v="316" actId="1076"/>
          <ac:spMkLst>
            <pc:docMk/>
            <pc:sldMk cId="3945445908" sldId="2630"/>
            <ac:spMk id="2" creationId="{5C5D282F-84D3-4D23-24B9-B67A7A08AA15}"/>
          </ac:spMkLst>
        </pc:spChg>
        <pc:spChg chg="add mod">
          <ac:chgData name="Pal, Soumyendu" userId="68503d3d-ac8d-4828-9c3f-abc5a97f3674" providerId="ADAL" clId="{92440D97-2063-49B4-9BF5-3A22B04E4F12}" dt="2025-12-21T05:12:31.638" v="513" actId="255"/>
          <ac:spMkLst>
            <pc:docMk/>
            <pc:sldMk cId="3945445908" sldId="2630"/>
            <ac:spMk id="7" creationId="{A661D5F8-1A5A-3487-6503-07DC0FBFD61E}"/>
          </ac:spMkLst>
        </pc:spChg>
        <pc:picChg chg="add mod">
          <ac:chgData name="Pal, Soumyendu" userId="68503d3d-ac8d-4828-9c3f-abc5a97f3674" providerId="ADAL" clId="{92440D97-2063-49B4-9BF5-3A22B04E4F12}" dt="2025-12-09T05:33:24.814" v="313" actId="14100"/>
          <ac:picMkLst>
            <pc:docMk/>
            <pc:sldMk cId="3945445908" sldId="2630"/>
            <ac:picMk id="10" creationId="{6D4F7A52-218D-C02B-DD2A-301E54ECB50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BEF18D-EA96-45EC-94C4-43800FDFACE6}" type="datetimeFigureOut">
              <a:t>12/21/2025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F54EA3-2931-4884-A751-FE288571759E}" type="slidenum">
              <a:t>‹#›</a:t>
            </a:fld>
            <a:endParaRPr lang="en-US"/>
          </a:p>
        </p:txBody>
      </p:sp>
    </p:spTree>
    <p:extLst>
      <p:ext uri="{BB962C8B-B14F-4D97-AF65-F5344CB8AC3E}">
        <p14:creationId xmlns:p14="http://schemas.microsoft.com/office/powerpoint/2010/main" val="17642897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6FFAA059-40A9-4658-9164-864D401A9A2F}" type="slidenum">
              <a:t>1</a:t>
            </a:fld>
            <a:endParaRPr lang="en-US"/>
          </a:p>
        </p:txBody>
      </p:sp>
    </p:spTree>
    <p:extLst>
      <p:ext uri="{BB962C8B-B14F-4D97-AF65-F5344CB8AC3E}">
        <p14:creationId xmlns:p14="http://schemas.microsoft.com/office/powerpoint/2010/main" val="9639276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What is an Ansible Playbook?, Anatomy of a Playbook</a:t>
            </a:r>
          </a:p>
        </p:txBody>
      </p:sp>
      <p:sp>
        <p:nvSpPr>
          <p:cNvPr id="4" name="Slide Number Placeholder 3"/>
          <p:cNvSpPr>
            <a:spLocks noGrp="1"/>
          </p:cNvSpPr>
          <p:nvPr>
            <p:ph type="sldNum" sz="quarter" idx="5"/>
          </p:nvPr>
        </p:nvSpPr>
        <p:spPr/>
        <p:txBody>
          <a:bodyPr/>
          <a:lstStyle/>
          <a:p>
            <a:fld id="{6FFAA059-40A9-4658-9164-864D401A9A2F}" type="slidenum">
              <a:t>2</a:t>
            </a:fld>
            <a:endParaRPr lang="en-US"/>
          </a:p>
        </p:txBody>
      </p:sp>
    </p:spTree>
    <p:extLst>
      <p:ext uri="{BB962C8B-B14F-4D97-AF65-F5344CB8AC3E}">
        <p14:creationId xmlns:p14="http://schemas.microsoft.com/office/powerpoint/2010/main" val="11024715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An Ansible playbook is a YAML-based configuration file that defines automation tasks for managing systems and applications. Playbooks are central to Ansible's automation framework because they provide a structured, human-readable way to describe desired states and actions. Unlike traditional scripts, playbooks use declarative syntax, which means you specify what you want rather than how to achieve it. YAML is chosen for its simplicity and readability, making it easier for teams to collaborate and maintain automation workflows. Playbooks can include multiple plays, each targeting specific hosts or groups, and can orchestrate complex operations across distributed environments. They are essential for tasks such as installing packages, configuring services, deploying applications, and managing infrastructure at scale. Understanding the purpose and structure of playbooks is the first step toward mastering Ansible automation.</a:t>
            </a:r>
          </a:p>
        </p:txBody>
      </p:sp>
      <p:sp>
        <p:nvSpPr>
          <p:cNvPr id="4" name="Slide Number Placeholder 3"/>
          <p:cNvSpPr>
            <a:spLocks noGrp="1"/>
          </p:cNvSpPr>
          <p:nvPr>
            <p:ph type="sldNum" sz="quarter" idx="5"/>
          </p:nvPr>
        </p:nvSpPr>
        <p:spPr/>
        <p:txBody>
          <a:bodyPr/>
          <a:lstStyle/>
          <a:p>
            <a:fld id="{6FFAA059-40A9-4658-9164-864D401A9A2F}" type="slidenum">
              <a:t>3</a:t>
            </a:fld>
            <a:endParaRPr lang="en-US"/>
          </a:p>
        </p:txBody>
      </p:sp>
    </p:spTree>
    <p:extLst>
      <p:ext uri="{BB962C8B-B14F-4D97-AF65-F5344CB8AC3E}">
        <p14:creationId xmlns:p14="http://schemas.microsoft.com/office/powerpoint/2010/main" val="4238528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anatomy of an Ansible playbook consists of several key sections that define its functionality. The 'hosts' section specifies the target systems where tasks will run. The 'tasks' section lists individual actions, such as installing packages or configuring files, and each task uses an Ansible module to perform its function. Variables, defined in the 'vars' section, allow dynamic customization of tasks, making playbooks reusable and flexible. Handlers are special tasks triggered by notifications, typically used for actions like restarting services after configuration changes. Playbooks can also include roles, which organize tasks, variables, and templates into reusable components. Understanding these sections helps in writing modular and maintainable playbooks. Proper structuring ensures clarity, reduces errors, and supports scalability in automation projects.</a:t>
            </a:r>
          </a:p>
        </p:txBody>
      </p:sp>
      <p:sp>
        <p:nvSpPr>
          <p:cNvPr id="4" name="Slide Number Placeholder 3"/>
          <p:cNvSpPr>
            <a:spLocks noGrp="1"/>
          </p:cNvSpPr>
          <p:nvPr>
            <p:ph type="sldNum" sz="quarter" idx="5"/>
          </p:nvPr>
        </p:nvSpPr>
        <p:spPr/>
        <p:txBody>
          <a:bodyPr/>
          <a:lstStyle/>
          <a:p>
            <a:fld id="{6FFAA059-40A9-4658-9164-864D401A9A2F}" type="slidenum">
              <a:t>4</a:t>
            </a:fld>
            <a:endParaRPr lang="en-US"/>
          </a:p>
        </p:txBody>
      </p:sp>
    </p:spTree>
    <p:extLst>
      <p:ext uri="{BB962C8B-B14F-4D97-AF65-F5344CB8AC3E}">
        <p14:creationId xmlns:p14="http://schemas.microsoft.com/office/powerpoint/2010/main" val="6074590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Best Practices for Writing Playbooks, Validation Workflow</a:t>
            </a:r>
          </a:p>
        </p:txBody>
      </p:sp>
      <p:sp>
        <p:nvSpPr>
          <p:cNvPr id="4" name="Slide Number Placeholder 3"/>
          <p:cNvSpPr>
            <a:spLocks noGrp="1"/>
          </p:cNvSpPr>
          <p:nvPr>
            <p:ph type="sldNum" sz="quarter" idx="5"/>
          </p:nvPr>
        </p:nvSpPr>
        <p:spPr/>
        <p:txBody>
          <a:bodyPr/>
          <a:lstStyle/>
          <a:p>
            <a:fld id="{6FFAA059-40A9-4658-9164-864D401A9A2F}" type="slidenum">
              <a:t>5</a:t>
            </a:fld>
            <a:endParaRPr lang="en-US"/>
          </a:p>
        </p:txBody>
      </p:sp>
    </p:spTree>
    <p:extLst>
      <p:ext uri="{BB962C8B-B14F-4D97-AF65-F5344CB8AC3E}">
        <p14:creationId xmlns:p14="http://schemas.microsoft.com/office/powerpoint/2010/main" val="31893133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Discuss reliability and maintainability.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Validation is a critical step in ensuring that YAML files and playbooks are error-free before execution. The recommended workflow involves writing the playbook, validating it using tools like yamllint, and then executing it with ansible-playbook. Yamllint checks for syntax errors and style issues, helping prevent failures caused by incorrect indentation or formatting. This proactive approach saves time by catching problems early, reducing troubleshooting efforts during deployment. After validation, running the playbook with Ansible ensures that tasks execute as intended. Incorporating validation into your workflow is essential for maintaining reliability and consistency in automation projects.</a:t>
            </a:r>
          </a:p>
        </p:txBody>
      </p:sp>
      <p:sp>
        <p:nvSpPr>
          <p:cNvPr id="4" name="Slide Number Placeholder 3"/>
          <p:cNvSpPr>
            <a:spLocks noGrp="1"/>
          </p:cNvSpPr>
          <p:nvPr>
            <p:ph type="sldNum" sz="quarter" idx="5"/>
          </p:nvPr>
        </p:nvSpPr>
        <p:spPr/>
        <p:txBody>
          <a:bodyPr/>
          <a:lstStyle/>
          <a:p>
            <a:fld id="{6FFAA059-40A9-4658-9164-864D401A9A2F}" type="slidenum">
              <a:t>7</a:t>
            </a:fld>
            <a:endParaRPr lang="en-US"/>
          </a:p>
        </p:txBody>
      </p:sp>
    </p:spTree>
    <p:extLst>
      <p:ext uri="{BB962C8B-B14F-4D97-AF65-F5344CB8AC3E}">
        <p14:creationId xmlns:p14="http://schemas.microsoft.com/office/powerpoint/2010/main" val="25637008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FFA45-5957-3E91-3BDF-A192AD2269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DC6C04-5995-4273-CD93-0B6462666C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1DC9D0-8D00-5DDF-6E61-583408C85255}"/>
              </a:ext>
            </a:extLst>
          </p:cNvPr>
          <p:cNvSpPr>
            <a:spLocks noGrp="1"/>
          </p:cNvSpPr>
          <p:nvPr>
            <p:ph type="body" idx="1"/>
          </p:nvPr>
        </p:nvSpPr>
        <p:spPr/>
        <p:txBody>
          <a:bodyPr/>
          <a:lstStyle/>
          <a:p>
            <a:r>
              <a:rPr lang="en-US"/>
              <a:t>
Validation is a critical step in ensuring that YAML files and playbooks are error-free before execution. The recommended workflow involves writing the playbook, validating it using tools like yamllint, and then executing it with ansible-playbook. Yamllint checks for syntax errors and style issues, helping prevent failures caused by incorrect indentation or formatting. This proactive approach saves time by catching problems early, reducing troubleshooting efforts during deployment. After validation, running the playbook with Ansible ensures that tasks execute as intended. Incorporating validation into your workflow is essential for maintaining reliability and consistency in automation projects.</a:t>
            </a:r>
          </a:p>
        </p:txBody>
      </p:sp>
      <p:sp>
        <p:nvSpPr>
          <p:cNvPr id="4" name="Slide Number Placeholder 3">
            <a:extLst>
              <a:ext uri="{FF2B5EF4-FFF2-40B4-BE49-F238E27FC236}">
                <a16:creationId xmlns:a16="http://schemas.microsoft.com/office/drawing/2014/main" id="{24EAF027-F55D-B385-8228-7FE13113C528}"/>
              </a:ext>
            </a:extLst>
          </p:cNvPr>
          <p:cNvSpPr>
            <a:spLocks noGrp="1"/>
          </p:cNvSpPr>
          <p:nvPr>
            <p:ph type="sldNum" sz="quarter" idx="5"/>
          </p:nvPr>
        </p:nvSpPr>
        <p:spPr/>
        <p:txBody>
          <a:bodyPr/>
          <a:lstStyle/>
          <a:p>
            <a:fld id="{6FFAA059-40A9-4658-9164-864D401A9A2F}" type="slidenum">
              <a:t>8</a:t>
            </a:fld>
            <a:endParaRPr lang="en-US"/>
          </a:p>
        </p:txBody>
      </p:sp>
    </p:spTree>
    <p:extLst>
      <p:ext uri="{BB962C8B-B14F-4D97-AF65-F5344CB8AC3E}">
        <p14:creationId xmlns:p14="http://schemas.microsoft.com/office/powerpoint/2010/main" val="34571127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In this chapter, we explored the structure of Ansible playbooks and how YAML represents their components. We discussed key sections, demonstrated a basic playbook, and emphasized best practices and validation workflows. Mastering these concepts is essential for building reliable automation scripts. In the next episode, we will dive into variables in YAML, learning how to define, use, and manage them effectively to create dynamic and reusable playbooks.</a:t>
            </a:r>
          </a:p>
        </p:txBody>
      </p:sp>
      <p:sp>
        <p:nvSpPr>
          <p:cNvPr id="4" name="Slide Number Placeholder 3"/>
          <p:cNvSpPr>
            <a:spLocks noGrp="1"/>
          </p:cNvSpPr>
          <p:nvPr>
            <p:ph type="sldNum" sz="quarter" idx="5"/>
          </p:nvPr>
        </p:nvSpPr>
        <p:spPr/>
        <p:txBody>
          <a:bodyPr/>
          <a:lstStyle/>
          <a:p>
            <a:fld id="{6FFAA059-40A9-4658-9164-864D401A9A2F}" type="slidenum">
              <a:t>9</a:t>
            </a:fld>
            <a:endParaRPr lang="en-US"/>
          </a:p>
        </p:txBody>
      </p:sp>
    </p:spTree>
    <p:extLst>
      <p:ext uri="{BB962C8B-B14F-4D97-AF65-F5344CB8AC3E}">
        <p14:creationId xmlns:p14="http://schemas.microsoft.com/office/powerpoint/2010/main" val="23528380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DD6F49-EBB7-4CCF-97A8-E526BB28BB69}" type="slidenum">
              <a:rPr lang="en-US" smtClean="0"/>
              <a:t>10</a:t>
            </a:fld>
            <a:endParaRPr lang="en-US" dirty="0"/>
          </a:p>
        </p:txBody>
      </p:sp>
    </p:spTree>
    <p:extLst>
      <p:ext uri="{BB962C8B-B14F-4D97-AF65-F5344CB8AC3E}">
        <p14:creationId xmlns:p14="http://schemas.microsoft.com/office/powerpoint/2010/main" val="415363195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39" y="1033272"/>
            <a:ext cx="5892073" cy="3895344"/>
          </a:xfrm>
        </p:spPr>
        <p:txBody>
          <a:bodyPr vert="horz" lIns="91440" tIns="45720" rIns="91440" bIns="45720" rtlCol="0" anchor="t">
            <a:normAutofit/>
          </a:bodyPr>
          <a:lstStyle>
            <a:lvl1pPr>
              <a:defRPr lang="en-US" sz="80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40" y="5733288"/>
            <a:ext cx="5892071" cy="795528"/>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chemeClr val="tx2"/>
                </a:solidFill>
              </a:defRPr>
            </a:lvl1pPr>
          </a:lstStyle>
          <a:p>
            <a:r>
              <a:rPr lang="en-US" dirty="0"/>
              <a:t>Footer Text</a:t>
            </a:r>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6931152" y="793817"/>
            <a:ext cx="5260848" cy="6064181"/>
          </a:xfrm>
          <a:blipFill>
            <a:blip r:embed="rId2">
              <a:alphaModFix amt="80000"/>
            </a:blip>
            <a:stretch>
              <a:fillRect/>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6938587" y="207982"/>
            <a:ext cx="2662798" cy="413360"/>
          </a:xfrm>
        </p:spPr>
        <p:txBody>
          <a:bodyPr/>
          <a:lstStyle>
            <a:lvl1pPr>
              <a:defRPr>
                <a:solidFill>
                  <a:schemeClr val="tx2"/>
                </a:solidFill>
              </a:defRPr>
            </a:lvl1pPr>
          </a:lstStyle>
          <a:p>
            <a:fld id="{BBB8170F-0370-4A38-8BF3-83D69476AE62}" type="datetime1">
              <a:rPr lang="en-US" smtClean="0"/>
              <a:t>12/21/2025</a:t>
            </a:fld>
            <a:endParaRPr lang="en-US" dirty="0"/>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chemeClr val="tx2"/>
                </a:solidFill>
              </a:defRPr>
            </a:lvl1p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CF2C2C7B-6B47-4A5B-B24C-B316964ABE62}"/>
              </a:ext>
            </a:extLst>
          </p:cNvPr>
          <p:cNvCxnSpPr>
            <a:cxnSpLocks/>
          </p:cNvCxnSpPr>
          <p:nvPr/>
        </p:nvCxnSpPr>
        <p:spPr>
          <a:xfrm flipV="1">
            <a:off x="6929823" y="789558"/>
            <a:ext cx="0" cy="6068442"/>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4F32355F-80FD-3956-F8D4-9DF4073D0E2E}"/>
              </a:ext>
            </a:extLst>
          </p:cNvPr>
          <p:cNvCxnSpPr>
            <a:cxnSpLocks/>
          </p:cNvCxnSpPr>
          <p:nvPr/>
        </p:nvCxnSpPr>
        <p:spPr>
          <a:xfrm>
            <a:off x="0" y="5420250"/>
            <a:ext cx="692982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0D4DD8B2-0D73-EB9B-9708-67DF28E40F96}"/>
              </a:ext>
            </a:extLst>
          </p:cNvPr>
          <p:cNvCxnSpPr>
            <a:cxnSpLocks/>
          </p:cNvCxnSpPr>
          <p:nvPr/>
        </p:nvCxnSpPr>
        <p:spPr>
          <a:xfrm>
            <a:off x="0" y="791907"/>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2318326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612648"/>
            <a:ext cx="11253668" cy="1106424"/>
          </a:xfrm>
        </p:spPr>
        <p:txBody>
          <a:bodyPr/>
          <a:lstStyle>
            <a:lvl1pPr>
              <a:defRPr sz="660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9" y="2139696"/>
            <a:ext cx="11253668" cy="42885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2D457B6E-DC25-9A54-64F7-98703149B156}"/>
              </a:ext>
            </a:extLst>
          </p:cNvPr>
          <p:cNvSpPr>
            <a:spLocks noGrp="1"/>
          </p:cNvSpPr>
          <p:nvPr>
            <p:ph type="ftr" sz="quarter" idx="11"/>
          </p:nvPr>
        </p:nvSpPr>
        <p:spPr/>
        <p:txBody>
          <a:bodyPr/>
          <a:lstStyle/>
          <a:p>
            <a:r>
              <a:rPr lang="en-US" dirty="0"/>
              <a:t>Footer Text</a:t>
            </a:r>
          </a:p>
        </p:txBody>
      </p:sp>
      <p:sp>
        <p:nvSpPr>
          <p:cNvPr id="8" name="Date Placeholder 7">
            <a:extLst>
              <a:ext uri="{FF2B5EF4-FFF2-40B4-BE49-F238E27FC236}">
                <a16:creationId xmlns:a16="http://schemas.microsoft.com/office/drawing/2014/main" id="{D49DF708-DA4E-D117-5CE8-7401A836F675}"/>
              </a:ext>
            </a:extLst>
          </p:cNvPr>
          <p:cNvSpPr>
            <a:spLocks noGrp="1"/>
          </p:cNvSpPr>
          <p:nvPr>
            <p:ph type="dt" sz="half" idx="10"/>
          </p:nvPr>
        </p:nvSpPr>
        <p:spPr/>
        <p:txBody>
          <a:bodyPr/>
          <a:lstStyle/>
          <a:p>
            <a:fld id="{20D15516-589F-487D-BF51-9635DCEA90D5}" type="datetime1">
              <a:rPr lang="en-US" smtClean="0"/>
              <a:t>12/21/2025</a:t>
            </a:fld>
            <a:endParaRPr lang="en-US"/>
          </a:p>
        </p:txBody>
      </p:sp>
      <p:sp>
        <p:nvSpPr>
          <p:cNvPr id="10" name="Slide Number Placeholder 9">
            <a:extLst>
              <a:ext uri="{FF2B5EF4-FFF2-40B4-BE49-F238E27FC236}">
                <a16:creationId xmlns:a16="http://schemas.microsoft.com/office/drawing/2014/main" id="{D1AE2728-8254-BE0F-89AB-2D5352D66F0D}"/>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093DFD8D-B66E-C844-B523-E3C51265F5EA}"/>
              </a:ext>
            </a:extLst>
          </p:cNvPr>
          <p:cNvCxnSpPr>
            <a:cxnSpLocks/>
          </p:cNvCxnSpPr>
          <p:nvPr/>
        </p:nvCxnSpPr>
        <p:spPr>
          <a:xfrm>
            <a:off x="0" y="180556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883369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749808"/>
            <a:ext cx="6236208" cy="3694176"/>
          </a:xfrm>
        </p:spPr>
        <p:txBody>
          <a:bodyPr vert="horz" lIns="91440" tIns="45720" rIns="91440" bIns="45720" rtlCol="0" anchor="t">
            <a:normAutofit/>
          </a:bodyPr>
          <a:lstStyle>
            <a:lvl1pPr>
              <a:defRPr lang="en-US" sz="88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40" y="5477256"/>
            <a:ext cx="6236208" cy="1115568"/>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4413504" y="207982"/>
            <a:ext cx="1682496" cy="413360"/>
          </a:xfrm>
        </p:spPr>
        <p:txBody>
          <a:bodyPr/>
          <a:lstStyle>
            <a:lvl1pPr>
              <a:defRPr>
                <a:solidFill>
                  <a:schemeClr val="tx2"/>
                </a:solidFill>
              </a:defRPr>
            </a:lvl1pPr>
          </a:lstStyle>
          <a:p>
            <a:fld id="{F7E6234A-55DB-493D-B5E3-FA55E3CA245B}" type="datetime1">
              <a:rPr lang="en-US" smtClean="0"/>
              <a:t>12/21/2025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a:xfrm>
            <a:off x="6009801" y="207982"/>
            <a:ext cx="546447" cy="413360"/>
          </a:xfrm>
        </p:spPr>
        <p:txBody>
          <a:bodyPr/>
          <a:lstStyle>
            <a:lvl1pPr>
              <a:defRPr>
                <a:solidFill>
                  <a:schemeClr val="tx2"/>
                </a:solidFill>
              </a:defRPr>
            </a:lvl1pPr>
          </a:lstStyle>
          <a:p>
            <a:fld id="{753D0FD4-819D-4187-8797-C35567B41C78}" type="slidenum">
              <a:rPr lang="en-US" smtClean="0"/>
              <a:t>‹#›</a:t>
            </a:fld>
            <a:endParaRPr lang="en-US"/>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7278624" y="0"/>
            <a:ext cx="4913373" cy="6858000"/>
          </a:xfrm>
          <a:blipFill>
            <a:blip r:embed="rId2">
              <a:alphaModFix amt="80000"/>
            </a:blip>
            <a:stretch>
              <a:fillRect/>
            </a:stretch>
          </a:blipFill>
        </p:spPr>
        <p:txBody>
          <a:bodyPr/>
          <a:lstStyle>
            <a:lvl1pPr marL="0" indent="0">
              <a:buNone/>
              <a:defRPr/>
            </a:lvl1pPr>
          </a:lstStyle>
          <a:p>
            <a:r>
              <a:rPr lang="en-US" dirty="0"/>
              <a:t> </a:t>
            </a:r>
          </a:p>
        </p:txBody>
      </p:sp>
      <p:cxnSp>
        <p:nvCxnSpPr>
          <p:cNvPr id="7" name="Straight Connector 6">
            <a:extLst>
              <a:ext uri="{FF2B5EF4-FFF2-40B4-BE49-F238E27FC236}">
                <a16:creationId xmlns:a16="http://schemas.microsoft.com/office/drawing/2014/main" id="{87083F37-054B-54D7-2AD5-6DFFCC79603C}"/>
              </a:ext>
            </a:extLst>
          </p:cNvPr>
          <p:cNvCxnSpPr>
            <a:cxnSpLocks/>
          </p:cNvCxnSpPr>
          <p:nvPr/>
        </p:nvCxnSpPr>
        <p:spPr>
          <a:xfrm>
            <a:off x="0" y="5287974"/>
            <a:ext cx="7277621"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99AB8D9-761C-35FC-CA6D-1317D71DF6BE}"/>
              </a:ext>
            </a:extLst>
          </p:cNvPr>
          <p:cNvCxnSpPr>
            <a:cxnSpLocks/>
          </p:cNvCxnSpPr>
          <p:nvPr/>
        </p:nvCxnSpPr>
        <p:spPr>
          <a:xfrm flipV="1">
            <a:off x="7277621" y="0"/>
            <a:ext cx="0" cy="6858001"/>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5724532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with Pictur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5223554"/>
            <a:ext cx="11430000" cy="914400"/>
          </a:xfrm>
        </p:spPr>
        <p:txBody>
          <a:bodyPr vert="horz" lIns="91440" tIns="45720" rIns="91440" bIns="45720" rtlCol="0" anchor="b">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39" y="6083090"/>
            <a:ext cx="11429999" cy="566928"/>
          </a:xfrm>
        </p:spPr>
        <p:txBody>
          <a:bodyPr vert="horz" lIns="91440" tIns="45720" rIns="91440" bIns="45720" rtlCol="0" anchor="ctr">
            <a:normAutofit/>
          </a:bodyPr>
          <a:lstStyle>
            <a:lvl1pPr marL="0" indent="0">
              <a:buNone/>
              <a:defRPr lang="en-US"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0" y="0"/>
            <a:ext cx="12192000" cy="5069400"/>
          </a:xfrm>
          <a:blipFill>
            <a:blip r:embed="rId2">
              <a:alphaModFix amt="8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rgbClr val="FFFFFF"/>
                </a:solidFill>
                <a:effectLst>
                  <a:outerShdw blurRad="38100" dist="38100" dir="2700000" algn="tl">
                    <a:srgbClr val="000000">
                      <a:alpha val="43137"/>
                    </a:srgbClr>
                  </a:outerShdw>
                </a:effectLst>
              </a:defRPr>
            </a:lvl1pPr>
          </a:lstStyle>
          <a:p>
            <a:r>
              <a:rPr lang="en-US" dirty="0"/>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lvl1pPr>
              <a:defRPr>
                <a:solidFill>
                  <a:srgbClr val="FFFFFF"/>
                </a:solidFill>
                <a:effectLst>
                  <a:outerShdw blurRad="38100" dist="38100" dir="2700000" algn="tl">
                    <a:srgbClr val="000000">
                      <a:alpha val="43137"/>
                    </a:srgbClr>
                  </a:outerShdw>
                </a:effectLst>
              </a:defRPr>
            </a:lvl1pPr>
          </a:lstStyle>
          <a:p>
            <a:fld id="{BD5D1244-0536-4076-95F8-65E3144966FF}" type="datetime1">
              <a:rPr lang="en-US" smtClean="0"/>
              <a:t>12/21/2025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rgbClr val="FFFFFF"/>
                </a:solidFill>
                <a:effectLst>
                  <a:outerShdw blurRad="38100" dist="38100" dir="2700000" algn="tl">
                    <a:srgbClr val="000000">
                      <a:alpha val="43137"/>
                    </a:srgbClr>
                  </a:outerShdw>
                </a:effectLst>
              </a:defRPr>
            </a:lvl1p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8ABE8472-319C-7663-7B71-2A6549DED7EF}"/>
              </a:ext>
            </a:extLst>
          </p:cNvPr>
          <p:cNvCxnSpPr>
            <a:cxnSpLocks/>
          </p:cNvCxnSpPr>
          <p:nvPr/>
        </p:nvCxnSpPr>
        <p:spPr>
          <a:xfrm>
            <a:off x="0" y="5068350"/>
            <a:ext cx="12188952"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68762347"/>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with Picture 4">
    <p:spTree>
      <p:nvGrpSpPr>
        <p:cNvPr id="1" name=""/>
        <p:cNvGrpSpPr/>
        <p:nvPr/>
      </p:nvGrpSpPr>
      <p:grpSpPr>
        <a:xfrm>
          <a:off x="0" y="0"/>
          <a:ext cx="0" cy="0"/>
          <a:chOff x="0" y="0"/>
          <a:chExt cx="0" cy="0"/>
        </a:xfrm>
      </p:grpSpPr>
      <p:sp>
        <p:nvSpPr>
          <p:cNvPr id="8" name="Picture Placeholder 10">
            <a:extLst>
              <a:ext uri="{FF2B5EF4-FFF2-40B4-BE49-F238E27FC236}">
                <a16:creationId xmlns:a16="http://schemas.microsoft.com/office/drawing/2014/main" id="{AEB3F954-B0A7-AD5D-A897-AAA57CEEA771}"/>
              </a:ext>
            </a:extLst>
          </p:cNvPr>
          <p:cNvSpPr>
            <a:spLocks noGrp="1"/>
          </p:cNvSpPr>
          <p:nvPr>
            <p:ph type="pic" sz="quarter" idx="13" hasCustomPrompt="1"/>
          </p:nvPr>
        </p:nvSpPr>
        <p:spPr>
          <a:xfrm>
            <a:off x="0" y="0"/>
            <a:ext cx="12198096" cy="6858000"/>
          </a:xfrm>
          <a:custGeom>
            <a:avLst/>
            <a:gdLst>
              <a:gd name="connsiteX0" fmla="*/ 6914322 w 12198096"/>
              <a:gd name="connsiteY0" fmla="*/ 789558 h 6858000"/>
              <a:gd name="connsiteX1" fmla="*/ 6914322 w 12198096"/>
              <a:gd name="connsiteY1" fmla="*/ 6106620 h 6858000"/>
              <a:gd name="connsiteX2" fmla="*/ 11547659 w 12198096"/>
              <a:gd name="connsiteY2" fmla="*/ 6106620 h 6858000"/>
              <a:gd name="connsiteX3" fmla="*/ 11547659 w 12198096"/>
              <a:gd name="connsiteY3" fmla="*/ 789558 h 6858000"/>
              <a:gd name="connsiteX4" fmla="*/ 0 w 12198096"/>
              <a:gd name="connsiteY4" fmla="*/ 0 h 6858000"/>
              <a:gd name="connsiteX5" fmla="*/ 12198096 w 12198096"/>
              <a:gd name="connsiteY5" fmla="*/ 0 h 6858000"/>
              <a:gd name="connsiteX6" fmla="*/ 12198096 w 12198096"/>
              <a:gd name="connsiteY6" fmla="*/ 6858000 h 6858000"/>
              <a:gd name="connsiteX7" fmla="*/ 0 w 12198096"/>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8096" h="6858000">
                <a:moveTo>
                  <a:pt x="6914322" y="789558"/>
                </a:moveTo>
                <a:lnTo>
                  <a:pt x="6914322" y="6106620"/>
                </a:lnTo>
                <a:lnTo>
                  <a:pt x="11547659" y="6106620"/>
                </a:lnTo>
                <a:lnTo>
                  <a:pt x="11547659" y="789558"/>
                </a:lnTo>
                <a:close/>
                <a:moveTo>
                  <a:pt x="0" y="0"/>
                </a:moveTo>
                <a:lnTo>
                  <a:pt x="12198096" y="0"/>
                </a:lnTo>
                <a:lnTo>
                  <a:pt x="12198096" y="6858000"/>
                </a:lnTo>
                <a:lnTo>
                  <a:pt x="0" y="6858000"/>
                </a:lnTo>
                <a:close/>
              </a:path>
            </a:pathLst>
          </a:custGeom>
          <a:blipFill>
            <a:blip r:embed="rId2">
              <a:alphaModFix amt="80000"/>
            </a:blip>
            <a:stretch>
              <a:fillRect/>
            </a:stretch>
          </a:blipFill>
        </p:spPr>
        <p:txBody>
          <a:bodyPr wrap="square">
            <a:noAutofit/>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6914324" y="789558"/>
            <a:ext cx="4633337" cy="4212210"/>
          </a:xfrm>
          <a:solidFill>
            <a:schemeClr val="bg2"/>
          </a:solidFill>
          <a:ln>
            <a:solidFill>
              <a:schemeClr val="tx2"/>
            </a:solidFill>
          </a:ln>
        </p:spPr>
        <p:txBody>
          <a:bodyPr vert="horz" lIns="320040" tIns="347472" rIns="228600" bIns="45720" rtlCol="0" anchor="t">
            <a:normAutofit/>
          </a:bodyPr>
          <a:lstStyle>
            <a:lvl1pPr>
              <a:defRPr lang="en-US" sz="6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6914322" y="4994648"/>
            <a:ext cx="4633338" cy="1111972"/>
          </a:xfrm>
          <a:solidFill>
            <a:schemeClr val="bg2"/>
          </a:solidFill>
          <a:ln>
            <a:solidFill>
              <a:schemeClr val="tx2"/>
            </a:solidFill>
          </a:ln>
        </p:spPr>
        <p:txBody>
          <a:bodyPr vert="horz" lIns="320040" tIns="45720" rIns="274320" bIns="45720" rtlCol="0" anchor="ctr">
            <a:normAutofit/>
          </a:bodyPr>
          <a:lstStyle>
            <a:lvl1pPr marL="0" indent="0">
              <a:buNone/>
              <a:defRPr lang="en-US"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rgbClr val="FFFFFF"/>
                </a:solidFill>
                <a:effectLst>
                  <a:outerShdw blurRad="38100" dist="38100" dir="2700000" algn="tl">
                    <a:srgbClr val="000000">
                      <a:alpha val="43137"/>
                    </a:srgbClr>
                  </a:outerShdw>
                </a:effectLst>
              </a:defRPr>
            </a:lvl1pPr>
          </a:lstStyle>
          <a:p>
            <a:r>
              <a:rPr lang="en-US" dirty="0"/>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6914323" y="207982"/>
            <a:ext cx="2687062" cy="413360"/>
          </a:xfrm>
        </p:spPr>
        <p:txBody>
          <a:bodyPr/>
          <a:lstStyle>
            <a:lvl1pPr>
              <a:defRPr>
                <a:solidFill>
                  <a:srgbClr val="FFFFFF"/>
                </a:solidFill>
                <a:effectLst>
                  <a:outerShdw blurRad="38100" dist="38100" dir="2700000" algn="tl">
                    <a:srgbClr val="000000">
                      <a:alpha val="43137"/>
                    </a:srgbClr>
                  </a:outerShdw>
                </a:effectLst>
              </a:defRPr>
            </a:lvl1pPr>
          </a:lstStyle>
          <a:p>
            <a:fld id="{AC13FD3B-23EF-4174-AD3C-BC50B64D7857}" type="datetime1">
              <a:rPr lang="en-US" smtClean="0"/>
              <a:t>12/21/2025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rgbClr val="FFFFFF"/>
                </a:solidFill>
                <a:effectLst>
                  <a:outerShdw blurRad="38100" dist="38100" dir="2700000" algn="tl">
                    <a:srgbClr val="000000">
                      <a:alpha val="43137"/>
                    </a:srgbClr>
                  </a:outerShdw>
                </a:effectLst>
              </a:defRPr>
            </a:lvl1pPr>
          </a:lstStyle>
          <a:p>
            <a:fld id="{753D0FD4-819D-4187-8797-C35567B41C78}" type="slidenum">
              <a:rPr lang="en-US" smtClean="0"/>
              <a:t>‹#›</a:t>
            </a:fld>
            <a:endParaRPr lang="en-US"/>
          </a:p>
        </p:txBody>
      </p:sp>
    </p:spTree>
    <p:extLst>
      <p:ext uri="{BB962C8B-B14F-4D97-AF65-F5344CB8AC3E}">
        <p14:creationId xmlns:p14="http://schemas.microsoft.com/office/powerpoint/2010/main" val="3351154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with Picture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749808"/>
            <a:ext cx="5422392" cy="3822192"/>
          </a:xfrm>
        </p:spPr>
        <p:txBody>
          <a:bodyPr vert="horz" lIns="91440" tIns="45720" rIns="91440" bIns="45720" rtlCol="0" anchor="t">
            <a:normAutofit/>
          </a:bodyPr>
          <a:lstStyle>
            <a:lvl1pPr>
              <a:defRPr lang="en-US" sz="6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40" y="5486400"/>
            <a:ext cx="5422391" cy="978408"/>
          </a:xfrm>
        </p:spPr>
        <p:txBody>
          <a:bodyPr vert="horz" lIns="91440" tIns="45720" rIns="91440" bIns="45720" rtlCol="0" anchor="ctr">
            <a:normAutofit/>
          </a:bodyPr>
          <a:lstStyle>
            <a:lvl1pPr marL="0" indent="0">
              <a:buNone/>
              <a:defRPr lang="en-US"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p>
            <a:r>
              <a:rPr lang="en-US" dirty="0"/>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4815840" y="207982"/>
            <a:ext cx="1280160" cy="413360"/>
          </a:xfrm>
        </p:spPr>
        <p:txBody>
          <a:bodyPr/>
          <a:lstStyle/>
          <a:p>
            <a:fld id="{630E96CE-B7D5-4325-A1C8-DFEADC4BE081}" type="datetime1">
              <a:rPr lang="en-US" smtClean="0"/>
              <a:t>12/21/2025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a:xfrm>
            <a:off x="5982383" y="207982"/>
            <a:ext cx="546447" cy="413360"/>
          </a:xfrm>
        </p:spPr>
        <p:txBody>
          <a:bodyPr/>
          <a:lstStyle/>
          <a:p>
            <a:fld id="{753D0FD4-819D-4187-8797-C35567B41C78}" type="slidenum">
              <a:rPr lang="en-US" smtClean="0"/>
              <a:t>‹#›</a:t>
            </a:fld>
            <a:endParaRPr lang="en-US"/>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7035554" y="0"/>
            <a:ext cx="5156444" cy="6858000"/>
          </a:xfrm>
          <a:blipFill dpi="0" rotWithShape="1">
            <a:blip r:embed="rId2">
              <a:alphaModFix amt="80000"/>
            </a:blip>
            <a:srcRect/>
            <a:stretch>
              <a:fillRect/>
            </a:stretch>
          </a:blipFill>
        </p:spPr>
        <p:txBody>
          <a:bodyPr/>
          <a:lstStyle>
            <a:lvl1pPr marL="0" indent="0">
              <a:buNone/>
              <a:defRPr/>
            </a:lvl1pPr>
          </a:lstStyle>
          <a:p>
            <a:r>
              <a:rPr lang="en-US" dirty="0"/>
              <a:t> </a:t>
            </a:r>
          </a:p>
        </p:txBody>
      </p:sp>
      <p:cxnSp>
        <p:nvCxnSpPr>
          <p:cNvPr id="9" name="Straight Connector 8">
            <a:extLst>
              <a:ext uri="{FF2B5EF4-FFF2-40B4-BE49-F238E27FC236}">
                <a16:creationId xmlns:a16="http://schemas.microsoft.com/office/drawing/2014/main" id="{E1B20121-9211-E62C-6EDF-8301AE0A0865}"/>
              </a:ext>
            </a:extLst>
          </p:cNvPr>
          <p:cNvCxnSpPr>
            <a:cxnSpLocks/>
          </p:cNvCxnSpPr>
          <p:nvPr/>
        </p:nvCxnSpPr>
        <p:spPr>
          <a:xfrm>
            <a:off x="-4130" y="5215687"/>
            <a:ext cx="703225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ABA69D92-87B2-B41F-6979-69668092108B}"/>
              </a:ext>
            </a:extLst>
          </p:cNvPr>
          <p:cNvCxnSpPr>
            <a:cxnSpLocks/>
          </p:cNvCxnSpPr>
          <p:nvPr/>
        </p:nvCxnSpPr>
        <p:spPr>
          <a:xfrm flipV="1">
            <a:off x="7028120" y="0"/>
            <a:ext cx="0" cy="6858001"/>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98754165"/>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Titl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749808"/>
            <a:ext cx="9287134" cy="3410712"/>
          </a:xfrm>
        </p:spPr>
        <p:txBody>
          <a:bodyPr vert="horz" lIns="91440" tIns="45720" rIns="91440" bIns="45720" rtlCol="0" anchor="t">
            <a:normAutofit/>
          </a:bodyPr>
          <a:lstStyle>
            <a:lvl1pPr>
              <a:defRPr lang="en-US" sz="125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40" y="5477256"/>
            <a:ext cx="11155680" cy="1115568"/>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lvl1pPr>
              <a:defRPr>
                <a:solidFill>
                  <a:schemeClr val="tx2"/>
                </a:solidFill>
              </a:defRPr>
            </a:lvl1pPr>
          </a:lstStyle>
          <a:p>
            <a:fld id="{09DAD850-6AC5-466F-AC13-19EF30EEFBC3}" type="datetime1">
              <a:rPr lang="en-US" smtClean="0"/>
              <a:t>12/21/2025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chemeClr val="tx2"/>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9D0B70F0-3BE4-FD57-7260-3612F25DFB6B}"/>
              </a:ext>
            </a:extLst>
          </p:cNvPr>
          <p:cNvCxnSpPr>
            <a:cxnSpLocks/>
          </p:cNvCxnSpPr>
          <p:nvPr/>
        </p:nvCxnSpPr>
        <p:spPr>
          <a:xfrm>
            <a:off x="0" y="527477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68588333"/>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itl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758952"/>
            <a:ext cx="7589520" cy="4087368"/>
          </a:xfrm>
        </p:spPr>
        <p:txBody>
          <a:bodyPr vert="horz" lIns="91440" tIns="45720" rIns="91440" bIns="45720" rtlCol="0" anchor="t">
            <a:normAutofit/>
          </a:bodyPr>
          <a:lstStyle>
            <a:lvl1pPr>
              <a:defRPr lang="en-US" sz="96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39" y="5404104"/>
            <a:ext cx="11515277" cy="576072"/>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a:xfrm>
            <a:off x="317773" y="6254496"/>
            <a:ext cx="2963692" cy="413360"/>
          </a:xfrm>
        </p:spPr>
        <p:txBody>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7921742" y="6254496"/>
            <a:ext cx="1679642" cy="413360"/>
          </a:xfrm>
        </p:spPr>
        <p:txBody>
          <a:bodyPr/>
          <a:lstStyle>
            <a:lvl1pPr>
              <a:defRPr>
                <a:solidFill>
                  <a:schemeClr val="tx2"/>
                </a:solidFill>
              </a:defRPr>
            </a:lvl1pPr>
          </a:lstStyle>
          <a:p>
            <a:fld id="{E8F94E15-B448-489B-871D-A40527BFA7B7}" type="datetime1">
              <a:rPr lang="en-US" smtClean="0"/>
              <a:t>12/21/2025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a:xfrm>
            <a:off x="11288870" y="6254496"/>
            <a:ext cx="546447" cy="413360"/>
          </a:xfrm>
        </p:spPr>
        <p:txBody>
          <a:bodyPr/>
          <a:lstStyle>
            <a:lvl1pPr>
              <a:defRPr>
                <a:solidFill>
                  <a:schemeClr val="tx2"/>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F05C310B-ED34-BA33-630C-F8D5EB2A41A2}"/>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C6B77E3C-9D50-9277-C646-D9B5AB8122BB}"/>
              </a:ext>
            </a:extLst>
          </p:cNvPr>
          <p:cNvCxnSpPr>
            <a:cxnSpLocks/>
          </p:cNvCxnSpPr>
          <p:nvPr/>
        </p:nvCxnSpPr>
        <p:spPr>
          <a:xfrm>
            <a:off x="0" y="527477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86478402"/>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1426464"/>
            <a:ext cx="9528048" cy="4183468"/>
          </a:xfrm>
        </p:spPr>
        <p:txBody>
          <a:bodyPr vert="horz" lIns="91440" tIns="45720" rIns="91440" bIns="45720" rtlCol="0" anchor="b">
            <a:normAutofit/>
          </a:bodyPr>
          <a:lstStyle>
            <a:lvl1pPr>
              <a:defRPr lang="en-US" sz="115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39" y="5779008"/>
            <a:ext cx="9528047" cy="923544"/>
          </a:xfrm>
        </p:spPr>
        <p:txBody>
          <a:bodyPr vert="horz" lIns="91440" tIns="45720" rIns="91440" bIns="45720" rtlCol="0">
            <a:normAutofit/>
          </a:bodyPr>
          <a:lstStyle>
            <a:lvl1pPr marL="0" indent="0">
              <a:buNone/>
              <a:defRPr lang="en-US"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p>
            <a:r>
              <a:rPr lang="en-US" dirty="0"/>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7680069" y="207982"/>
            <a:ext cx="2168017" cy="413360"/>
          </a:xfrm>
        </p:spPr>
        <p:txBody>
          <a:bodyPr/>
          <a:lstStyle/>
          <a:p>
            <a:fld id="{D9253186-4750-42D8-B836-81746FB2A999}" type="datetime1">
              <a:rPr lang="en-US" smtClean="0"/>
              <a:t>12/21/2025</a:t>
            </a:fld>
            <a:endParaRPr lang="en-US" dirty="0"/>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8F6B2E7A-179E-B6D8-4F25-0673E53A95D4}"/>
              </a:ext>
            </a:extLst>
          </p:cNvPr>
          <p:cNvCxnSpPr>
            <a:cxnSpLocks/>
          </p:cNvCxnSpPr>
          <p:nvPr/>
        </p:nvCxnSpPr>
        <p:spPr>
          <a:xfrm>
            <a:off x="1" y="790415"/>
            <a:ext cx="12191999"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85775762"/>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rgbClr val="C8350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64008" y="1435608"/>
            <a:ext cx="11594592" cy="5559552"/>
          </a:xfrm>
        </p:spPr>
        <p:txBody>
          <a:bodyPr anchor="b">
            <a:normAutofit/>
          </a:bodyPr>
          <a:lstStyle>
            <a:lvl1pPr>
              <a:lnSpc>
                <a:spcPct val="67000"/>
              </a:lnSpc>
              <a:defRPr sz="14800">
                <a:solidFill>
                  <a:schemeClr val="tx2"/>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p:txBody>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p:txBody>
          <a:bodyPr/>
          <a:lstStyle>
            <a:lvl1pPr>
              <a:defRPr>
                <a:solidFill>
                  <a:schemeClr val="tx2"/>
                </a:solidFill>
              </a:defRPr>
            </a:lvl1pPr>
          </a:lstStyle>
          <a:p>
            <a:fld id="{CE994A23-0EFF-404D-A2C5-6B54939039AD}" type="datetime1">
              <a:rPr lang="en-US" smtClean="0"/>
              <a:t>12/21/2025</a:t>
            </a:fld>
            <a:endParaRPr lang="en-US"/>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p:txBody>
          <a:bodyPr/>
          <a:lstStyle>
            <a:lvl1pPr>
              <a:defRPr>
                <a:solidFill>
                  <a:schemeClr val="tx2"/>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7F716D65-B11C-E9B7-66BF-88E72C5DCEBA}"/>
              </a:ext>
            </a:extLst>
          </p:cNvPr>
          <p:cNvCxnSpPr>
            <a:cxnSpLocks/>
          </p:cNvCxnSpPr>
          <p:nvPr/>
        </p:nvCxnSpPr>
        <p:spPr>
          <a:xfrm>
            <a:off x="0" y="783822"/>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35058513"/>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Section Header 2">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64008" y="1435608"/>
            <a:ext cx="11594592" cy="5559552"/>
          </a:xfrm>
        </p:spPr>
        <p:txBody>
          <a:bodyPr anchor="b">
            <a:normAutofit/>
          </a:bodyPr>
          <a:lstStyle>
            <a:lvl1pPr>
              <a:lnSpc>
                <a:spcPct val="67000"/>
              </a:lnSpc>
              <a:defRPr sz="14800">
                <a:solidFill>
                  <a:schemeClr val="accent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p:txBody>
          <a:bodyPr/>
          <a:lstStyle>
            <a:lvl1pPr>
              <a:defRPr>
                <a:solidFill>
                  <a:schemeClr val="accent1"/>
                </a:solidFill>
              </a:defRPr>
            </a:lvl1pPr>
          </a:lstStyle>
          <a:p>
            <a:r>
              <a:rPr lang="en-US" dirty="0"/>
              <a:t>Footer Text</a:t>
            </a:r>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p:txBody>
          <a:bodyPr/>
          <a:lstStyle>
            <a:lvl1pPr>
              <a:defRPr>
                <a:solidFill>
                  <a:schemeClr val="accent1"/>
                </a:solidFill>
              </a:defRPr>
            </a:lvl1pPr>
          </a:lstStyle>
          <a:p>
            <a:fld id="{4B393500-FDAE-4B7A-8E90-4B7ED0649363}" type="datetime1">
              <a:rPr lang="en-US" smtClean="0"/>
              <a:t>12/21/2025</a:t>
            </a:fld>
            <a:endParaRPr lang="en-US"/>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p:txBody>
          <a:bodyPr/>
          <a:lstStyle>
            <a:lvl1pPr>
              <a:defRPr>
                <a:solidFill>
                  <a:schemeClr val="accent1"/>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7F716D65-B11C-E9B7-66BF-88E72C5DCEBA}"/>
              </a:ext>
            </a:extLst>
          </p:cNvPr>
          <p:cNvCxnSpPr>
            <a:cxnSpLocks/>
          </p:cNvCxnSpPr>
          <p:nvPr/>
        </p:nvCxnSpPr>
        <p:spPr>
          <a:xfrm>
            <a:off x="0" y="783822"/>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867000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reserve="1">
  <p:cSld name="Agenda">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7" y="886968"/>
            <a:ext cx="11405277" cy="1170432"/>
          </a:xfrm>
        </p:spPr>
        <p:txBody>
          <a:bodyPr>
            <a:normAutofit/>
          </a:bodyPr>
          <a:lstStyle>
            <a:lvl1pPr>
              <a:defRPr sz="8800">
                <a:solidFill>
                  <a:schemeClr val="accent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07599C6D-D164-AA94-72F8-241C187199F2}"/>
              </a:ext>
            </a:extLst>
          </p:cNvPr>
          <p:cNvSpPr>
            <a:spLocks noGrp="1"/>
          </p:cNvSpPr>
          <p:nvPr>
            <p:ph type="ftr" sz="quarter" idx="11"/>
          </p:nvPr>
        </p:nvSpPr>
        <p:spPr/>
        <p:txBody>
          <a:bodyPr/>
          <a:lstStyle/>
          <a:p>
            <a:r>
              <a:rPr lang="en-US" dirty="0"/>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764881" y="2832652"/>
            <a:ext cx="6893719" cy="3508951"/>
          </a:xfrm>
        </p:spPr>
        <p:txBody>
          <a:bodyPr anchor="t">
            <a:normAutofit/>
          </a:bodyPr>
          <a:lstStyle>
            <a:lvl1pPr marL="457200" indent="-457200">
              <a:buFont typeface="+mj-lt"/>
              <a:buAutoNum type="arabicPeriod"/>
              <a:defRPr sz="2000"/>
            </a:lvl1pPr>
            <a:lvl2pPr marL="800100" indent="-342900">
              <a:buFont typeface="+mj-lt"/>
              <a:buAutoNum type="arabicPeriod"/>
              <a:defRPr sz="1800"/>
            </a:lvl2pPr>
            <a:lvl3pPr marL="1257300" indent="-342900">
              <a:buFont typeface="+mj-lt"/>
              <a:buAutoNum type="arabicPeriod"/>
              <a:defRPr sz="1600"/>
            </a:lvl3pPr>
            <a:lvl4pPr marL="1714500" indent="-342900">
              <a:buFont typeface="+mj-lt"/>
              <a:buAutoNum type="arabicPeriod"/>
              <a:defRPr sz="1400"/>
            </a:lvl4pPr>
            <a:lvl5pPr marL="21717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10B50CAA-07B2-F8CA-1425-4249CE17A802}"/>
              </a:ext>
            </a:extLst>
          </p:cNvPr>
          <p:cNvSpPr>
            <a:spLocks noGrp="1"/>
          </p:cNvSpPr>
          <p:nvPr>
            <p:ph type="dt" sz="half" idx="10"/>
          </p:nvPr>
        </p:nvSpPr>
        <p:spPr/>
        <p:txBody>
          <a:bodyPr/>
          <a:lstStyle/>
          <a:p>
            <a:fld id="{D9D311C3-93DB-42DC-917F-4386F19A1E3B}" type="datetime1">
              <a:rPr lang="en-US" smtClean="0"/>
              <a:t>12/21/2025</a:t>
            </a:fld>
            <a:endParaRPr lang="en-US"/>
          </a:p>
        </p:txBody>
      </p:sp>
      <p:sp>
        <p:nvSpPr>
          <p:cNvPr id="11" name="Slide Number Placeholder 10">
            <a:extLst>
              <a:ext uri="{FF2B5EF4-FFF2-40B4-BE49-F238E27FC236}">
                <a16:creationId xmlns:a16="http://schemas.microsoft.com/office/drawing/2014/main" id="{5DEAD866-E26E-BF23-7B5D-9F689B2FA881}"/>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E8AC7CAE-FC19-2728-AA3B-1D2FE7879B25}"/>
              </a:ext>
            </a:extLst>
          </p:cNvPr>
          <p:cNvCxnSpPr>
            <a:cxnSpLocks/>
          </p:cNvCxnSpPr>
          <p:nvPr/>
        </p:nvCxnSpPr>
        <p:spPr>
          <a:xfrm>
            <a:off x="0" y="2118492"/>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F11B3592-91FB-05F4-B422-A40D7CD4DE2D}"/>
              </a:ext>
            </a:extLst>
          </p:cNvPr>
          <p:cNvCxnSpPr>
            <a:cxnSpLocks/>
          </p:cNvCxnSpPr>
          <p:nvPr/>
        </p:nvCxnSpPr>
        <p:spPr>
          <a:xfrm>
            <a:off x="0" y="800100"/>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47211878"/>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Agenda with Picture">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5266944" y="521208"/>
            <a:ext cx="6647688" cy="1865376"/>
          </a:xfrm>
        </p:spPr>
        <p:txBody>
          <a:bodyPr>
            <a:normAutofit/>
          </a:bodyPr>
          <a:lstStyle>
            <a:lvl1pPr>
              <a:defRPr sz="8000">
                <a:solidFill>
                  <a:schemeClr val="accent1"/>
                </a:solidFill>
              </a:defRPr>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AD3A4126-4E48-DD2C-1468-6A36AE6C1D14}"/>
              </a:ext>
            </a:extLst>
          </p:cNvPr>
          <p:cNvSpPr>
            <a:spLocks noGrp="1"/>
          </p:cNvSpPr>
          <p:nvPr>
            <p:ph type="pic" sz="quarter" idx="13" hasCustomPrompt="1"/>
          </p:nvPr>
        </p:nvSpPr>
        <p:spPr>
          <a:xfrm>
            <a:off x="0" y="0"/>
            <a:ext cx="4917320" cy="6858000"/>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266943" y="2651760"/>
            <a:ext cx="6327648" cy="3547872"/>
          </a:xfrm>
        </p:spPr>
        <p:txBody>
          <a:bodyPr>
            <a:normAutofit/>
          </a:bodyPr>
          <a:lstStyle>
            <a:lvl1pPr marL="457200" indent="-457200">
              <a:buFont typeface="+mj-lt"/>
              <a:buAutoNum type="arabicPeriod"/>
              <a:defRPr sz="2000"/>
            </a:lvl1pPr>
            <a:lvl2pPr marL="800100" indent="-342900">
              <a:buFont typeface="+mj-lt"/>
              <a:buAutoNum type="arabicPeriod"/>
              <a:defRPr sz="1800"/>
            </a:lvl2pPr>
            <a:lvl3pPr marL="1257300" indent="-342900">
              <a:buFont typeface="+mj-lt"/>
              <a:buAutoNum type="arabicPeriod"/>
              <a:defRPr sz="1600"/>
            </a:lvl3pPr>
            <a:lvl4pPr marL="1714500" indent="-342900">
              <a:buFont typeface="+mj-lt"/>
              <a:buAutoNum type="arabicPeriod"/>
              <a:defRPr sz="1400"/>
            </a:lvl4pPr>
            <a:lvl5pPr marL="21717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5271899" y="210312"/>
            <a:ext cx="2962656"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9573511" y="210312"/>
            <a:ext cx="1679642" cy="411480"/>
          </a:xfrm>
        </p:spPr>
        <p:txBody>
          <a:bodyPr/>
          <a:lstStyle/>
          <a:p>
            <a:fld id="{948C47DC-C479-4517-B1B0-94DB01BA76E7}" type="datetime1">
              <a:rPr lang="en-US" smtClean="0"/>
              <a:t>12/21/2025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E7633BE4-C9B9-310C-1EAE-191B5D344B59}"/>
              </a:ext>
            </a:extLst>
          </p:cNvPr>
          <p:cNvCxnSpPr>
            <a:cxnSpLocks/>
          </p:cNvCxnSpPr>
          <p:nvPr/>
        </p:nvCxnSpPr>
        <p:spPr>
          <a:xfrm>
            <a:off x="4923916" y="2452449"/>
            <a:ext cx="7268084"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EA010762-96A4-4E1C-CD5D-EE1C1D1FC6E2}"/>
              </a:ext>
            </a:extLst>
          </p:cNvPr>
          <p:cNvCxnSpPr>
            <a:cxnSpLocks/>
          </p:cNvCxnSpPr>
          <p:nvPr/>
        </p:nvCxnSpPr>
        <p:spPr>
          <a:xfrm flipV="1">
            <a:off x="4923916" y="0"/>
            <a:ext cx="0" cy="685800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82012978"/>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394368" y="1589105"/>
            <a:ext cx="5403264" cy="1622994"/>
          </a:xfrm>
        </p:spPr>
        <p:txBody>
          <a:bodyPr vert="horz" lIns="91440" tIns="45720" rIns="91440" bIns="45720" rtlCol="0" anchor="b">
            <a:normAutofit/>
          </a:bodyPr>
          <a:lstStyle>
            <a:lvl1pPr algn="ctr">
              <a:defRPr lang="en-US" sz="44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D956E9D4-3B6F-5DDD-5E3B-A829B10ED9F1}"/>
              </a:ext>
            </a:extLst>
          </p:cNvPr>
          <p:cNvSpPr>
            <a:spLocks noGrp="1"/>
          </p:cNvSpPr>
          <p:nvPr>
            <p:ph type="ftr" sz="quarter" idx="11"/>
          </p:nvPr>
        </p:nvSpPr>
        <p:spPr/>
        <p:txBody>
          <a:bodyPr/>
          <a:lstStyle/>
          <a:p>
            <a:r>
              <a:rPr lang="en-US" dirty="0"/>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394368" y="3395398"/>
            <a:ext cx="5403264" cy="1837985"/>
          </a:xfrm>
        </p:spPr>
        <p:txBody>
          <a:bodyPr anchor="t"/>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9F60BAB4-BB08-FD4A-678D-2FFE35A0DFDA}"/>
              </a:ext>
            </a:extLst>
          </p:cNvPr>
          <p:cNvSpPr>
            <a:spLocks noGrp="1"/>
          </p:cNvSpPr>
          <p:nvPr>
            <p:ph type="dt" sz="half" idx="10"/>
          </p:nvPr>
        </p:nvSpPr>
        <p:spPr/>
        <p:txBody>
          <a:bodyPr/>
          <a:lstStyle/>
          <a:p>
            <a:fld id="{B24F1FC4-E055-4072-90AD-B359FC529E8A}" type="datetime1">
              <a:rPr lang="en-US" smtClean="0"/>
              <a:t>12/21/2025</a:t>
            </a:fld>
            <a:endParaRPr lang="en-US"/>
          </a:p>
        </p:txBody>
      </p:sp>
      <p:sp>
        <p:nvSpPr>
          <p:cNvPr id="10" name="Slide Number Placeholder 9">
            <a:extLst>
              <a:ext uri="{FF2B5EF4-FFF2-40B4-BE49-F238E27FC236}">
                <a16:creationId xmlns:a16="http://schemas.microsoft.com/office/drawing/2014/main" id="{DBF6EF0E-4178-1F33-0BF9-2A2B4C33C257}"/>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B21C4E92-1D0B-ABAB-54CA-016BB17A93FD}"/>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D801A3D6-493E-2CE6-4153-5A2D3C978311}"/>
              </a:ext>
            </a:extLst>
          </p:cNvPr>
          <p:cNvCxnSpPr>
            <a:cxnSpLocks/>
          </p:cNvCxnSpPr>
          <p:nvPr/>
        </p:nvCxnSpPr>
        <p:spPr>
          <a:xfrm>
            <a:off x="2673336" y="781627"/>
            <a:ext cx="0" cy="527627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1D7E29DE-22CD-1512-C9E7-51C4D8B5F337}"/>
              </a:ext>
            </a:extLst>
          </p:cNvPr>
          <p:cNvCxnSpPr>
            <a:cxnSpLocks/>
          </p:cNvCxnSpPr>
          <p:nvPr/>
        </p:nvCxnSpPr>
        <p:spPr>
          <a:xfrm>
            <a:off x="9526413" y="781627"/>
            <a:ext cx="0" cy="527627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97271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17772" y="1100834"/>
            <a:ext cx="8533261" cy="2314842"/>
          </a:xfrm>
        </p:spPr>
        <p:txBody>
          <a:bodyPr vert="horz" lIns="91440" tIns="45720" rIns="91440" bIns="45720" rtlCol="0" anchor="t">
            <a:normAutofit/>
          </a:bodyPr>
          <a:lstStyle>
            <a:lvl1pPr>
              <a:defRPr lang="en-US" sz="8000" dirty="0"/>
            </a:lvl1pPr>
          </a:lstStyle>
          <a:p>
            <a:pPr lvl="0"/>
            <a:r>
              <a:rPr lang="en-US"/>
              <a:t>Click to edit Master title style</a:t>
            </a:r>
            <a:endParaRPr lang="en-US" dirty="0"/>
          </a:p>
        </p:txBody>
      </p:sp>
      <p:sp>
        <p:nvSpPr>
          <p:cNvPr id="12" name="Footer Placeholder 11">
            <a:extLst>
              <a:ext uri="{FF2B5EF4-FFF2-40B4-BE49-F238E27FC236}">
                <a16:creationId xmlns:a16="http://schemas.microsoft.com/office/drawing/2014/main" id="{F6B2ADB6-8B11-5463-D307-3F4916CA6A70}"/>
              </a:ext>
            </a:extLst>
          </p:cNvPr>
          <p:cNvSpPr>
            <a:spLocks noGrp="1"/>
          </p:cNvSpPr>
          <p:nvPr>
            <p:ph type="ftr" sz="quarter" idx="11"/>
          </p:nvPr>
        </p:nvSpPr>
        <p:spPr/>
        <p:txBody>
          <a:bodyPr/>
          <a:lstStyle/>
          <a:p>
            <a:r>
              <a:rPr lang="en-US" dirty="0"/>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566893" y="3442324"/>
            <a:ext cx="3894179" cy="2274889"/>
          </a:xfrm>
        </p:spPr>
        <p:txBody>
          <a:bodyPr vert="horz" lIns="91440" tIns="45720" rIns="91440" bIns="45720" rtlCol="0" anchor="b">
            <a:normAutofit/>
          </a:bodyPr>
          <a:lstStyle>
            <a:lvl1pPr marL="0" indent="0">
              <a:buNone/>
              <a:defRPr lang="en-US" dirty="0"/>
            </a:lvl1pPr>
            <a:lvl2pPr marL="457200" indent="0">
              <a:buNone/>
              <a:defRPr lang="en-US" dirty="0"/>
            </a:lvl2pPr>
            <a:lvl3pPr marL="914400" indent="0">
              <a:buNone/>
              <a:defRPr lang="en-US" dirty="0"/>
            </a:lvl3pPr>
            <a:lvl4pPr marL="1371600" indent="0">
              <a:buNone/>
              <a:defRPr lang="en-US" dirty="0"/>
            </a:lvl4pPr>
            <a:lvl5pPr marL="18288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Date Placeholder 10">
            <a:extLst>
              <a:ext uri="{FF2B5EF4-FFF2-40B4-BE49-F238E27FC236}">
                <a16:creationId xmlns:a16="http://schemas.microsoft.com/office/drawing/2014/main" id="{1A9A27FE-5C62-0E4C-1D35-2B5BE652199D}"/>
              </a:ext>
            </a:extLst>
          </p:cNvPr>
          <p:cNvSpPr>
            <a:spLocks noGrp="1"/>
          </p:cNvSpPr>
          <p:nvPr>
            <p:ph type="dt" sz="half" idx="10"/>
          </p:nvPr>
        </p:nvSpPr>
        <p:spPr/>
        <p:txBody>
          <a:bodyPr/>
          <a:lstStyle/>
          <a:p>
            <a:fld id="{69AE50BB-FE55-4F45-B460-B5BF3CD2BA72}" type="datetime1">
              <a:rPr lang="en-US" smtClean="0"/>
              <a:t>12/21/2025</a:t>
            </a:fld>
            <a:endParaRPr lang="en-US"/>
          </a:p>
        </p:txBody>
      </p:sp>
      <p:sp>
        <p:nvSpPr>
          <p:cNvPr id="13" name="Slide Number Placeholder 12">
            <a:extLst>
              <a:ext uri="{FF2B5EF4-FFF2-40B4-BE49-F238E27FC236}">
                <a16:creationId xmlns:a16="http://schemas.microsoft.com/office/drawing/2014/main" id="{047450B0-6060-60C9-5AC2-20186A242445}"/>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B21C4E92-1D0B-ABAB-54CA-016BB17A93FD}"/>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559937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3191" y="2077374"/>
            <a:ext cx="4479107" cy="2691413"/>
          </a:xfrm>
        </p:spPr>
        <p:txBody>
          <a:bodyPr vert="horz" lIns="91440" tIns="45720" rIns="91440" bIns="45720" rtlCol="0" anchor="ctr">
            <a:normAutofit/>
          </a:bodyPr>
          <a:lstStyle>
            <a:lvl1pPr>
              <a:defRPr lang="en-US" sz="6600" dirty="0"/>
            </a:lvl1pPr>
          </a:lstStyle>
          <a:p>
            <a:pPr lvl="0"/>
            <a:r>
              <a:rPr lang="en-US"/>
              <a:t>Click to edit Master title style</a:t>
            </a:r>
            <a:endParaRPr lang="en-US" dirty="0"/>
          </a:p>
        </p:txBody>
      </p:sp>
      <p:sp>
        <p:nvSpPr>
          <p:cNvPr id="10" name="Footer Placeholder 9">
            <a:extLst>
              <a:ext uri="{FF2B5EF4-FFF2-40B4-BE49-F238E27FC236}">
                <a16:creationId xmlns:a16="http://schemas.microsoft.com/office/drawing/2014/main" id="{F7DEB5EF-910B-9B2B-CB95-1AD374FECAFB}"/>
              </a:ext>
            </a:extLst>
          </p:cNvPr>
          <p:cNvSpPr>
            <a:spLocks noGrp="1"/>
          </p:cNvSpPr>
          <p:nvPr>
            <p:ph type="ftr" sz="quarter" idx="11"/>
          </p:nvPr>
        </p:nvSpPr>
        <p:spPr/>
        <p:txBody>
          <a:bodyPr/>
          <a:lstStyle/>
          <a:p>
            <a:r>
              <a:rPr lang="en-US" dirty="0"/>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751577" y="2210542"/>
            <a:ext cx="5869293" cy="2432477"/>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5FD4BD0F-0EF0-D5B9-5485-1ECB765DC5D9}"/>
              </a:ext>
            </a:extLst>
          </p:cNvPr>
          <p:cNvSpPr>
            <a:spLocks noGrp="1"/>
          </p:cNvSpPr>
          <p:nvPr>
            <p:ph type="dt" sz="half" idx="10"/>
          </p:nvPr>
        </p:nvSpPr>
        <p:spPr>
          <a:xfrm>
            <a:off x="5751577" y="207982"/>
            <a:ext cx="1921315" cy="413360"/>
          </a:xfrm>
        </p:spPr>
        <p:txBody>
          <a:bodyPr/>
          <a:lstStyle/>
          <a:p>
            <a:fld id="{F92C9D0B-C1A3-434D-9CF9-A666A14DD8A1}" type="datetime1">
              <a:rPr lang="en-US" smtClean="0"/>
              <a:t>12/21/2025</a:t>
            </a:fld>
            <a:endParaRPr lang="en-US"/>
          </a:p>
        </p:txBody>
      </p:sp>
      <p:sp>
        <p:nvSpPr>
          <p:cNvPr id="12" name="Slide Number Placeholder 11">
            <a:extLst>
              <a:ext uri="{FF2B5EF4-FFF2-40B4-BE49-F238E27FC236}">
                <a16:creationId xmlns:a16="http://schemas.microsoft.com/office/drawing/2014/main" id="{8566B317-2D55-4797-E621-551FCA482D78}"/>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5311938" y="1550633"/>
            <a:ext cx="0" cy="3756734"/>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6790D5D6-313A-8ACD-591F-F8BEC510B947}"/>
              </a:ext>
            </a:extLst>
          </p:cNvPr>
          <p:cNvCxnSpPr>
            <a:cxnSpLocks/>
          </p:cNvCxnSpPr>
          <p:nvPr/>
        </p:nvCxnSpPr>
        <p:spPr>
          <a:xfrm>
            <a:off x="0" y="5308844"/>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9F6F1415-3933-6D89-472D-2FA4BBB279E7}"/>
              </a:ext>
            </a:extLst>
          </p:cNvPr>
          <p:cNvCxnSpPr>
            <a:cxnSpLocks/>
          </p:cNvCxnSpPr>
          <p:nvPr/>
        </p:nvCxnSpPr>
        <p:spPr>
          <a:xfrm>
            <a:off x="0" y="155063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989988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3191" y="1264785"/>
            <a:ext cx="4479107" cy="4315917"/>
          </a:xfrm>
        </p:spPr>
        <p:txBody>
          <a:bodyPr vert="horz" lIns="91440" tIns="45720" rIns="91440" bIns="45720" rtlCol="0" anchor="ctr">
            <a:normAutofit/>
          </a:bodyPr>
          <a:lstStyle>
            <a:lvl1pPr>
              <a:defRPr lang="en-US" sz="6600" dirty="0"/>
            </a:lvl1pPr>
          </a:lstStyle>
          <a:p>
            <a:pPr lvl="0"/>
            <a:r>
              <a:rPr lang="en-US"/>
              <a:t>Click to edit Master title style</a:t>
            </a:r>
            <a:endParaRPr lang="en-US" dirty="0"/>
          </a:p>
        </p:txBody>
      </p:sp>
      <p:sp>
        <p:nvSpPr>
          <p:cNvPr id="10" name="Footer Placeholder 9">
            <a:extLst>
              <a:ext uri="{FF2B5EF4-FFF2-40B4-BE49-F238E27FC236}">
                <a16:creationId xmlns:a16="http://schemas.microsoft.com/office/drawing/2014/main" id="{922A59EF-3E61-0654-D289-2E1D6B738BA9}"/>
              </a:ext>
            </a:extLst>
          </p:cNvPr>
          <p:cNvSpPr>
            <a:spLocks noGrp="1"/>
          </p:cNvSpPr>
          <p:nvPr>
            <p:ph type="ftr" sz="quarter" idx="11"/>
          </p:nvPr>
        </p:nvSpPr>
        <p:spPr/>
        <p:txBody>
          <a:bodyPr/>
          <a:lstStyle/>
          <a:p>
            <a:r>
              <a:rPr lang="en-US" dirty="0"/>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751577" y="1264782"/>
            <a:ext cx="5869293" cy="4315922"/>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1E4E1FBF-A73A-1962-4961-FD2DDB212A04}"/>
              </a:ext>
            </a:extLst>
          </p:cNvPr>
          <p:cNvSpPr>
            <a:spLocks noGrp="1"/>
          </p:cNvSpPr>
          <p:nvPr>
            <p:ph type="dt" sz="half" idx="10"/>
          </p:nvPr>
        </p:nvSpPr>
        <p:spPr>
          <a:xfrm>
            <a:off x="5751577" y="207982"/>
            <a:ext cx="1921315" cy="413360"/>
          </a:xfrm>
        </p:spPr>
        <p:txBody>
          <a:bodyPr/>
          <a:lstStyle/>
          <a:p>
            <a:fld id="{A160C79D-A598-4F1A-884F-A703D5B0FD7B}" type="datetime1">
              <a:rPr lang="en-US" smtClean="0"/>
              <a:t>12/21/2025</a:t>
            </a:fld>
            <a:endParaRPr lang="en-US"/>
          </a:p>
        </p:txBody>
      </p:sp>
      <p:sp>
        <p:nvSpPr>
          <p:cNvPr id="11" name="Slide Number Placeholder 10">
            <a:extLst>
              <a:ext uri="{FF2B5EF4-FFF2-40B4-BE49-F238E27FC236}">
                <a16:creationId xmlns:a16="http://schemas.microsoft.com/office/drawing/2014/main" id="{EB5754BB-F3CF-1B1E-E0B8-85D0578CB61D}"/>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5311938" y="787587"/>
            <a:ext cx="0" cy="527031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6790D5D6-313A-8ACD-591F-F8BEC510B947}"/>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263667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3192" y="1249959"/>
            <a:ext cx="4085912" cy="5125673"/>
          </a:xfrm>
        </p:spPr>
        <p:txBody>
          <a:bodyPr vert="horz" lIns="91440" tIns="45720" rIns="91440" bIns="45720" rtlCol="0" anchor="t">
            <a:normAutofit/>
          </a:bodyPr>
          <a:lstStyle>
            <a:lvl1pPr>
              <a:defRPr lang="en-US" sz="66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2A5B8121-E925-2131-A76A-FBDAB0BC9C80}"/>
              </a:ext>
            </a:extLst>
          </p:cNvPr>
          <p:cNvSpPr>
            <a:spLocks noGrp="1"/>
          </p:cNvSpPr>
          <p:nvPr>
            <p:ph type="ftr" sz="quarter" idx="11"/>
          </p:nvPr>
        </p:nvSpPr>
        <p:spPr/>
        <p:txBody>
          <a:bodyPr/>
          <a:lstStyle/>
          <a:p>
            <a:r>
              <a:rPr lang="en-US" dirty="0"/>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58384" y="1249959"/>
            <a:ext cx="6440424" cy="52387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DBA5BEFD-7245-BB4D-0F86-F1C3A32E0676}"/>
              </a:ext>
            </a:extLst>
          </p:cNvPr>
          <p:cNvSpPr>
            <a:spLocks noGrp="1"/>
          </p:cNvSpPr>
          <p:nvPr>
            <p:ph type="dt" sz="half" idx="10"/>
          </p:nvPr>
        </p:nvSpPr>
        <p:spPr>
          <a:xfrm>
            <a:off x="5363852" y="207982"/>
            <a:ext cx="1921315" cy="413360"/>
          </a:xfrm>
        </p:spPr>
        <p:txBody>
          <a:bodyPr/>
          <a:lstStyle/>
          <a:p>
            <a:fld id="{742A22FE-7CAA-4561-B3B2-F8D8C37BE3D2}" type="datetime1">
              <a:rPr lang="en-US" smtClean="0"/>
              <a:t>12/21/2025</a:t>
            </a:fld>
            <a:endParaRPr lang="en-US"/>
          </a:p>
        </p:txBody>
      </p:sp>
      <p:sp>
        <p:nvSpPr>
          <p:cNvPr id="10" name="Slide Number Placeholder 9">
            <a:extLst>
              <a:ext uri="{FF2B5EF4-FFF2-40B4-BE49-F238E27FC236}">
                <a16:creationId xmlns:a16="http://schemas.microsoft.com/office/drawing/2014/main" id="{85879897-4AF6-4B38-AB30-8DD979DC52CE}"/>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4918746" y="805343"/>
            <a:ext cx="0" cy="605265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638543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1034473"/>
            <a:ext cx="11420337" cy="1582221"/>
          </a:xfrm>
        </p:spPr>
        <p:txBody>
          <a:bodyPr/>
          <a:lstStyle>
            <a:lvl1pPr>
              <a:defRPr sz="660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9" y="2974109"/>
            <a:ext cx="11420336" cy="34015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E617F9A-AF72-E9F9-FE67-264CFD0B855C}"/>
              </a:ext>
            </a:extLst>
          </p:cNvPr>
          <p:cNvSpPr>
            <a:spLocks noGrp="1"/>
          </p:cNvSpPr>
          <p:nvPr>
            <p:ph type="ftr" sz="quarter" idx="11"/>
          </p:nvPr>
        </p:nvSpPr>
        <p:spPr/>
        <p:txBody>
          <a:bodyPr/>
          <a:lstStyle/>
          <a:p>
            <a:r>
              <a:rPr lang="en-US" dirty="0"/>
              <a:t>Footer Text</a:t>
            </a:r>
          </a:p>
        </p:txBody>
      </p:sp>
      <p:sp>
        <p:nvSpPr>
          <p:cNvPr id="8" name="Date Placeholder 7">
            <a:extLst>
              <a:ext uri="{FF2B5EF4-FFF2-40B4-BE49-F238E27FC236}">
                <a16:creationId xmlns:a16="http://schemas.microsoft.com/office/drawing/2014/main" id="{70522668-B624-9A0D-743B-874B6468AC18}"/>
              </a:ext>
            </a:extLst>
          </p:cNvPr>
          <p:cNvSpPr>
            <a:spLocks noGrp="1"/>
          </p:cNvSpPr>
          <p:nvPr>
            <p:ph type="dt" sz="half" idx="10"/>
          </p:nvPr>
        </p:nvSpPr>
        <p:spPr/>
        <p:txBody>
          <a:bodyPr/>
          <a:lstStyle/>
          <a:p>
            <a:fld id="{7DD67DB9-842B-4031-A4D5-ECF9E159B606}" type="datetime1">
              <a:rPr lang="en-US" smtClean="0"/>
              <a:t>12/21/2025</a:t>
            </a:fld>
            <a:endParaRPr lang="en-US"/>
          </a:p>
        </p:txBody>
      </p:sp>
      <p:sp>
        <p:nvSpPr>
          <p:cNvPr id="10" name="Slide Number Placeholder 9">
            <a:extLst>
              <a:ext uri="{FF2B5EF4-FFF2-40B4-BE49-F238E27FC236}">
                <a16:creationId xmlns:a16="http://schemas.microsoft.com/office/drawing/2014/main" id="{F09EC300-3CBF-3BA7-991F-4143EBA209C4}"/>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093DFD8D-B66E-C844-B523-E3C51265F5EA}"/>
              </a:ext>
            </a:extLst>
          </p:cNvPr>
          <p:cNvCxnSpPr>
            <a:cxnSpLocks/>
          </p:cNvCxnSpPr>
          <p:nvPr/>
        </p:nvCxnSpPr>
        <p:spPr>
          <a:xfrm>
            <a:off x="0" y="2703185"/>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856480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Content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5088" y="1249959"/>
            <a:ext cx="3578905" cy="5125673"/>
          </a:xfrm>
        </p:spPr>
        <p:txBody>
          <a:bodyPr vert="horz" lIns="91440" tIns="45720" rIns="91440" bIns="45720" rtlCol="0" anchor="t">
            <a:normAutofit/>
          </a:bodyPr>
          <a:lstStyle>
            <a:lvl1pPr>
              <a:defRPr lang="en-US" sz="60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34E7AB67-A25E-F99D-7053-223A31AB4A91}"/>
              </a:ext>
            </a:extLst>
          </p:cNvPr>
          <p:cNvSpPr>
            <a:spLocks noGrp="1"/>
          </p:cNvSpPr>
          <p:nvPr>
            <p:ph type="ftr" sz="quarter" idx="11"/>
          </p:nvPr>
        </p:nvSpPr>
        <p:spPr/>
        <p:txBody>
          <a:bodyPr/>
          <a:lstStyle/>
          <a:p>
            <a:r>
              <a:rPr lang="en-US" dirty="0"/>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775958" y="1249958"/>
            <a:ext cx="7022846" cy="53629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44B773E1-C0C5-10BC-5283-0943095DF2D9}"/>
              </a:ext>
            </a:extLst>
          </p:cNvPr>
          <p:cNvSpPr>
            <a:spLocks noGrp="1"/>
          </p:cNvSpPr>
          <p:nvPr>
            <p:ph type="dt" sz="half" idx="10"/>
          </p:nvPr>
        </p:nvSpPr>
        <p:spPr>
          <a:xfrm>
            <a:off x="4775958" y="207982"/>
            <a:ext cx="1921315" cy="413360"/>
          </a:xfrm>
        </p:spPr>
        <p:txBody>
          <a:bodyPr/>
          <a:lstStyle/>
          <a:p>
            <a:fld id="{CBE35CD3-9190-4B1C-AA9F-C899B0873567}" type="datetime1">
              <a:rPr lang="en-US" smtClean="0"/>
              <a:t>12/21/2025</a:t>
            </a:fld>
            <a:endParaRPr lang="en-US"/>
          </a:p>
        </p:txBody>
      </p:sp>
      <p:sp>
        <p:nvSpPr>
          <p:cNvPr id="10" name="Slide Number Placeholder 9">
            <a:extLst>
              <a:ext uri="{FF2B5EF4-FFF2-40B4-BE49-F238E27FC236}">
                <a16:creationId xmlns:a16="http://schemas.microsoft.com/office/drawing/2014/main" id="{8E615B6D-D0FF-BC11-9C32-FDA7B7D08BA8}"/>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4336321" y="805343"/>
            <a:ext cx="0" cy="605265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620253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obj" preserve="1">
  <p:cSld name="Content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683140"/>
            <a:ext cx="11452341" cy="66569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2" name="Footer Placeholder 11">
            <a:extLst>
              <a:ext uri="{FF2B5EF4-FFF2-40B4-BE49-F238E27FC236}">
                <a16:creationId xmlns:a16="http://schemas.microsoft.com/office/drawing/2014/main" id="{E3CC60A8-3DE8-B0E7-1EC5-2B337CF2BA7D}"/>
              </a:ext>
            </a:extLst>
          </p:cNvPr>
          <p:cNvSpPr>
            <a:spLocks noGrp="1"/>
          </p:cNvSpPr>
          <p:nvPr>
            <p:ph type="ftr" sz="quarter" idx="11"/>
          </p:nvPr>
        </p:nvSpPr>
        <p:spPr/>
        <p:txBody>
          <a:bodyPr/>
          <a:lstStyle/>
          <a:p>
            <a:r>
              <a:rPr lang="en-US" dirty="0"/>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8" y="1743311"/>
            <a:ext cx="11452342" cy="4916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E47EB01C-FB71-1416-6F69-B25D90D39C0F}"/>
              </a:ext>
            </a:extLst>
          </p:cNvPr>
          <p:cNvSpPr>
            <a:spLocks noGrp="1"/>
          </p:cNvSpPr>
          <p:nvPr>
            <p:ph type="dt" sz="half" idx="10"/>
          </p:nvPr>
        </p:nvSpPr>
        <p:spPr/>
        <p:txBody>
          <a:bodyPr/>
          <a:lstStyle/>
          <a:p>
            <a:fld id="{52A7ABF8-FBB9-4C71-BBD7-96C5E24AE291}" type="datetime1">
              <a:rPr lang="en-US" smtClean="0"/>
              <a:t>12/21/2025</a:t>
            </a:fld>
            <a:endParaRPr lang="en-US"/>
          </a:p>
        </p:txBody>
      </p:sp>
      <p:sp>
        <p:nvSpPr>
          <p:cNvPr id="13" name="Slide Number Placeholder 12">
            <a:extLst>
              <a:ext uri="{FF2B5EF4-FFF2-40B4-BE49-F238E27FC236}">
                <a16:creationId xmlns:a16="http://schemas.microsoft.com/office/drawing/2014/main" id="{8E842DA4-700F-A2D4-6AB8-0BAEDF3210BE}"/>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C5BF1F3F-87E2-1270-FB4D-FD251AD7E63C}"/>
              </a:ext>
            </a:extLst>
          </p:cNvPr>
          <p:cNvCxnSpPr>
            <a:cxnSpLocks/>
          </p:cNvCxnSpPr>
          <p:nvPr/>
        </p:nvCxnSpPr>
        <p:spPr>
          <a:xfrm>
            <a:off x="0" y="144282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9837153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5330876" y="749808"/>
            <a:ext cx="6442024" cy="2039112"/>
          </a:xfrm>
        </p:spPr>
        <p:txBody>
          <a:bodyPr vert="horz" lIns="91440" tIns="45720" rIns="91440" bIns="45720" rtlCol="0" anchor="t">
            <a:normAutofit/>
          </a:bodyPr>
          <a:lstStyle>
            <a:lvl1pPr>
              <a:defRPr lang="en-US" sz="7200"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4910328" cy="6858000"/>
          </a:xfrm>
          <a:blipFill>
            <a:blip r:embed="rId2">
              <a:alphaModFix amt="8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5330875" y="213482"/>
            <a:ext cx="2962656"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9609227" y="210312"/>
            <a:ext cx="1679642" cy="411480"/>
          </a:xfrm>
        </p:spPr>
        <p:txBody>
          <a:bodyPr/>
          <a:lstStyle/>
          <a:p>
            <a:fld id="{491FA625-EDE8-4CCD-93F2-36B8EAED6AA1}" type="datetime1">
              <a:rPr lang="en-US" smtClean="0"/>
              <a:t>12/21/2025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30875" y="2944368"/>
            <a:ext cx="6442025" cy="35716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910328"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123895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49808"/>
            <a:ext cx="6499654" cy="2039112"/>
          </a:xfrm>
        </p:spPr>
        <p:txBody>
          <a:bodyPr vert="horz" lIns="91440" tIns="45720" rIns="91440" bIns="45720" rtlCol="0" anchor="t">
            <a:normAutofit/>
          </a:bodyPr>
          <a:lstStyle>
            <a:lvl1pPr>
              <a:defRPr lang="en-US" sz="7200"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1"/>
            <a:ext cx="2962656"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4364879" y="210311"/>
            <a:ext cx="1679642" cy="411480"/>
          </a:xfrm>
        </p:spPr>
        <p:txBody>
          <a:bodyPr/>
          <a:lstStyle/>
          <a:p>
            <a:fld id="{18520A44-1A63-4FB7-80E4-61FF907A138E}" type="datetime1">
              <a:rPr lang="en-US" smtClean="0"/>
              <a:t>12/21/2025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6147480" y="210312"/>
            <a:ext cx="546447" cy="413360"/>
          </a:xfrm>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8" y="2944368"/>
            <a:ext cx="6499657" cy="35822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7277621" y="0"/>
            <a:ext cx="4914379" cy="6858000"/>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7272857"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516679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750308" y="612648"/>
            <a:ext cx="7022592" cy="103327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4342584" cy="6858000"/>
          </a:xfrm>
          <a:blipFill>
            <a:blip r:embed="rId2">
              <a:alphaModFix amt="80000"/>
            </a:blip>
            <a:stretch>
              <a:fillRect/>
            </a:stretch>
          </a:blipFill>
        </p:spPr>
        <p:txBody>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CD81791C-036D-058C-0055-96793694D657}"/>
              </a:ext>
            </a:extLst>
          </p:cNvPr>
          <p:cNvSpPr>
            <a:spLocks noGrp="1"/>
          </p:cNvSpPr>
          <p:nvPr>
            <p:ph type="ftr" sz="quarter" idx="15"/>
          </p:nvPr>
        </p:nvSpPr>
        <p:spPr>
          <a:xfrm>
            <a:off x="4750307" y="210312"/>
            <a:ext cx="3531437" cy="413360"/>
          </a:xfrm>
        </p:spPr>
        <p:txBody>
          <a:bodyPr/>
          <a:lstStyle/>
          <a:p>
            <a:r>
              <a:rPr lang="en-US" dirty="0"/>
              <a:t>Footer Text</a:t>
            </a:r>
          </a:p>
        </p:txBody>
      </p:sp>
      <p:sp>
        <p:nvSpPr>
          <p:cNvPr id="7" name="Date Placeholder 6">
            <a:extLst>
              <a:ext uri="{FF2B5EF4-FFF2-40B4-BE49-F238E27FC236}">
                <a16:creationId xmlns:a16="http://schemas.microsoft.com/office/drawing/2014/main" id="{E2A8DE5B-9C41-DE5B-BF91-98510120DCFE}"/>
              </a:ext>
            </a:extLst>
          </p:cNvPr>
          <p:cNvSpPr>
            <a:spLocks noGrp="1"/>
          </p:cNvSpPr>
          <p:nvPr>
            <p:ph type="dt" sz="half" idx="14"/>
          </p:nvPr>
        </p:nvSpPr>
        <p:spPr>
          <a:xfrm>
            <a:off x="9582299" y="210312"/>
            <a:ext cx="1679642" cy="413360"/>
          </a:xfrm>
        </p:spPr>
        <p:txBody>
          <a:bodyPr/>
          <a:lstStyle/>
          <a:p>
            <a:fld id="{5824A7B9-17B9-4425-9158-739F678A55EB}" type="datetime1">
              <a:rPr lang="en-US" smtClean="0"/>
              <a:t>12/21/2025</a:t>
            </a:fld>
            <a:endParaRPr lang="en-US" dirty="0"/>
          </a:p>
        </p:txBody>
      </p:sp>
      <p:sp>
        <p:nvSpPr>
          <p:cNvPr id="11" name="Slide Number Placeholder 10">
            <a:extLst>
              <a:ext uri="{FF2B5EF4-FFF2-40B4-BE49-F238E27FC236}">
                <a16:creationId xmlns:a16="http://schemas.microsoft.com/office/drawing/2014/main" id="{0E0FD979-F905-C567-8E21-A3EDCE179803}"/>
              </a:ext>
            </a:extLst>
          </p:cNvPr>
          <p:cNvSpPr>
            <a:spLocks noGrp="1"/>
          </p:cNvSpPr>
          <p:nvPr>
            <p:ph type="sldNum" sz="quarter" idx="16"/>
          </p:nvPr>
        </p:nvSpPr>
        <p:spPr/>
        <p:txBody>
          <a:bodyPr/>
          <a:lstStyle/>
          <a:p>
            <a:fld id="{753D0FD4-819D-4187-8797-C35567B41C78}" type="slidenum">
              <a:rPr lang="en-US" smtClean="0"/>
              <a:t>‹#›</a:t>
            </a:fld>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750307" y="1746503"/>
            <a:ext cx="7022592" cy="48066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345760"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235810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612648"/>
            <a:ext cx="7015483" cy="103327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Footer Placeholder 10">
            <a:extLst>
              <a:ext uri="{FF2B5EF4-FFF2-40B4-BE49-F238E27FC236}">
                <a16:creationId xmlns:a16="http://schemas.microsoft.com/office/drawing/2014/main" id="{BB59EF2B-7C7F-BA27-16C2-C56B21D3774C}"/>
              </a:ext>
            </a:extLst>
          </p:cNvPr>
          <p:cNvSpPr>
            <a:spLocks noGrp="1"/>
          </p:cNvSpPr>
          <p:nvPr>
            <p:ph type="ftr" sz="quarter" idx="15"/>
          </p:nvPr>
        </p:nvSpPr>
        <p:spPr/>
        <p:txBody>
          <a:bodyPr/>
          <a:lstStyle/>
          <a:p>
            <a:r>
              <a:rPr lang="en-US" dirty="0"/>
              <a:t>Footer Text</a:t>
            </a:r>
          </a:p>
        </p:txBody>
      </p:sp>
      <p:sp>
        <p:nvSpPr>
          <p:cNvPr id="9" name="Date Placeholder 8">
            <a:extLst>
              <a:ext uri="{FF2B5EF4-FFF2-40B4-BE49-F238E27FC236}">
                <a16:creationId xmlns:a16="http://schemas.microsoft.com/office/drawing/2014/main" id="{2A99D216-CE5A-6458-A23E-BE0E554AC3D1}"/>
              </a:ext>
            </a:extLst>
          </p:cNvPr>
          <p:cNvSpPr>
            <a:spLocks noGrp="1"/>
          </p:cNvSpPr>
          <p:nvPr>
            <p:ph type="dt" sz="half" idx="14"/>
          </p:nvPr>
        </p:nvSpPr>
        <p:spPr>
          <a:xfrm>
            <a:off x="5224951" y="207982"/>
            <a:ext cx="1682496" cy="413360"/>
          </a:xfrm>
        </p:spPr>
        <p:txBody>
          <a:bodyPr/>
          <a:lstStyle/>
          <a:p>
            <a:fld id="{28E8FF4C-7F6A-4962-9270-F797B8959287}" type="datetime1">
              <a:rPr lang="en-US" smtClean="0"/>
              <a:t>12/21/2025</a:t>
            </a:fld>
            <a:endParaRPr lang="en-US"/>
          </a:p>
        </p:txBody>
      </p:sp>
      <p:sp>
        <p:nvSpPr>
          <p:cNvPr id="12" name="Slide Number Placeholder 11">
            <a:extLst>
              <a:ext uri="{FF2B5EF4-FFF2-40B4-BE49-F238E27FC236}">
                <a16:creationId xmlns:a16="http://schemas.microsoft.com/office/drawing/2014/main" id="{3220FA64-3C9A-EBCF-5C28-E7DED40C97DC}"/>
              </a:ext>
            </a:extLst>
          </p:cNvPr>
          <p:cNvSpPr>
            <a:spLocks noGrp="1"/>
          </p:cNvSpPr>
          <p:nvPr>
            <p:ph type="sldNum" sz="quarter" idx="16"/>
          </p:nvPr>
        </p:nvSpPr>
        <p:spPr>
          <a:xfrm>
            <a:off x="6789594" y="207982"/>
            <a:ext cx="546447" cy="413360"/>
          </a:xfrm>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1746504"/>
            <a:ext cx="7018271" cy="4806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7773592" y="0"/>
            <a:ext cx="4417215" cy="6858000"/>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7768833"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0180295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60" y="749808"/>
            <a:ext cx="4163674" cy="2039112"/>
          </a:xfrm>
        </p:spPr>
        <p:txBody>
          <a:bodyPr vert="horz" lIns="91440" tIns="45720" rIns="91440" bIns="45720" rtlCol="0" anchor="t">
            <a:normAutofit/>
          </a:bodyPr>
          <a:lstStyle>
            <a:lvl1pPr>
              <a:defRPr lang="en-US" sz="7200"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752056"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073675" y="210312"/>
            <a:ext cx="1058111" cy="411480"/>
          </a:xfrm>
        </p:spPr>
        <p:txBody>
          <a:bodyPr/>
          <a:lstStyle/>
          <a:p>
            <a:fld id="{A2955807-6726-42C9-B7D5-F5CAD1E31DC0}" type="datetime1">
              <a:rPr lang="en-US" smtClean="0"/>
              <a:t>12/21/2025</a:t>
            </a:fld>
            <a:endParaRPr lang="en-US" dirty="0"/>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4054543" y="210312"/>
            <a:ext cx="440969" cy="413360"/>
          </a:xfrm>
        </p:spPr>
        <p:txBody>
          <a:bodyPr/>
          <a:lstStyle/>
          <a:p>
            <a:fld id="{753D0FD4-819D-4187-8797-C35567B41C78}" type="slidenum">
              <a:rPr lang="en-US" smtClean="0"/>
              <a:t>‹#›</a:t>
            </a:fld>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61" y="2944368"/>
            <a:ext cx="4163674" cy="35822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4912658" y="0"/>
            <a:ext cx="7279341" cy="6858000"/>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908810"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7010130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17773" y="749808"/>
            <a:ext cx="5778227" cy="103327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969163" y="210312"/>
            <a:ext cx="1679642" cy="411480"/>
          </a:xfrm>
        </p:spPr>
        <p:txBody>
          <a:bodyPr/>
          <a:lstStyle/>
          <a:p>
            <a:fld id="{064F86E1-145A-4683-AD05-97E7E41B4995}" type="datetime1">
              <a:rPr lang="en-US" smtClean="0"/>
              <a:t>12/21/2025</a:t>
            </a:fld>
            <a:endParaRPr lang="en-US" dirty="0"/>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5614093" y="210312"/>
            <a:ext cx="546447" cy="413360"/>
          </a:xfrm>
        </p:spPr>
        <p:txBody>
          <a:bodyPr/>
          <a:lstStyle/>
          <a:p>
            <a:fld id="{753D0FD4-819D-4187-8797-C35567B41C78}" type="slidenum">
              <a:rPr lang="en-US" smtClean="0"/>
              <a:t>‹#›</a:t>
            </a:fld>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1993391"/>
            <a:ext cx="5778227" cy="45598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6575416" y="0"/>
            <a:ext cx="5616584" cy="6858000"/>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AF4034EB-F498-D527-195A-D17B85027774}"/>
              </a:ext>
            </a:extLst>
          </p:cNvPr>
          <p:cNvCxnSpPr>
            <a:cxnSpLocks/>
          </p:cNvCxnSpPr>
          <p:nvPr/>
        </p:nvCxnSpPr>
        <p:spPr>
          <a:xfrm>
            <a:off x="6570629" y="0"/>
            <a:ext cx="0" cy="6857999"/>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0768810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670308" y="853949"/>
            <a:ext cx="4102574" cy="151607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1" y="0"/>
            <a:ext cx="7285976" cy="6858000"/>
          </a:xfrm>
          <a:blipFill>
            <a:blip r:embed="rId2">
              <a:alphaModFix amt="8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7670308" y="213482"/>
            <a:ext cx="2129674"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9930367" y="210312"/>
            <a:ext cx="1216834" cy="411480"/>
          </a:xfrm>
        </p:spPr>
        <p:txBody>
          <a:bodyPr/>
          <a:lstStyle/>
          <a:p>
            <a:fld id="{3E021DF1-F92E-444A-9AEF-304BD60FF6DA}" type="datetime1">
              <a:rPr lang="en-US" smtClean="0"/>
              <a:t>12/21/2025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26453" y="210312"/>
            <a:ext cx="679998" cy="413360"/>
          </a:xfrm>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670308" y="2578607"/>
            <a:ext cx="4102585" cy="39502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Straight Connector 14">
            <a:extLst>
              <a:ext uri="{FF2B5EF4-FFF2-40B4-BE49-F238E27FC236}">
                <a16:creationId xmlns:a16="http://schemas.microsoft.com/office/drawing/2014/main" id="{19E9D652-D7DE-25C0-FCD7-3031AEEB0C6C}"/>
              </a:ext>
            </a:extLst>
          </p:cNvPr>
          <p:cNvCxnSpPr>
            <a:cxnSpLocks/>
          </p:cNvCxnSpPr>
          <p:nvPr/>
        </p:nvCxnSpPr>
        <p:spPr>
          <a:xfrm>
            <a:off x="7291894"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6798269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749808"/>
            <a:ext cx="4123680" cy="1517904"/>
          </a:xfrm>
        </p:spPr>
        <p:txBody>
          <a:bodyPr vert="horz" lIns="91440" tIns="45720" rIns="91440" bIns="45720" rtlCol="0" anchor="t">
            <a:normAutofit/>
          </a:bodyPr>
          <a:lstStyle>
            <a:lvl1pPr>
              <a:defRPr lang="en-US" sz="4000"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3" y="210312"/>
            <a:ext cx="2260057"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029329" y="210312"/>
            <a:ext cx="1058111" cy="411480"/>
          </a:xfrm>
        </p:spPr>
        <p:txBody>
          <a:bodyPr/>
          <a:lstStyle/>
          <a:p>
            <a:fld id="{96B14CE5-CB23-4F24-AF40-FFA10F25B799}" type="datetime1">
              <a:rPr lang="en-US" smtClean="0"/>
              <a:t>12/21/2025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4010197" y="210312"/>
            <a:ext cx="440969" cy="413360"/>
          </a:xfrm>
        </p:spPr>
        <p:txBody>
          <a:bodyPr/>
          <a:lstStyle/>
          <a:p>
            <a:fld id="{753D0FD4-819D-4187-8797-C35567B41C78}" type="slidenum">
              <a:rPr lang="en-US" smtClean="0"/>
              <a:t>‹#›</a:t>
            </a:fld>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9704" y="2578609"/>
            <a:ext cx="4130606" cy="37124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4912658" y="0"/>
            <a:ext cx="7279341" cy="6858000"/>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907963"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1413463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49808"/>
            <a:ext cx="11514755" cy="960120"/>
          </a:xfrm>
        </p:spPr>
        <p:txBody>
          <a:bodyPr vert="horz" lIns="91440" tIns="45720" rIns="91440" bIns="45720" rtlCol="0" anchor="t">
            <a:normAutofit/>
          </a:bodyPr>
          <a:lstStyle>
            <a:lvl1pPr>
              <a:defRPr lang="en-US" sz="72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F8890DBE-0DD3-8504-F95F-4225535FB1B9}"/>
              </a:ext>
            </a:extLst>
          </p:cNvPr>
          <p:cNvSpPr>
            <a:spLocks noGrp="1"/>
          </p:cNvSpPr>
          <p:nvPr>
            <p:ph type="ftr" sz="quarter" idx="15"/>
          </p:nvPr>
        </p:nvSpPr>
        <p:spPr/>
        <p:txBody>
          <a:bodyPr/>
          <a:lstStyle/>
          <a:p>
            <a:r>
              <a:rPr lang="en-US" dirty="0"/>
              <a:t>Footer Text</a:t>
            </a:r>
          </a:p>
        </p:txBody>
      </p:sp>
      <p:sp>
        <p:nvSpPr>
          <p:cNvPr id="7" name="Date Placeholder 6">
            <a:extLst>
              <a:ext uri="{FF2B5EF4-FFF2-40B4-BE49-F238E27FC236}">
                <a16:creationId xmlns:a16="http://schemas.microsoft.com/office/drawing/2014/main" id="{734BB28A-95D9-4CE6-DA59-520BA3C61CDB}"/>
              </a:ext>
            </a:extLst>
          </p:cNvPr>
          <p:cNvSpPr>
            <a:spLocks noGrp="1"/>
          </p:cNvSpPr>
          <p:nvPr>
            <p:ph type="dt" sz="half" idx="14"/>
          </p:nvPr>
        </p:nvSpPr>
        <p:spPr/>
        <p:txBody>
          <a:bodyPr/>
          <a:lstStyle/>
          <a:p>
            <a:fld id="{C939A3FF-4925-4C53-B6D9-F2B1807D4179}" type="datetime1">
              <a:rPr lang="en-US" smtClean="0"/>
              <a:t>12/21/2025</a:t>
            </a:fld>
            <a:endParaRPr lang="en-US"/>
          </a:p>
        </p:txBody>
      </p:sp>
      <p:sp>
        <p:nvSpPr>
          <p:cNvPr id="12" name="Slide Number Placeholder 11">
            <a:extLst>
              <a:ext uri="{FF2B5EF4-FFF2-40B4-BE49-F238E27FC236}">
                <a16:creationId xmlns:a16="http://schemas.microsoft.com/office/drawing/2014/main" id="{E1FA0A0C-CE55-CB7D-174D-D77937630A9D}"/>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2180556"/>
            <a:ext cx="5012355" cy="428425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5822674" y="1834524"/>
            <a:ext cx="6378722" cy="5023476"/>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6C753443-12E2-4CD3-2C6F-4E20536BA82B}"/>
              </a:ext>
            </a:extLst>
          </p:cNvPr>
          <p:cNvCxnSpPr>
            <a:cxnSpLocks/>
          </p:cNvCxnSpPr>
          <p:nvPr/>
        </p:nvCxnSpPr>
        <p:spPr>
          <a:xfrm>
            <a:off x="5816454" y="1827254"/>
            <a:ext cx="0" cy="504063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89B4AF9B-8CF3-D7A8-CDB9-8E513FFF57EC}"/>
              </a:ext>
            </a:extLst>
          </p:cNvPr>
          <p:cNvCxnSpPr>
            <a:cxnSpLocks/>
          </p:cNvCxnSpPr>
          <p:nvPr/>
        </p:nvCxnSpPr>
        <p:spPr>
          <a:xfrm>
            <a:off x="0" y="1827254"/>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122840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49808"/>
            <a:ext cx="11514753" cy="960120"/>
          </a:xfrm>
        </p:spPr>
        <p:txBody>
          <a:bodyPr vert="horz" lIns="91440" tIns="45720" rIns="91440" bIns="45720" rtlCol="0" anchor="t">
            <a:normAutofit/>
          </a:bodyPr>
          <a:lstStyle>
            <a:lvl1pPr>
              <a:defRPr lang="en-US" sz="72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58B12C2E-FD87-6FEB-F35D-ABCDF00C8DFA}"/>
              </a:ext>
            </a:extLst>
          </p:cNvPr>
          <p:cNvSpPr>
            <a:spLocks noGrp="1"/>
          </p:cNvSpPr>
          <p:nvPr>
            <p:ph type="ftr" sz="quarter" idx="15"/>
          </p:nvPr>
        </p:nvSpPr>
        <p:spPr/>
        <p:txBody>
          <a:bodyPr/>
          <a:lstStyle/>
          <a:p>
            <a:r>
              <a:rPr lang="en-US" dirty="0"/>
              <a:t>Footer Text</a:t>
            </a:r>
          </a:p>
        </p:txBody>
      </p:sp>
      <p:sp>
        <p:nvSpPr>
          <p:cNvPr id="7" name="Date Placeholder 6">
            <a:extLst>
              <a:ext uri="{FF2B5EF4-FFF2-40B4-BE49-F238E27FC236}">
                <a16:creationId xmlns:a16="http://schemas.microsoft.com/office/drawing/2014/main" id="{85656A87-5539-46DA-CF5D-F2506ECA3F8D}"/>
              </a:ext>
            </a:extLst>
          </p:cNvPr>
          <p:cNvSpPr>
            <a:spLocks noGrp="1"/>
          </p:cNvSpPr>
          <p:nvPr>
            <p:ph type="dt" sz="half" idx="14"/>
          </p:nvPr>
        </p:nvSpPr>
        <p:spPr/>
        <p:txBody>
          <a:bodyPr/>
          <a:lstStyle/>
          <a:p>
            <a:fld id="{C3A045AE-50EB-46C6-B8D1-C8DF92FBD24F}" type="datetime1">
              <a:rPr lang="en-US" smtClean="0"/>
              <a:t>12/21/2025</a:t>
            </a:fld>
            <a:endParaRPr lang="en-US"/>
          </a:p>
        </p:txBody>
      </p:sp>
      <p:sp>
        <p:nvSpPr>
          <p:cNvPr id="12" name="Slide Number Placeholder 11">
            <a:extLst>
              <a:ext uri="{FF2B5EF4-FFF2-40B4-BE49-F238E27FC236}">
                <a16:creationId xmlns:a16="http://schemas.microsoft.com/office/drawing/2014/main" id="{01AB7173-DF2F-B8EA-F83D-4C7263C765EB}"/>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1834525"/>
            <a:ext cx="4905942" cy="5023476"/>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32911" y="2180556"/>
            <a:ext cx="6435936" cy="430476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6C753443-12E2-4CD3-2C6F-4E20536BA82B}"/>
              </a:ext>
            </a:extLst>
          </p:cNvPr>
          <p:cNvCxnSpPr>
            <a:cxnSpLocks/>
          </p:cNvCxnSpPr>
          <p:nvPr/>
        </p:nvCxnSpPr>
        <p:spPr>
          <a:xfrm>
            <a:off x="4914379" y="1827254"/>
            <a:ext cx="0" cy="504063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89B4AF9B-8CF3-D7A8-CDB9-8E513FFF57EC}"/>
              </a:ext>
            </a:extLst>
          </p:cNvPr>
          <p:cNvCxnSpPr>
            <a:cxnSpLocks/>
          </p:cNvCxnSpPr>
          <p:nvPr/>
        </p:nvCxnSpPr>
        <p:spPr>
          <a:xfrm>
            <a:off x="0" y="1827254"/>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335457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49808"/>
            <a:ext cx="11514757" cy="960120"/>
          </a:xfrm>
        </p:spPr>
        <p:txBody>
          <a:bodyPr vert="horz" lIns="91440" tIns="45720" rIns="91440" bIns="45720" rtlCol="0" anchor="t">
            <a:normAutofit/>
          </a:bodyPr>
          <a:lstStyle>
            <a:lvl1pPr>
              <a:defRPr lang="en-US" sz="72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BBEAB049-8AFC-5262-0ECB-2E9CDA2066B9}"/>
              </a:ext>
            </a:extLst>
          </p:cNvPr>
          <p:cNvSpPr>
            <a:spLocks noGrp="1"/>
          </p:cNvSpPr>
          <p:nvPr>
            <p:ph type="ftr" sz="quarter" idx="15"/>
          </p:nvPr>
        </p:nvSpPr>
        <p:spPr/>
        <p:txBody>
          <a:bodyPr/>
          <a:lstStyle/>
          <a:p>
            <a:r>
              <a:rPr lang="en-US" dirty="0"/>
              <a:t>Footer Text</a:t>
            </a:r>
          </a:p>
        </p:txBody>
      </p:sp>
      <p:sp>
        <p:nvSpPr>
          <p:cNvPr id="7" name="Date Placeholder 6">
            <a:extLst>
              <a:ext uri="{FF2B5EF4-FFF2-40B4-BE49-F238E27FC236}">
                <a16:creationId xmlns:a16="http://schemas.microsoft.com/office/drawing/2014/main" id="{6E26863A-85CF-52FA-E2B2-AF70382C6922}"/>
              </a:ext>
            </a:extLst>
          </p:cNvPr>
          <p:cNvSpPr>
            <a:spLocks noGrp="1"/>
          </p:cNvSpPr>
          <p:nvPr>
            <p:ph type="dt" sz="half" idx="14"/>
          </p:nvPr>
        </p:nvSpPr>
        <p:spPr/>
        <p:txBody>
          <a:bodyPr/>
          <a:lstStyle/>
          <a:p>
            <a:fld id="{E1987558-2E71-415A-A90B-E63D7A0329F1}" type="datetime1">
              <a:rPr lang="en-US" smtClean="0"/>
              <a:t>12/21/2025</a:t>
            </a:fld>
            <a:endParaRPr lang="en-US"/>
          </a:p>
        </p:txBody>
      </p:sp>
      <p:sp>
        <p:nvSpPr>
          <p:cNvPr id="12" name="Slide Number Placeholder 11">
            <a:extLst>
              <a:ext uri="{FF2B5EF4-FFF2-40B4-BE49-F238E27FC236}">
                <a16:creationId xmlns:a16="http://schemas.microsoft.com/office/drawing/2014/main" id="{1DF7822C-4885-9FA2-F9E5-E0B61BDDB416}"/>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2180556"/>
            <a:ext cx="6419605" cy="437535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7286058" y="1834525"/>
            <a:ext cx="4905942" cy="5023476"/>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6C753443-12E2-4CD3-2C6F-4E20536BA82B}"/>
              </a:ext>
            </a:extLst>
          </p:cNvPr>
          <p:cNvCxnSpPr>
            <a:cxnSpLocks/>
          </p:cNvCxnSpPr>
          <p:nvPr/>
        </p:nvCxnSpPr>
        <p:spPr>
          <a:xfrm>
            <a:off x="7286058" y="1827254"/>
            <a:ext cx="0" cy="504063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89B4AF9B-8CF3-D7A8-CDB9-8E513FFF57EC}"/>
              </a:ext>
            </a:extLst>
          </p:cNvPr>
          <p:cNvCxnSpPr>
            <a:cxnSpLocks/>
          </p:cNvCxnSpPr>
          <p:nvPr/>
        </p:nvCxnSpPr>
        <p:spPr>
          <a:xfrm>
            <a:off x="0" y="1827254"/>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4744910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5166364"/>
            <a:ext cx="3656530" cy="122342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12198096" cy="4837176"/>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699121" y="5166364"/>
            <a:ext cx="7073776" cy="1223420"/>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437376"/>
            <a:ext cx="2962656" cy="365125"/>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4699121" y="6437193"/>
            <a:ext cx="4549413" cy="365125"/>
          </a:xfrm>
        </p:spPr>
        <p:txBody>
          <a:bodyPr/>
          <a:lstStyle/>
          <a:p>
            <a:fld id="{220747AD-BB60-464B-B16B-6CC7DCEAA31E}" type="datetime1">
              <a:rPr lang="en-US" smtClean="0"/>
              <a:t>12/21/2025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437376"/>
            <a:ext cx="546447" cy="413360"/>
          </a:xfrm>
        </p:spPr>
        <p:txBody>
          <a:body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5DF9F6E2-159F-CDF3-F2D3-AB7A7E505C0B}"/>
              </a:ext>
            </a:extLst>
          </p:cNvPr>
          <p:cNvCxnSpPr>
            <a:cxnSpLocks/>
          </p:cNvCxnSpPr>
          <p:nvPr/>
        </p:nvCxnSpPr>
        <p:spPr>
          <a:xfrm>
            <a:off x="4283425" y="4837176"/>
            <a:ext cx="0" cy="2020824"/>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D4F9120-94C1-CA43-BF4E-9411F4866A20}"/>
              </a:ext>
            </a:extLst>
          </p:cNvPr>
          <p:cNvCxnSpPr>
            <a:cxnSpLocks/>
          </p:cNvCxnSpPr>
          <p:nvPr/>
        </p:nvCxnSpPr>
        <p:spPr>
          <a:xfrm>
            <a:off x="-1250" y="4842106"/>
            <a:ext cx="1219325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4842476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4364336"/>
            <a:ext cx="3593592" cy="164772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12198096" cy="3985863"/>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699120" y="4321099"/>
            <a:ext cx="7136195" cy="2067424"/>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437375"/>
            <a:ext cx="2962656" cy="36576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4699120" y="6437375"/>
            <a:ext cx="4549414" cy="365760"/>
          </a:xfrm>
        </p:spPr>
        <p:txBody>
          <a:bodyPr/>
          <a:lstStyle/>
          <a:p>
            <a:fld id="{9215AEAD-579C-4AC1-88F0-8AB8BCFD43FD}" type="datetime1">
              <a:rPr lang="en-US" smtClean="0"/>
              <a:t>12/21/2025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437376"/>
            <a:ext cx="546447" cy="365760"/>
          </a:xfrm>
        </p:spPr>
        <p:txBody>
          <a:body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5DF9F6E2-159F-CDF3-F2D3-AB7A7E505C0B}"/>
              </a:ext>
            </a:extLst>
          </p:cNvPr>
          <p:cNvCxnSpPr>
            <a:cxnSpLocks/>
          </p:cNvCxnSpPr>
          <p:nvPr/>
        </p:nvCxnSpPr>
        <p:spPr>
          <a:xfrm>
            <a:off x="4283425" y="3985863"/>
            <a:ext cx="0" cy="287213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D4F9120-94C1-CA43-BF4E-9411F4866A20}"/>
              </a:ext>
            </a:extLst>
          </p:cNvPr>
          <p:cNvCxnSpPr>
            <a:cxnSpLocks/>
          </p:cNvCxnSpPr>
          <p:nvPr/>
        </p:nvCxnSpPr>
        <p:spPr>
          <a:xfrm>
            <a:off x="-1250" y="3985863"/>
            <a:ext cx="1219325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7206005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749808"/>
            <a:ext cx="3593592" cy="1642125"/>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4699121" y="210311"/>
            <a:ext cx="4549413" cy="411480"/>
          </a:xfrm>
        </p:spPr>
        <p:txBody>
          <a:bodyPr/>
          <a:lstStyle/>
          <a:p>
            <a:fld id="{6F2DDD3F-C716-416F-92A0-B3CC5AC8AFF6}" type="datetime1">
              <a:rPr lang="en-US" smtClean="0"/>
              <a:t>12/21/2025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699121" y="717941"/>
            <a:ext cx="7073776" cy="2066544"/>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3048520"/>
            <a:ext cx="12198096" cy="3809480"/>
          </a:xfrm>
          <a:blipFill>
            <a:blip r:embed="rId2">
              <a:alphaModFix amt="80000"/>
            </a:blip>
            <a:stretch>
              <a:fillRect/>
            </a:stretch>
          </a:blipFill>
        </p:spPr>
        <p:txBody>
          <a:bodyPr/>
          <a:lstStyle>
            <a:lvl1pPr marL="0" indent="0">
              <a:buNone/>
              <a:defRPr/>
            </a:lvl1pPr>
          </a:lstStyle>
          <a:p>
            <a:r>
              <a:rPr lang="en-US" dirty="0"/>
              <a:t> </a:t>
            </a:r>
          </a:p>
        </p:txBody>
      </p:sp>
      <p:cxnSp>
        <p:nvCxnSpPr>
          <p:cNvPr id="9" name="Straight Connector 8">
            <a:extLst>
              <a:ext uri="{FF2B5EF4-FFF2-40B4-BE49-F238E27FC236}">
                <a16:creationId xmlns:a16="http://schemas.microsoft.com/office/drawing/2014/main" id="{5DF9F6E2-159F-CDF3-F2D3-AB7A7E505C0B}"/>
              </a:ext>
            </a:extLst>
          </p:cNvPr>
          <p:cNvCxnSpPr>
            <a:cxnSpLocks/>
          </p:cNvCxnSpPr>
          <p:nvPr/>
        </p:nvCxnSpPr>
        <p:spPr>
          <a:xfrm>
            <a:off x="4283425" y="0"/>
            <a:ext cx="0" cy="3045465"/>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D4F9120-94C1-CA43-BF4E-9411F4866A20}"/>
              </a:ext>
            </a:extLst>
          </p:cNvPr>
          <p:cNvCxnSpPr>
            <a:cxnSpLocks/>
          </p:cNvCxnSpPr>
          <p:nvPr/>
        </p:nvCxnSpPr>
        <p:spPr>
          <a:xfrm>
            <a:off x="-1250" y="3045465"/>
            <a:ext cx="1219325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2222422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Content with Picture 15">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4392B674-7AB8-8272-87B1-5B7038F7CB85}"/>
              </a:ext>
            </a:extLst>
          </p:cNvPr>
          <p:cNvSpPr>
            <a:spLocks noGrp="1"/>
          </p:cNvSpPr>
          <p:nvPr>
            <p:ph type="pic" sz="quarter" idx="13" hasCustomPrompt="1"/>
          </p:nvPr>
        </p:nvSpPr>
        <p:spPr>
          <a:xfrm>
            <a:off x="0" y="0"/>
            <a:ext cx="12191996" cy="6858000"/>
          </a:xfrm>
          <a:custGeom>
            <a:avLst/>
            <a:gdLst>
              <a:gd name="connsiteX0" fmla="*/ 795631 w 12191996"/>
              <a:gd name="connsiteY0" fmla="*/ 789997 h 6858000"/>
              <a:gd name="connsiteX1" fmla="*/ 795631 w 12191996"/>
              <a:gd name="connsiteY1" fmla="*/ 6068003 h 6858000"/>
              <a:gd name="connsiteX2" fmla="*/ 4649508 w 12191996"/>
              <a:gd name="connsiteY2" fmla="*/ 6068003 h 6858000"/>
              <a:gd name="connsiteX3" fmla="*/ 4649508 w 12191996"/>
              <a:gd name="connsiteY3" fmla="*/ 789997 h 6858000"/>
              <a:gd name="connsiteX4" fmla="*/ 0 w 12191996"/>
              <a:gd name="connsiteY4" fmla="*/ 0 h 6858000"/>
              <a:gd name="connsiteX5" fmla="*/ 12191996 w 12191996"/>
              <a:gd name="connsiteY5" fmla="*/ 0 h 6858000"/>
              <a:gd name="connsiteX6" fmla="*/ 12191996 w 12191996"/>
              <a:gd name="connsiteY6" fmla="*/ 6858000 h 6858000"/>
              <a:gd name="connsiteX7" fmla="*/ 0 w 12191996"/>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6" h="6858000">
                <a:moveTo>
                  <a:pt x="795631" y="789997"/>
                </a:moveTo>
                <a:lnTo>
                  <a:pt x="795631" y="6068003"/>
                </a:lnTo>
                <a:lnTo>
                  <a:pt x="4649508" y="6068003"/>
                </a:lnTo>
                <a:lnTo>
                  <a:pt x="4649508" y="789997"/>
                </a:lnTo>
                <a:close/>
                <a:moveTo>
                  <a:pt x="0" y="0"/>
                </a:moveTo>
                <a:lnTo>
                  <a:pt x="12191996" y="0"/>
                </a:lnTo>
                <a:lnTo>
                  <a:pt x="12191996" y="6858000"/>
                </a:lnTo>
                <a:lnTo>
                  <a:pt x="0" y="6858000"/>
                </a:lnTo>
                <a:close/>
              </a:path>
            </a:pathLst>
          </a:custGeom>
          <a:blipFill>
            <a:blip r:embed="rId2">
              <a:alphaModFix amt="80000"/>
            </a:blip>
            <a:stretch>
              <a:fillRect/>
            </a:stretch>
          </a:blipFill>
        </p:spPr>
        <p:txBody>
          <a:bodyPr wrap="square">
            <a:noAutofit/>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95631" y="789997"/>
            <a:ext cx="3853877" cy="5280546"/>
          </a:xfrm>
          <a:solidFill>
            <a:schemeClr val="bg2"/>
          </a:solidFill>
          <a:ln>
            <a:solidFill>
              <a:schemeClr val="tx2"/>
            </a:solidFill>
          </a:ln>
        </p:spPr>
        <p:txBody>
          <a:bodyPr vert="horz" lIns="45720" tIns="320040" rIns="91440" bIns="3840480" rtlCol="0" anchor="t">
            <a:normAutofit/>
          </a:bodyPr>
          <a:lstStyle>
            <a:lvl1pPr marL="182880">
              <a:defRPr lang="en-US"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688899" cy="411480"/>
          </a:xfrm>
        </p:spPr>
        <p:txBody>
          <a:bodyPr/>
          <a:lstStyle>
            <a:lvl1pPr>
              <a:defRPr>
                <a:solidFill>
                  <a:srgbClr val="FFFFFF"/>
                </a:solidFill>
                <a:effectLst>
                  <a:outerShdw blurRad="38100" dist="38100" dir="2700000" algn="tl">
                    <a:srgbClr val="000000">
                      <a:alpha val="43137"/>
                    </a:srgbClr>
                  </a:outerShdw>
                </a:effectLst>
              </a:defRPr>
            </a:lvl1p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129520" y="210312"/>
            <a:ext cx="1060704" cy="411480"/>
          </a:xfrm>
        </p:spPr>
        <p:txBody>
          <a:bodyPr/>
          <a:lstStyle>
            <a:lvl1pPr>
              <a:defRPr>
                <a:solidFill>
                  <a:srgbClr val="FFFFFF"/>
                </a:solidFill>
                <a:effectLst>
                  <a:outerShdw blurRad="38100" dist="38100" dir="2700000" algn="tl">
                    <a:srgbClr val="000000">
                      <a:alpha val="43137"/>
                    </a:srgbClr>
                  </a:outerShdw>
                </a:effectLst>
              </a:defRPr>
            </a:lvl1pPr>
          </a:lstStyle>
          <a:p>
            <a:fld id="{A1EA33C4-6E91-4A95-864E-A6A838FBE588}" type="datetime1">
              <a:rPr lang="en-US" smtClean="0"/>
              <a:t>12/21/2025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4103061" y="210312"/>
            <a:ext cx="546447" cy="413360"/>
          </a:xfrm>
        </p:spPr>
        <p:txBody>
          <a:bodyPr/>
          <a:lstStyle>
            <a:lvl1pPr>
              <a:defRPr>
                <a:solidFill>
                  <a:srgbClr val="FFFFFF"/>
                </a:solidFill>
                <a:effectLst>
                  <a:outerShdw blurRad="38100" dist="38100" dir="2700000" algn="tl">
                    <a:srgbClr val="000000">
                      <a:alpha val="43137"/>
                    </a:srgbClr>
                  </a:outerShdw>
                </a:effectLst>
              </a:defRPr>
            </a:lvl1p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1051559" y="2356793"/>
            <a:ext cx="3364992" cy="3467535"/>
          </a:xfrm>
          <a:solidFill>
            <a:schemeClr val="bg2"/>
          </a:solidFill>
          <a:ln>
            <a:noFill/>
          </a:ln>
          <a:effectLst>
            <a:outerShdw dist="12700" dir="16200000" rotWithShape="0">
              <a:prstClr val="black"/>
            </a:outerShdw>
          </a:effectLst>
        </p:spPr>
        <p:txBody>
          <a:bodyPr lIns="45720" tIns="137160" rIns="45720" anchor="ctr">
            <a:normAutofit/>
          </a:bodyPr>
          <a:lstStyle>
            <a:lvl1pPr marL="0">
              <a:defRPr/>
            </a:lvl1pPr>
            <a:lvl2pPr marL="0">
              <a:defRPr/>
            </a:lvl2pPr>
            <a:lvl3pPr marL="0">
              <a:defRPr/>
            </a:lvl3pPr>
            <a:lvl4pPr marL="0">
              <a:defRPr/>
            </a:lvl4pPr>
            <a:lvl5pPr marL="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65360346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62002"/>
            <a:ext cx="6612786" cy="1555895"/>
          </a:xfrm>
        </p:spPr>
        <p:txBody>
          <a:bodyPr vert="horz" lIns="91440" tIns="45720" rIns="91440" bIns="45720" rtlCol="0" anchor="t">
            <a:normAutofit/>
          </a:bodyPr>
          <a:lstStyle>
            <a:lvl1pPr>
              <a:defRPr lang="en-US" sz="60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6A2AC736-2858-40E1-3533-38692573ECE6}"/>
              </a:ext>
            </a:extLst>
          </p:cNvPr>
          <p:cNvSpPr>
            <a:spLocks noGrp="1"/>
          </p:cNvSpPr>
          <p:nvPr>
            <p:ph type="ftr" sz="quarter" idx="15"/>
          </p:nvPr>
        </p:nvSpPr>
        <p:spPr/>
        <p:txBody>
          <a:bodyPr/>
          <a:lstStyle/>
          <a:p>
            <a:r>
              <a:rPr lang="en-US" dirty="0"/>
              <a:t>Footer Text</a:t>
            </a:r>
          </a:p>
        </p:txBody>
      </p:sp>
      <p:sp>
        <p:nvSpPr>
          <p:cNvPr id="8" name="Date Placeholder 7">
            <a:extLst>
              <a:ext uri="{FF2B5EF4-FFF2-40B4-BE49-F238E27FC236}">
                <a16:creationId xmlns:a16="http://schemas.microsoft.com/office/drawing/2014/main" id="{6F901C69-26AA-7830-9BFF-EC62E8208AB7}"/>
              </a:ext>
            </a:extLst>
          </p:cNvPr>
          <p:cNvSpPr>
            <a:spLocks noGrp="1"/>
          </p:cNvSpPr>
          <p:nvPr>
            <p:ph type="dt" sz="half" idx="14"/>
          </p:nvPr>
        </p:nvSpPr>
        <p:spPr/>
        <p:txBody>
          <a:bodyPr/>
          <a:lstStyle/>
          <a:p>
            <a:fld id="{B340F08F-40FA-4D3B-96CF-F8FAF483E9A7}" type="datetime1">
              <a:rPr lang="en-US" smtClean="0"/>
              <a:t>12/21/2025</a:t>
            </a:fld>
            <a:endParaRPr lang="en-US"/>
          </a:p>
        </p:txBody>
      </p:sp>
      <p:sp>
        <p:nvSpPr>
          <p:cNvPr id="11" name="Slide Number Placeholder 10">
            <a:extLst>
              <a:ext uri="{FF2B5EF4-FFF2-40B4-BE49-F238E27FC236}">
                <a16:creationId xmlns:a16="http://schemas.microsoft.com/office/drawing/2014/main" id="{A83EC4C7-2AFC-9797-0F80-FCBABD2A8562}"/>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6627" y="2435966"/>
            <a:ext cx="7283725" cy="4422032"/>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680068" y="762000"/>
            <a:ext cx="4092813" cy="579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788F70BF-1865-3761-955D-0621AA22B818}"/>
              </a:ext>
            </a:extLst>
          </p:cNvPr>
          <p:cNvCxnSpPr>
            <a:cxnSpLocks/>
          </p:cNvCxnSpPr>
          <p:nvPr/>
        </p:nvCxnSpPr>
        <p:spPr>
          <a:xfrm>
            <a:off x="0" y="2435966"/>
            <a:ext cx="72771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8638DF4A-7DDF-7C24-D39A-EA7EAF7CFE63}"/>
              </a:ext>
            </a:extLst>
          </p:cNvPr>
          <p:cNvCxnSpPr>
            <a:cxnSpLocks/>
          </p:cNvCxnSpPr>
          <p:nvPr/>
        </p:nvCxnSpPr>
        <p:spPr>
          <a:xfrm>
            <a:off x="7277100" y="0"/>
            <a:ext cx="0" cy="6857999"/>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0907304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7" y="762002"/>
            <a:ext cx="5294939" cy="1555895"/>
          </a:xfrm>
        </p:spPr>
        <p:txBody>
          <a:bodyPr vert="horz" lIns="91440" tIns="45720" rIns="91440" bIns="45720" rtlCol="0" anchor="t">
            <a:normAutofit/>
          </a:bodyPr>
          <a:lstStyle>
            <a:lvl1pPr>
              <a:defRPr lang="en-US" sz="60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70F70C4A-BA92-6BFC-3B1F-307DC253CC2B}"/>
              </a:ext>
            </a:extLst>
          </p:cNvPr>
          <p:cNvSpPr>
            <a:spLocks noGrp="1"/>
          </p:cNvSpPr>
          <p:nvPr>
            <p:ph type="ftr" sz="quarter" idx="15"/>
          </p:nvPr>
        </p:nvSpPr>
        <p:spPr/>
        <p:txBody>
          <a:bodyPr/>
          <a:lstStyle/>
          <a:p>
            <a:r>
              <a:rPr lang="en-US" dirty="0"/>
              <a:t>Footer Text</a:t>
            </a:r>
          </a:p>
        </p:txBody>
      </p:sp>
      <p:sp>
        <p:nvSpPr>
          <p:cNvPr id="8" name="Date Placeholder 7">
            <a:extLst>
              <a:ext uri="{FF2B5EF4-FFF2-40B4-BE49-F238E27FC236}">
                <a16:creationId xmlns:a16="http://schemas.microsoft.com/office/drawing/2014/main" id="{E2862A36-3103-C394-ACDE-9712D22EC1E9}"/>
              </a:ext>
            </a:extLst>
          </p:cNvPr>
          <p:cNvSpPr>
            <a:spLocks noGrp="1"/>
          </p:cNvSpPr>
          <p:nvPr>
            <p:ph type="dt" sz="half" idx="14"/>
          </p:nvPr>
        </p:nvSpPr>
        <p:spPr>
          <a:xfrm>
            <a:off x="6340642" y="207982"/>
            <a:ext cx="1921315" cy="413360"/>
          </a:xfrm>
        </p:spPr>
        <p:txBody>
          <a:bodyPr/>
          <a:lstStyle/>
          <a:p>
            <a:fld id="{025BF5DA-9B72-4C47-B5EF-1EED5B08EE79}" type="datetime1">
              <a:rPr lang="en-US" smtClean="0"/>
              <a:t>12/21/2025</a:t>
            </a:fld>
            <a:endParaRPr lang="en-US"/>
          </a:p>
        </p:txBody>
      </p:sp>
      <p:sp>
        <p:nvSpPr>
          <p:cNvPr id="11" name="Slide Number Placeholder 10">
            <a:extLst>
              <a:ext uri="{FF2B5EF4-FFF2-40B4-BE49-F238E27FC236}">
                <a16:creationId xmlns:a16="http://schemas.microsoft.com/office/drawing/2014/main" id="{E054C547-CF4F-67F9-FBC5-A0BE282578D6}"/>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2442689"/>
            <a:ext cx="5875421" cy="4422032"/>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6340642" y="762000"/>
            <a:ext cx="5432239" cy="579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788F70BF-1865-3761-955D-0621AA22B818}"/>
              </a:ext>
            </a:extLst>
          </p:cNvPr>
          <p:cNvCxnSpPr>
            <a:cxnSpLocks/>
          </p:cNvCxnSpPr>
          <p:nvPr/>
        </p:nvCxnSpPr>
        <p:spPr>
          <a:xfrm>
            <a:off x="0" y="2435966"/>
            <a:ext cx="5875421"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8638DF4A-7DDF-7C24-D39A-EA7EAF7CFE63}"/>
              </a:ext>
            </a:extLst>
          </p:cNvPr>
          <p:cNvCxnSpPr>
            <a:cxnSpLocks/>
          </p:cNvCxnSpPr>
          <p:nvPr/>
        </p:nvCxnSpPr>
        <p:spPr>
          <a:xfrm>
            <a:off x="5875423" y="0"/>
            <a:ext cx="0" cy="6857999"/>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9867666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448056"/>
            <a:ext cx="11514759" cy="1124712"/>
          </a:xfrm>
        </p:spPr>
        <p:txBody>
          <a:bodyPr vert="horz" lIns="91440" tIns="45720" rIns="91440" bIns="45720" rtlCol="0" anchor="ctr">
            <a:normAutofit/>
          </a:bodyPr>
          <a:lstStyle>
            <a:lvl1pPr>
              <a:defRPr lang="en-US"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p>
            <a:fld id="{EB5EDF0F-3515-4895-B663-882304741893}" type="datetime1">
              <a:rPr lang="en-US" smtClean="0"/>
              <a:t>12/21/2025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07982"/>
            <a:ext cx="546447" cy="411480"/>
          </a:xfrm>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3614" y="1700784"/>
            <a:ext cx="3318170" cy="5157216"/>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801441" y="2130553"/>
            <a:ext cx="7971459" cy="4422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6C347961-3E7C-FAAC-2283-DA751A80201C}"/>
              </a:ext>
            </a:extLst>
          </p:cNvPr>
          <p:cNvCxnSpPr>
            <a:cxnSpLocks/>
          </p:cNvCxnSpPr>
          <p:nvPr/>
        </p:nvCxnSpPr>
        <p:spPr>
          <a:xfrm>
            <a:off x="0" y="1695518"/>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BE4B3C03-E31F-77F7-02F0-8C25E1C62792}"/>
              </a:ext>
            </a:extLst>
          </p:cNvPr>
          <p:cNvCxnSpPr>
            <a:cxnSpLocks/>
          </p:cNvCxnSpPr>
          <p:nvPr/>
        </p:nvCxnSpPr>
        <p:spPr>
          <a:xfrm>
            <a:off x="3318170" y="1695518"/>
            <a:ext cx="0" cy="5162482"/>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1896389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1152143"/>
            <a:ext cx="4350052" cy="2620959"/>
          </a:xfrm>
        </p:spPr>
        <p:txBody>
          <a:bodyPr vert="horz" lIns="91440" tIns="45720" rIns="91440" bIns="45720" rtlCol="0" anchor="t">
            <a:normAutofit/>
          </a:bodyPr>
          <a:lstStyle>
            <a:lvl1pPr>
              <a:defRPr lang="en-US" sz="7200"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5364000" y="210312"/>
            <a:ext cx="1569350" cy="411480"/>
          </a:xfrm>
        </p:spPr>
        <p:txBody>
          <a:bodyPr/>
          <a:lstStyle/>
          <a:p>
            <a:fld id="{B534C9EB-6793-4BE3-BB6C-BE53FADDC8D1}" type="datetime1">
              <a:rPr lang="en-US" smtClean="0"/>
              <a:t>12/21/2025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4089769"/>
            <a:ext cx="4921917" cy="2777751"/>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58383" y="1152144"/>
            <a:ext cx="6414499" cy="5401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788F70BF-1865-3761-955D-0621AA22B818}"/>
              </a:ext>
            </a:extLst>
          </p:cNvPr>
          <p:cNvCxnSpPr>
            <a:cxnSpLocks/>
          </p:cNvCxnSpPr>
          <p:nvPr/>
        </p:nvCxnSpPr>
        <p:spPr>
          <a:xfrm>
            <a:off x="0" y="4083425"/>
            <a:ext cx="4921917"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8F7E856F-6265-38B0-6F7D-95063C760CBC}"/>
              </a:ext>
            </a:extLst>
          </p:cNvPr>
          <p:cNvCxnSpPr>
            <a:cxnSpLocks/>
          </p:cNvCxnSpPr>
          <p:nvPr/>
        </p:nvCxnSpPr>
        <p:spPr>
          <a:xfrm>
            <a:off x="4925804" y="784893"/>
            <a:ext cx="0" cy="607310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4657920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ontent with Picture 2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7874" y="5197449"/>
            <a:ext cx="4244126" cy="146304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5358383" y="210312"/>
            <a:ext cx="1569350" cy="411480"/>
          </a:xfrm>
        </p:spPr>
        <p:txBody>
          <a:bodyPr/>
          <a:lstStyle/>
          <a:p>
            <a:fld id="{0E608933-3727-45F8-8E35-F46170696AC2}" type="datetime1">
              <a:rPr lang="en-US" smtClean="0"/>
              <a:t>12/21/2025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794335"/>
            <a:ext cx="4921917" cy="4047478"/>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58384" y="1152144"/>
            <a:ext cx="6382512" cy="53400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788F70BF-1865-3761-955D-0621AA22B818}"/>
              </a:ext>
            </a:extLst>
          </p:cNvPr>
          <p:cNvCxnSpPr>
            <a:cxnSpLocks/>
          </p:cNvCxnSpPr>
          <p:nvPr/>
        </p:nvCxnSpPr>
        <p:spPr>
          <a:xfrm>
            <a:off x="0" y="4841814"/>
            <a:ext cx="4921917"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8F7E856F-6265-38B0-6F7D-95063C760CBC}"/>
              </a:ext>
            </a:extLst>
          </p:cNvPr>
          <p:cNvCxnSpPr>
            <a:cxnSpLocks/>
          </p:cNvCxnSpPr>
          <p:nvPr/>
        </p:nvCxnSpPr>
        <p:spPr>
          <a:xfrm>
            <a:off x="4925804" y="784893"/>
            <a:ext cx="0" cy="607310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9876704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Number Large">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571232" y="1188720"/>
            <a:ext cx="4069080" cy="4480560"/>
          </a:xfrm>
        </p:spPr>
        <p:txBody>
          <a:bodyPr anchor="ctr">
            <a:normAutofit/>
          </a:bodyPr>
          <a:lstStyle>
            <a:lvl1pPr>
              <a:lnSpc>
                <a:spcPct val="110000"/>
              </a:lnSpc>
              <a:defRPr sz="2800" cap="none" baseline="0">
                <a:solidFill>
                  <a:schemeClr val="tx2"/>
                </a:solidFill>
                <a:latin typeface="+mn-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448056" y="1609344"/>
            <a:ext cx="6775704" cy="4151376"/>
          </a:xfrm>
        </p:spPr>
        <p:txBody>
          <a:bodyPr vert="horz" lIns="91440" tIns="45720" rIns="91440" bIns="45720" rtlCol="0" anchor="ctr">
            <a:normAutofit/>
          </a:bodyPr>
          <a:lstStyle>
            <a:lvl1pPr marL="0" indent="0" algn="r">
              <a:lnSpc>
                <a:spcPct val="70000"/>
              </a:lnSpc>
              <a:buNone/>
              <a:defRPr lang="en-US" sz="33400" dirty="0">
                <a:solidFill>
                  <a:schemeClr val="accent1"/>
                </a:solidFill>
                <a:latin typeface="+mj-lt"/>
              </a:defRPr>
            </a:lvl1pPr>
            <a:lvl2pPr marL="457200" indent="0">
              <a:buNone/>
              <a:defRPr lang="en-US" dirty="0">
                <a:solidFill>
                  <a:schemeClr val="accent3">
                    <a:lumMod val="20000"/>
                    <a:lumOff val="80000"/>
                  </a:schemeClr>
                </a:solidFill>
              </a:defRPr>
            </a:lvl2pPr>
            <a:lvl3pPr>
              <a:defRPr lang="en-US" dirty="0">
                <a:solidFill>
                  <a:schemeClr val="accent3">
                    <a:lumMod val="20000"/>
                    <a:lumOff val="80000"/>
                  </a:schemeClr>
                </a:solidFill>
              </a:defRPr>
            </a:lvl3pPr>
            <a:lvl4pPr>
              <a:defRPr lang="en-US" dirty="0">
                <a:solidFill>
                  <a:schemeClr val="accent3">
                    <a:lumMod val="20000"/>
                    <a:lumOff val="80000"/>
                  </a:schemeClr>
                </a:solidFill>
              </a:defRPr>
            </a:lvl4pPr>
            <a:lvl5pPr>
              <a:defRPr lang="en-US" dirty="0">
                <a:solidFill>
                  <a:schemeClr val="accent3">
                    <a:lumMod val="20000"/>
                    <a:lumOff val="80000"/>
                  </a:schemeClr>
                </a:solidFill>
              </a:defRPr>
            </a:lvl5pPr>
          </a:lstStyle>
          <a:p>
            <a:pPr lvl="0"/>
            <a:r>
              <a:rPr lang="en-US" dirty="0"/>
              <a:t>#%</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normAutofit/>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normAutofit/>
          </a:bodyPr>
          <a:lstStyle>
            <a:lvl1pPr>
              <a:defRPr>
                <a:solidFill>
                  <a:schemeClr val="tx2"/>
                </a:solidFill>
              </a:defRPr>
            </a:lvl1pPr>
          </a:lstStyle>
          <a:p>
            <a:fld id="{05B29ED0-7871-4976-8402-1756C1FAC1EA}" type="datetime1">
              <a:rPr lang="en-US" smtClean="0"/>
              <a:t>12/21/2025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normAutofit/>
          </a:bodyPr>
          <a:lstStyle>
            <a:lvl1pPr>
              <a:defRPr>
                <a:solidFill>
                  <a:schemeClr val="tx2"/>
                </a:solidFill>
              </a:defRPr>
            </a:lvl1pPr>
          </a:lstStyle>
          <a:p>
            <a:fld id="{753D0FD4-819D-4187-8797-C35567B41C78}" type="slidenum">
              <a:rPr lang="en-US" smtClean="0"/>
              <a:t>‹#›</a:t>
            </a:fld>
            <a:endParaRPr lang="en-US"/>
          </a:p>
        </p:txBody>
      </p:sp>
      <p:cxnSp>
        <p:nvCxnSpPr>
          <p:cNvPr id="10" name="Straight Connector 9">
            <a:extLst>
              <a:ext uri="{FF2B5EF4-FFF2-40B4-BE49-F238E27FC236}">
                <a16:creationId xmlns:a16="http://schemas.microsoft.com/office/drawing/2014/main" id="{C34144DB-F44E-C5EB-68A1-D39E3F401C4E}"/>
              </a:ext>
            </a:extLst>
          </p:cNvPr>
          <p:cNvCxnSpPr>
            <a:cxnSpLocks/>
          </p:cNvCxnSpPr>
          <p:nvPr/>
        </p:nvCxnSpPr>
        <p:spPr>
          <a:xfrm>
            <a:off x="0" y="6069441"/>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47948243"/>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Number Larg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0624" y="5349240"/>
            <a:ext cx="11414692" cy="1225296"/>
          </a:xfrm>
        </p:spPr>
        <p:txBody>
          <a:bodyPr anchor="t">
            <a:normAutofit/>
          </a:bodyPr>
          <a:lstStyle>
            <a:lvl1pPr>
              <a:lnSpc>
                <a:spcPct val="80000"/>
              </a:lnSpc>
              <a:defRPr sz="4000" cap="all" spc="100" baseline="0">
                <a:solidFill>
                  <a:schemeClr val="tx2"/>
                </a:solidFill>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219455" y="1188321"/>
            <a:ext cx="11615861" cy="4258079"/>
          </a:xfrm>
        </p:spPr>
        <p:txBody>
          <a:bodyPr vert="horz" lIns="91440" tIns="45720" rIns="91440" bIns="45720" rtlCol="0" anchor="b">
            <a:normAutofit/>
          </a:bodyPr>
          <a:lstStyle>
            <a:lvl1pPr marL="0" indent="0">
              <a:lnSpc>
                <a:spcPct val="70000"/>
              </a:lnSpc>
              <a:buNone/>
              <a:defRPr lang="en-US" sz="40100" dirty="0">
                <a:ln>
                  <a:solidFill>
                    <a:schemeClr val="tx2"/>
                  </a:solidFill>
                </a:ln>
                <a:solidFill>
                  <a:schemeClr val="bg2"/>
                </a:solidFill>
                <a:latin typeface="+mj-lt"/>
              </a:defRPr>
            </a:lvl1pPr>
          </a:lstStyle>
          <a:p>
            <a:pPr lvl="0"/>
            <a:r>
              <a:rPr lang="en-US" dirty="0"/>
              <a:t>#%</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normAutofit/>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normAutofit/>
          </a:bodyPr>
          <a:lstStyle>
            <a:lvl1pPr>
              <a:defRPr>
                <a:solidFill>
                  <a:schemeClr val="tx2"/>
                </a:solidFill>
              </a:defRPr>
            </a:lvl1pPr>
          </a:lstStyle>
          <a:p>
            <a:fld id="{FFB8A85C-40AB-478D-AA51-CA7D29CEF737}" type="datetime1">
              <a:rPr lang="en-US" smtClean="0"/>
              <a:t>12/21/2025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normAutofit/>
          </a:bodyPr>
          <a:lstStyle>
            <a:lvl1pPr>
              <a:defRPr>
                <a:solidFill>
                  <a:schemeClr val="tx2"/>
                </a:solidFill>
              </a:defRPr>
            </a:lvl1p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367407E9-9629-73EA-8583-87EC092046E4}"/>
              </a:ext>
            </a:extLst>
          </p:cNvPr>
          <p:cNvCxnSpPr>
            <a:cxnSpLocks/>
          </p:cNvCxnSpPr>
          <p:nvPr/>
        </p:nvCxnSpPr>
        <p:spPr>
          <a:xfrm>
            <a:off x="0" y="5055918"/>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A1EB09F8-0C93-A873-28FE-48A38B4CEAD9}"/>
              </a:ext>
            </a:extLst>
          </p:cNvPr>
          <p:cNvCxnSpPr>
            <a:cxnSpLocks/>
          </p:cNvCxnSpPr>
          <p:nvPr/>
        </p:nvCxnSpPr>
        <p:spPr>
          <a:xfrm>
            <a:off x="0" y="788718"/>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93759223"/>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Number Larg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571232" y="1188720"/>
            <a:ext cx="4069080" cy="4480560"/>
          </a:xfrm>
        </p:spPr>
        <p:txBody>
          <a:bodyPr anchor="ctr">
            <a:normAutofit/>
          </a:bodyPr>
          <a:lstStyle>
            <a:lvl1pPr>
              <a:lnSpc>
                <a:spcPct val="110000"/>
              </a:lnSpc>
              <a:defRPr sz="2800" cap="none" baseline="0">
                <a:solidFill>
                  <a:schemeClr val="tx2"/>
                </a:solidFill>
                <a:latin typeface="+mn-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448056" y="1609344"/>
            <a:ext cx="6775704" cy="4151376"/>
          </a:xfrm>
        </p:spPr>
        <p:txBody>
          <a:bodyPr vert="horz" lIns="91440" tIns="45720" rIns="91440" bIns="45720" rtlCol="0" anchor="ctr">
            <a:normAutofit/>
          </a:bodyPr>
          <a:lstStyle>
            <a:lvl1pPr marL="0" indent="0" algn="r">
              <a:lnSpc>
                <a:spcPct val="70000"/>
              </a:lnSpc>
              <a:buNone/>
              <a:defRPr lang="en-US" sz="33400" dirty="0">
                <a:solidFill>
                  <a:schemeClr val="tx2"/>
                </a:solidFill>
                <a:latin typeface="+mj-lt"/>
              </a:defRPr>
            </a:lvl1pPr>
            <a:lvl2pPr marL="457200" indent="0">
              <a:buNone/>
              <a:defRPr lang="en-US" dirty="0">
                <a:solidFill>
                  <a:schemeClr val="accent3">
                    <a:lumMod val="20000"/>
                    <a:lumOff val="80000"/>
                  </a:schemeClr>
                </a:solidFill>
              </a:defRPr>
            </a:lvl2pPr>
            <a:lvl3pPr>
              <a:defRPr lang="en-US" dirty="0">
                <a:solidFill>
                  <a:schemeClr val="accent3">
                    <a:lumMod val="20000"/>
                    <a:lumOff val="80000"/>
                  </a:schemeClr>
                </a:solidFill>
              </a:defRPr>
            </a:lvl3pPr>
            <a:lvl4pPr>
              <a:defRPr lang="en-US" dirty="0">
                <a:solidFill>
                  <a:schemeClr val="accent3">
                    <a:lumMod val="20000"/>
                    <a:lumOff val="80000"/>
                  </a:schemeClr>
                </a:solidFill>
              </a:defRPr>
            </a:lvl4pPr>
            <a:lvl5pPr>
              <a:defRPr lang="en-US" dirty="0">
                <a:solidFill>
                  <a:schemeClr val="accent3">
                    <a:lumMod val="20000"/>
                    <a:lumOff val="80000"/>
                  </a:schemeClr>
                </a:solidFill>
              </a:defRPr>
            </a:lvl5pPr>
          </a:lstStyle>
          <a:p>
            <a:pPr lvl="0"/>
            <a:r>
              <a:rPr lang="en-US" dirty="0"/>
              <a:t>#%</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lvl1pPr>
              <a:defRPr>
                <a:solidFill>
                  <a:schemeClr val="tx2"/>
                </a:solidFill>
              </a:defRPr>
            </a:lvl1pPr>
          </a:lstStyle>
          <a:p>
            <a:fld id="{FEA22AB6-0BB7-4DCA-85DA-8246194506D3}" type="datetime1">
              <a:rPr lang="en-US" smtClean="0"/>
              <a:t>12/21/2025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lvl1pPr>
              <a:defRPr>
                <a:solidFill>
                  <a:schemeClr val="tx2"/>
                </a:solidFill>
              </a:defRPr>
            </a:lvl1pPr>
          </a:lstStyle>
          <a:p>
            <a:fld id="{753D0FD4-819D-4187-8797-C35567B41C78}" type="slidenum">
              <a:rPr lang="en-US" smtClean="0"/>
              <a:t>‹#›</a:t>
            </a:fld>
            <a:endParaRPr lang="en-US"/>
          </a:p>
        </p:txBody>
      </p:sp>
      <p:cxnSp>
        <p:nvCxnSpPr>
          <p:cNvPr id="10" name="Straight Connector 9">
            <a:extLst>
              <a:ext uri="{FF2B5EF4-FFF2-40B4-BE49-F238E27FC236}">
                <a16:creationId xmlns:a16="http://schemas.microsoft.com/office/drawing/2014/main" id="{C34144DB-F44E-C5EB-68A1-D39E3F401C4E}"/>
              </a:ext>
            </a:extLst>
          </p:cNvPr>
          <p:cNvCxnSpPr>
            <a:cxnSpLocks/>
          </p:cNvCxnSpPr>
          <p:nvPr/>
        </p:nvCxnSpPr>
        <p:spPr>
          <a:xfrm>
            <a:off x="0" y="6069441"/>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088099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Number Large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1480" y="5172725"/>
            <a:ext cx="11356848" cy="777240"/>
          </a:xfrm>
        </p:spPr>
        <p:txBody>
          <a:bodyPr anchor="ctr">
            <a:normAutofit/>
          </a:bodyPr>
          <a:lstStyle>
            <a:lvl1pPr algn="ctr">
              <a:lnSpc>
                <a:spcPct val="110000"/>
              </a:lnSpc>
              <a:defRPr sz="2000" cap="all" spc="100" baseline="0">
                <a:solidFill>
                  <a:schemeClr val="tx2">
                    <a:lumMod val="90000"/>
                  </a:schemeClr>
                </a:solidFill>
                <a:latin typeface="+mn-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822960" y="1201036"/>
            <a:ext cx="10543032" cy="4050792"/>
          </a:xfrm>
        </p:spPr>
        <p:txBody>
          <a:bodyPr vert="horz" lIns="91440" tIns="45720" rIns="91440" bIns="45720" rtlCol="0" anchor="t">
            <a:normAutofit/>
          </a:bodyPr>
          <a:lstStyle>
            <a:lvl1pPr marL="0" indent="0" algn="ctr">
              <a:lnSpc>
                <a:spcPct val="70000"/>
              </a:lnSpc>
              <a:buNone/>
              <a:defRPr lang="en-US" sz="40100" dirty="0">
                <a:solidFill>
                  <a:schemeClr val="tx2">
                    <a:lumMod val="90000"/>
                  </a:schemeClr>
                </a:solidFill>
                <a:latin typeface="+mj-lt"/>
              </a:defRPr>
            </a:lvl1pPr>
            <a:lvl2pPr marL="457200" indent="0">
              <a:buNone/>
              <a:defRPr lang="en-US" dirty="0">
                <a:solidFill>
                  <a:schemeClr val="accent3">
                    <a:lumMod val="20000"/>
                    <a:lumOff val="80000"/>
                  </a:schemeClr>
                </a:solidFill>
              </a:defRPr>
            </a:lvl2pPr>
            <a:lvl3pPr>
              <a:defRPr lang="en-US" dirty="0">
                <a:solidFill>
                  <a:schemeClr val="accent3">
                    <a:lumMod val="20000"/>
                    <a:lumOff val="80000"/>
                  </a:schemeClr>
                </a:solidFill>
              </a:defRPr>
            </a:lvl3pPr>
            <a:lvl4pPr>
              <a:defRPr lang="en-US" dirty="0">
                <a:solidFill>
                  <a:schemeClr val="accent3">
                    <a:lumMod val="20000"/>
                    <a:lumOff val="80000"/>
                  </a:schemeClr>
                </a:solidFill>
              </a:defRPr>
            </a:lvl4pPr>
            <a:lvl5pPr>
              <a:defRPr lang="en-US" dirty="0">
                <a:solidFill>
                  <a:schemeClr val="accent3">
                    <a:lumMod val="20000"/>
                    <a:lumOff val="80000"/>
                  </a:schemeClr>
                </a:solidFill>
              </a:defRPr>
            </a:lvl5pPr>
          </a:lstStyle>
          <a:p>
            <a:pPr lvl="0"/>
            <a:r>
              <a:rPr lang="en-US" dirty="0"/>
              <a:t>##%</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254495"/>
            <a:ext cx="2962656" cy="411480"/>
          </a:xfrm>
        </p:spPr>
        <p:txBody>
          <a:bodyPr/>
          <a:lstStyle>
            <a:lvl1pPr>
              <a:defRPr>
                <a:solidFill>
                  <a:schemeClr val="tx2">
                    <a:lumMod val="90000"/>
                  </a:schemeClr>
                </a:solidFill>
              </a:defRPr>
            </a:lvl1p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6254495"/>
            <a:ext cx="1679642" cy="411480"/>
          </a:xfrm>
        </p:spPr>
        <p:txBody>
          <a:bodyPr/>
          <a:lstStyle>
            <a:lvl1pPr>
              <a:defRPr>
                <a:solidFill>
                  <a:schemeClr val="tx2">
                    <a:lumMod val="90000"/>
                  </a:schemeClr>
                </a:solidFill>
              </a:defRPr>
            </a:lvl1pPr>
          </a:lstStyle>
          <a:p>
            <a:fld id="{C5FEC425-38EB-4C31-A115-909870F4944E}" type="datetime1">
              <a:rPr lang="en-US" smtClean="0"/>
              <a:t>12/21/2025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254496"/>
            <a:ext cx="546447" cy="413360"/>
          </a:xfrm>
        </p:spPr>
        <p:txBody>
          <a:bodyPr/>
          <a:lstStyle>
            <a:lvl1pPr>
              <a:defRPr>
                <a:solidFill>
                  <a:schemeClr val="tx2">
                    <a:lumMod val="90000"/>
                  </a:schemeClr>
                </a:solidFill>
              </a:defRPr>
            </a:lvl1pPr>
          </a:lstStyle>
          <a:p>
            <a:fld id="{753D0FD4-819D-4187-8797-C35567B41C78}" type="slidenum">
              <a:rPr lang="en-US" smtClean="0"/>
              <a:t>‹#›</a:t>
            </a:fld>
            <a:endParaRPr lang="en-US"/>
          </a:p>
        </p:txBody>
      </p:sp>
      <p:cxnSp>
        <p:nvCxnSpPr>
          <p:cNvPr id="10" name="Straight Connector 9">
            <a:extLst>
              <a:ext uri="{FF2B5EF4-FFF2-40B4-BE49-F238E27FC236}">
                <a16:creationId xmlns:a16="http://schemas.microsoft.com/office/drawing/2014/main" id="{2059084B-1C57-0F86-56B0-E7DC2934BA40}"/>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3344636A-F38C-DF3B-6439-B5B73A797B53}"/>
              </a:ext>
            </a:extLst>
          </p:cNvPr>
          <p:cNvCxnSpPr>
            <a:cxnSpLocks/>
          </p:cNvCxnSpPr>
          <p:nvPr/>
        </p:nvCxnSpPr>
        <p:spPr>
          <a:xfrm>
            <a:off x="0" y="5274776"/>
            <a:ext cx="12192000" cy="0"/>
          </a:xfrm>
          <a:prstGeom prst="line">
            <a:avLst/>
          </a:prstGeom>
          <a:ln w="9525">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34270668"/>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Statement">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17773" y="914400"/>
            <a:ext cx="10045427" cy="4464554"/>
          </a:xfrm>
        </p:spPr>
        <p:txBody>
          <a:bodyPr anchor="ctr">
            <a:noAutofit/>
          </a:bodyPr>
          <a:lstStyle>
            <a:lvl1pPr marL="0" indent="0">
              <a:lnSpc>
                <a:spcPct val="75000"/>
              </a:lnSpc>
              <a:buNone/>
              <a:defRPr sz="8800" b="0">
                <a:solidFill>
                  <a:schemeClr val="tx2"/>
                </a:solidFill>
                <a:latin typeface="+mj-lt"/>
              </a:defRPr>
            </a:lvl1pPr>
            <a:lvl2pPr marL="228600" indent="0">
              <a:lnSpc>
                <a:spcPct val="100000"/>
              </a:lnSpc>
              <a:buNone/>
              <a:defRPr sz="8000" b="0">
                <a:solidFill>
                  <a:schemeClr val="tx2"/>
                </a:solidFill>
                <a:latin typeface="+mj-lt"/>
              </a:defRPr>
            </a:lvl2pPr>
            <a:lvl3pPr marL="457200" indent="0">
              <a:lnSpc>
                <a:spcPct val="100000"/>
              </a:lnSpc>
              <a:buNone/>
              <a:defRPr sz="7200" b="0">
                <a:solidFill>
                  <a:schemeClr val="tx2"/>
                </a:solidFill>
                <a:latin typeface="+mj-lt"/>
              </a:defRPr>
            </a:lvl3pPr>
            <a:lvl4pPr marL="685800" indent="0">
              <a:lnSpc>
                <a:spcPct val="100000"/>
              </a:lnSpc>
              <a:buNone/>
              <a:defRPr sz="6600" b="0">
                <a:solidFill>
                  <a:schemeClr val="tx2"/>
                </a:solidFill>
                <a:latin typeface="+mj-lt"/>
              </a:defRPr>
            </a:lvl4pPr>
            <a:lvl5pPr marL="914400" indent="0">
              <a:lnSpc>
                <a:spcPct val="100000"/>
              </a:lnSpc>
              <a:buNone/>
              <a:defRPr sz="6000" b="0">
                <a:solidFill>
                  <a:schemeClr val="tx2"/>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317773" y="6263640"/>
            <a:ext cx="2963692" cy="413360"/>
          </a:xfrm>
        </p:spPr>
        <p:txBody>
          <a:bodyPr/>
          <a:lstStyle/>
          <a:p>
            <a:r>
              <a:rPr lang="en-US" dirty="0"/>
              <a:t>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7680069" y="6263640"/>
            <a:ext cx="1921315" cy="413360"/>
          </a:xfrm>
        </p:spPr>
        <p:txBody>
          <a:bodyPr/>
          <a:lstStyle/>
          <a:p>
            <a:fld id="{453B8C54-B76A-4DD8-BD0B-11200408342B}" type="datetime1">
              <a:rPr lang="en-US" smtClean="0"/>
              <a:t>12/21/2025</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288870" y="6263640"/>
            <a:ext cx="546447" cy="413360"/>
          </a:xfrm>
        </p:spPr>
        <p:txBody>
          <a:bodyPr/>
          <a:lstStyle/>
          <a:p>
            <a:fld id="{753D0FD4-819D-4187-8797-C35567B41C78}" type="slidenum">
              <a:rPr lang="en-US" smtClean="0"/>
              <a:t>‹#›</a:t>
            </a:fld>
            <a:endParaRPr lang="en-US" dirty="0"/>
          </a:p>
        </p:txBody>
      </p:sp>
      <p:cxnSp>
        <p:nvCxnSpPr>
          <p:cNvPr id="6" name="Straight Connector 5">
            <a:extLst>
              <a:ext uri="{FF2B5EF4-FFF2-40B4-BE49-F238E27FC236}">
                <a16:creationId xmlns:a16="http://schemas.microsoft.com/office/drawing/2014/main" id="{1A935D4C-A027-60A0-BEB8-B1A89C1C5E3A}"/>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58823852"/>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Statement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2"/>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2576945" y="1341912"/>
            <a:ext cx="7024439" cy="4120737"/>
          </a:xfrm>
        </p:spPr>
        <p:txBody>
          <a:bodyPr anchor="ctr">
            <a:normAutofit/>
          </a:bodyPr>
          <a:lstStyle>
            <a:lvl1pPr marL="0" indent="0" algn="ctr">
              <a:lnSpc>
                <a:spcPct val="75000"/>
              </a:lnSpc>
              <a:buNone/>
              <a:defRPr sz="5400" b="0">
                <a:solidFill>
                  <a:schemeClr val="tx2"/>
                </a:solidFill>
                <a:latin typeface="+mj-lt"/>
              </a:defRPr>
            </a:lvl1pPr>
            <a:lvl2pPr marL="228600" indent="0" algn="ctr">
              <a:lnSpc>
                <a:spcPct val="75000"/>
              </a:lnSpc>
              <a:buNone/>
              <a:defRPr sz="4800" b="0">
                <a:solidFill>
                  <a:schemeClr val="tx2"/>
                </a:solidFill>
                <a:latin typeface="+mj-lt"/>
              </a:defRPr>
            </a:lvl2pPr>
            <a:lvl3pPr marL="457200" indent="0" algn="ctr">
              <a:lnSpc>
                <a:spcPct val="75000"/>
              </a:lnSpc>
              <a:buNone/>
              <a:defRPr sz="4400" b="0">
                <a:solidFill>
                  <a:schemeClr val="tx2"/>
                </a:solidFill>
                <a:latin typeface="+mj-lt"/>
              </a:defRPr>
            </a:lvl3pPr>
            <a:lvl4pPr marL="685800" indent="0" algn="ctr">
              <a:lnSpc>
                <a:spcPct val="75000"/>
              </a:lnSpc>
              <a:buNone/>
              <a:defRPr sz="4000" b="0">
                <a:solidFill>
                  <a:schemeClr val="tx2"/>
                </a:solidFill>
                <a:latin typeface="+mj-lt"/>
              </a:defRPr>
            </a:lvl4pPr>
            <a:lvl5pPr marL="914400" indent="0" algn="ctr">
              <a:lnSpc>
                <a:spcPct val="75000"/>
              </a:lnSpc>
              <a:buNone/>
              <a:defRPr sz="3600" b="0">
                <a:solidFill>
                  <a:schemeClr val="tx2"/>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317773" y="6264164"/>
            <a:ext cx="2963692" cy="413360"/>
          </a:xfrm>
        </p:spPr>
        <p:txBody>
          <a:bodyPr/>
          <a:lstStyle>
            <a:lvl1pPr>
              <a:defRPr>
                <a:solidFill>
                  <a:schemeClr val="tx2"/>
                </a:solidFill>
              </a:defRPr>
            </a:lvl1pPr>
          </a:lstStyle>
          <a:p>
            <a:r>
              <a:rPr lang="en-US" dirty="0"/>
              <a:t>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7921742" y="6264164"/>
            <a:ext cx="1679642" cy="413360"/>
          </a:xfrm>
        </p:spPr>
        <p:txBody>
          <a:bodyPr/>
          <a:lstStyle>
            <a:lvl1pPr>
              <a:defRPr>
                <a:solidFill>
                  <a:schemeClr val="tx2"/>
                </a:solidFill>
              </a:defRPr>
            </a:lvl1pPr>
          </a:lstStyle>
          <a:p>
            <a:fld id="{66BE189A-7DFE-4578-A781-50D475212B90}" type="datetime1">
              <a:rPr lang="en-US" smtClean="0"/>
              <a:t>12/21/2025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288870" y="6264164"/>
            <a:ext cx="546447" cy="413360"/>
          </a:xfrm>
        </p:spPr>
        <p:txBody>
          <a:bodyPr/>
          <a:lstStyle>
            <a:lvl1pPr>
              <a:defRPr>
                <a:solidFill>
                  <a:schemeClr val="tx2"/>
                </a:solidFill>
              </a:defRPr>
            </a:lvl1pPr>
          </a:lstStyle>
          <a:p>
            <a:fld id="{753D0FD4-819D-4187-8797-C35567B41C78}" type="slidenum">
              <a:rPr lang="en-US" smtClean="0"/>
              <a:t>‹#›</a:t>
            </a:fld>
            <a:endParaRPr lang="en-US"/>
          </a:p>
        </p:txBody>
      </p:sp>
      <p:cxnSp>
        <p:nvCxnSpPr>
          <p:cNvPr id="6" name="Straight Connector 5">
            <a:extLst>
              <a:ext uri="{FF2B5EF4-FFF2-40B4-BE49-F238E27FC236}">
                <a16:creationId xmlns:a16="http://schemas.microsoft.com/office/drawing/2014/main" id="{236ED6FE-B4BC-74F3-6CA8-3B4200CEE7FD}"/>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2008063B-506A-41A1-A6EA-745A876C5191}"/>
              </a:ext>
            </a:extLst>
          </p:cNvPr>
          <p:cNvCxnSpPr>
            <a:cxnSpLocks/>
          </p:cNvCxnSpPr>
          <p:nvPr/>
        </p:nvCxnSpPr>
        <p:spPr>
          <a:xfrm>
            <a:off x="0" y="781627"/>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42758C90-B148-7153-9C80-0F1076997894}"/>
              </a:ext>
            </a:extLst>
          </p:cNvPr>
          <p:cNvCxnSpPr>
            <a:cxnSpLocks/>
          </p:cNvCxnSpPr>
          <p:nvPr/>
        </p:nvCxnSpPr>
        <p:spPr>
          <a:xfrm>
            <a:off x="1693484" y="781627"/>
            <a:ext cx="0" cy="527627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75474C37-D361-EDB7-BCC5-35E1A6EC3D9B}"/>
              </a:ext>
            </a:extLst>
          </p:cNvPr>
          <p:cNvCxnSpPr>
            <a:cxnSpLocks/>
          </p:cNvCxnSpPr>
          <p:nvPr/>
        </p:nvCxnSpPr>
        <p:spPr>
          <a:xfrm>
            <a:off x="10491119" y="781627"/>
            <a:ext cx="0" cy="527627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20901390"/>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tatement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51725" y="1940090"/>
            <a:ext cx="10392476" cy="4614714"/>
          </a:xfrm>
        </p:spPr>
        <p:txBody>
          <a:bodyPr anchor="b">
            <a:noAutofit/>
          </a:bodyPr>
          <a:lstStyle>
            <a:lvl1pPr marL="0" indent="0">
              <a:lnSpc>
                <a:spcPct val="73000"/>
              </a:lnSpc>
              <a:buNone/>
              <a:defRPr sz="9600" b="0" cap="all" baseline="0">
                <a:solidFill>
                  <a:schemeClr val="tx2">
                    <a:lumMod val="75000"/>
                  </a:schemeClr>
                </a:solidFill>
                <a:latin typeface="+mj-lt"/>
              </a:defRPr>
            </a:lvl1pPr>
            <a:lvl2pPr marL="228600" indent="0">
              <a:lnSpc>
                <a:spcPct val="73000"/>
              </a:lnSpc>
              <a:buNone/>
              <a:defRPr sz="8800" b="0" cap="all" baseline="0">
                <a:solidFill>
                  <a:schemeClr val="tx2">
                    <a:lumMod val="75000"/>
                  </a:schemeClr>
                </a:solidFill>
                <a:latin typeface="+mj-lt"/>
              </a:defRPr>
            </a:lvl2pPr>
            <a:lvl3pPr marL="457200" indent="0">
              <a:lnSpc>
                <a:spcPct val="73000"/>
              </a:lnSpc>
              <a:buNone/>
              <a:defRPr sz="8000" b="0" cap="all" baseline="0">
                <a:solidFill>
                  <a:schemeClr val="tx2">
                    <a:lumMod val="75000"/>
                  </a:schemeClr>
                </a:solidFill>
                <a:latin typeface="+mj-lt"/>
              </a:defRPr>
            </a:lvl3pPr>
            <a:lvl4pPr marL="685800" indent="0">
              <a:lnSpc>
                <a:spcPct val="73000"/>
              </a:lnSpc>
              <a:buNone/>
              <a:defRPr sz="7200" b="0" cap="all" baseline="0">
                <a:solidFill>
                  <a:schemeClr val="tx2">
                    <a:lumMod val="75000"/>
                  </a:schemeClr>
                </a:solidFill>
                <a:latin typeface="+mj-lt"/>
              </a:defRPr>
            </a:lvl4pPr>
            <a:lvl5pPr marL="914400" indent="0">
              <a:lnSpc>
                <a:spcPct val="73000"/>
              </a:lnSpc>
              <a:buNone/>
              <a:defRPr sz="6600" b="0" cap="all" baseline="0">
                <a:solidFill>
                  <a:schemeClr val="tx2">
                    <a:lumMod val="75000"/>
                  </a:schemeClr>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2">
                    <a:lumMod val="90000"/>
                  </a:schemeClr>
                </a:solidFill>
              </a:defRPr>
            </a:lvl1pPr>
          </a:lstStyle>
          <a:p>
            <a:r>
              <a:rPr lang="en-US" dirty="0"/>
              <a:t>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lumMod val="90000"/>
                  </a:schemeClr>
                </a:solidFill>
              </a:defRPr>
            </a:lvl1pPr>
          </a:lstStyle>
          <a:p>
            <a:fld id="{386F9640-8612-4EBB-94A3-9F5B3C3C1651}" type="datetime1">
              <a:rPr lang="en-US" smtClean="0"/>
              <a:t>12/21/2025</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lumMod val="90000"/>
                  </a:schemeClr>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3EBBBFEC-32A4-8333-CEC0-6858CB1833EF}"/>
              </a:ext>
            </a:extLst>
          </p:cNvPr>
          <p:cNvCxnSpPr>
            <a:cxnSpLocks/>
          </p:cNvCxnSpPr>
          <p:nvPr/>
        </p:nvCxnSpPr>
        <p:spPr>
          <a:xfrm>
            <a:off x="0" y="789563"/>
            <a:ext cx="12192000" cy="0"/>
          </a:xfrm>
          <a:prstGeom prst="line">
            <a:avLst/>
          </a:prstGeom>
          <a:ln w="9525">
            <a:solidFill>
              <a:schemeClr val="tx2">
                <a:lumMod val="9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68178486"/>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Statement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723098" y="-1133856"/>
            <a:ext cx="10090646" cy="914400"/>
          </a:xfrm>
        </p:spPr>
        <p:txBody>
          <a:bodyPr/>
          <a:lstStyle>
            <a:lvl1pPr>
              <a:defRPr>
                <a:solidFill>
                  <a:schemeClr val="tx2"/>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17773" y="384048"/>
            <a:ext cx="10090646" cy="4783756"/>
          </a:xfrm>
        </p:spPr>
        <p:txBody>
          <a:bodyPr anchor="t">
            <a:noAutofit/>
          </a:bodyPr>
          <a:lstStyle>
            <a:lvl1pPr marL="0" indent="0">
              <a:lnSpc>
                <a:spcPct val="100000"/>
              </a:lnSpc>
              <a:buNone/>
              <a:defRPr sz="7200" b="0">
                <a:solidFill>
                  <a:schemeClr val="accent1"/>
                </a:solidFill>
              </a:defRPr>
            </a:lvl1pPr>
            <a:lvl2pPr marL="228600" indent="0">
              <a:lnSpc>
                <a:spcPct val="100000"/>
              </a:lnSpc>
              <a:buNone/>
              <a:defRPr sz="6600" b="0">
                <a:solidFill>
                  <a:schemeClr val="accent1"/>
                </a:solidFill>
              </a:defRPr>
            </a:lvl2pPr>
            <a:lvl3pPr marL="457200" indent="0">
              <a:lnSpc>
                <a:spcPct val="100000"/>
              </a:lnSpc>
              <a:buNone/>
              <a:defRPr sz="6000" b="0">
                <a:solidFill>
                  <a:schemeClr val="accent1"/>
                </a:solidFill>
              </a:defRPr>
            </a:lvl3pPr>
            <a:lvl4pPr marL="685800" indent="0">
              <a:lnSpc>
                <a:spcPct val="100000"/>
              </a:lnSpc>
              <a:buNone/>
              <a:defRPr sz="5400" b="0">
                <a:solidFill>
                  <a:schemeClr val="accent1"/>
                </a:solidFill>
              </a:defRPr>
            </a:lvl4pPr>
            <a:lvl5pPr marL="914400" indent="0">
              <a:lnSpc>
                <a:spcPct val="100000"/>
              </a:lnSpc>
              <a:buNone/>
              <a:defRPr sz="4800" b="0">
                <a:solidFill>
                  <a:schemeClr val="accent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317773" y="6264164"/>
            <a:ext cx="2963692" cy="413360"/>
          </a:xfrm>
        </p:spPr>
        <p:txBody>
          <a:bodyPr/>
          <a:lstStyle>
            <a:lvl1pPr>
              <a:defRPr>
                <a:solidFill>
                  <a:schemeClr val="tx2"/>
                </a:solidFill>
              </a:defRPr>
            </a:lvl1pPr>
          </a:lstStyle>
          <a:p>
            <a:r>
              <a:rPr lang="en-US" dirty="0"/>
              <a:t>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7921741" y="6264164"/>
            <a:ext cx="2486677" cy="413360"/>
          </a:xfrm>
        </p:spPr>
        <p:txBody>
          <a:bodyPr/>
          <a:lstStyle>
            <a:lvl1pPr>
              <a:defRPr>
                <a:solidFill>
                  <a:schemeClr val="tx2"/>
                </a:solidFill>
              </a:defRPr>
            </a:lvl1pPr>
          </a:lstStyle>
          <a:p>
            <a:fld id="{9A3EC378-394E-4653-8FC8-8296D202D659}" type="datetime1">
              <a:rPr lang="en-US" smtClean="0"/>
              <a:t>12/21/2025</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288870" y="6264164"/>
            <a:ext cx="546447" cy="413360"/>
          </a:xfrm>
        </p:spPr>
        <p:txBody>
          <a:bodyPr/>
          <a:lstStyle>
            <a:lvl1pPr>
              <a:defRPr>
                <a:solidFill>
                  <a:schemeClr val="tx2"/>
                </a:solidFill>
              </a:defRPr>
            </a:lvl1pPr>
          </a:lstStyle>
          <a:p>
            <a:fld id="{753D0FD4-819D-4187-8797-C35567B41C78}" type="slidenum">
              <a:rPr lang="en-US" smtClean="0"/>
              <a:t>‹#›</a:t>
            </a:fld>
            <a:endParaRPr lang="en-US"/>
          </a:p>
        </p:txBody>
      </p:sp>
      <p:cxnSp>
        <p:nvCxnSpPr>
          <p:cNvPr id="6" name="Straight Connector 5">
            <a:extLst>
              <a:ext uri="{FF2B5EF4-FFF2-40B4-BE49-F238E27FC236}">
                <a16:creationId xmlns:a16="http://schemas.microsoft.com/office/drawing/2014/main" id="{236ED6FE-B4BC-74F3-6CA8-3B4200CEE7FD}"/>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60510842"/>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Quot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hasCustomPrompt="1"/>
          </p:nvPr>
        </p:nvSpPr>
        <p:spPr>
          <a:xfrm>
            <a:off x="713232" y="5440220"/>
            <a:ext cx="9299448" cy="1015996"/>
          </a:xfrm>
        </p:spPr>
        <p:txBody>
          <a:bodyPr anchor="ctr">
            <a:normAutofit/>
          </a:bodyPr>
          <a:lstStyle>
            <a:lvl1pPr>
              <a:defRPr sz="2000" cap="none" baseline="0">
                <a:solidFill>
                  <a:schemeClr val="tx2"/>
                </a:solidFill>
                <a:latin typeface="+mn-lt"/>
              </a:defRPr>
            </a:lvl1pPr>
          </a:lstStyle>
          <a:p>
            <a:r>
              <a:rPr lang="en-US" dirty="0"/>
              <a:t>Quote Author</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320040" y="1170816"/>
            <a:ext cx="9692640" cy="3872159"/>
          </a:xfrm>
        </p:spPr>
        <p:txBody>
          <a:bodyPr>
            <a:normAutofit/>
          </a:bodyPr>
          <a:lstStyle>
            <a:lvl1pPr marL="274320" indent="-274320">
              <a:lnSpc>
                <a:spcPct val="70000"/>
              </a:lnSpc>
              <a:buNone/>
              <a:defRPr sz="8800" cap="all" baseline="0">
                <a:solidFill>
                  <a:schemeClr val="tx2"/>
                </a:solidFill>
                <a:latin typeface="+mj-lt"/>
              </a:defRPr>
            </a:lvl1pPr>
            <a:lvl2pPr marL="274320" indent="-274320">
              <a:lnSpc>
                <a:spcPct val="70000"/>
              </a:lnSpc>
              <a:buNone/>
              <a:defRPr sz="8000" cap="all" baseline="0">
                <a:solidFill>
                  <a:schemeClr val="accent2">
                    <a:lumMod val="20000"/>
                    <a:lumOff val="80000"/>
                  </a:schemeClr>
                </a:solidFill>
                <a:latin typeface="+mj-lt"/>
              </a:defRPr>
            </a:lvl2pPr>
            <a:lvl3pPr marL="274320" indent="-274320">
              <a:lnSpc>
                <a:spcPct val="70000"/>
              </a:lnSpc>
              <a:buNone/>
              <a:defRPr sz="7200" cap="all" baseline="0">
                <a:solidFill>
                  <a:schemeClr val="accent2">
                    <a:lumMod val="20000"/>
                    <a:lumOff val="80000"/>
                  </a:schemeClr>
                </a:solidFill>
                <a:latin typeface="+mj-lt"/>
              </a:defRPr>
            </a:lvl3pPr>
            <a:lvl4pPr marL="274320" indent="-274320">
              <a:lnSpc>
                <a:spcPct val="70000"/>
              </a:lnSpc>
              <a:buNone/>
              <a:defRPr sz="6600" cap="all" baseline="0">
                <a:solidFill>
                  <a:schemeClr val="accent2">
                    <a:lumMod val="20000"/>
                    <a:lumOff val="80000"/>
                  </a:schemeClr>
                </a:solidFill>
                <a:latin typeface="+mj-lt"/>
              </a:defRPr>
            </a:lvl4pPr>
            <a:lvl5pPr marL="274320" indent="-274320">
              <a:lnSpc>
                <a:spcPct val="70000"/>
              </a:lnSpc>
              <a:buNone/>
              <a:defRPr sz="6600" cap="all" baseline="0">
                <a:solidFill>
                  <a:schemeClr val="accent2">
                    <a:lumMod val="20000"/>
                    <a:lumOff val="80000"/>
                  </a:schemeClr>
                </a:solidFill>
                <a:latin typeface="+mj-lt"/>
              </a:defRPr>
            </a:lvl5pPr>
          </a:lstStyle>
          <a:p>
            <a:pPr lvl="0"/>
            <a:r>
              <a:rPr lang="en-US" dirty="0"/>
              <a:t>Click to edit quote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2443788" cy="411480"/>
          </a:xfrm>
        </p:spPr>
        <p:txBody>
          <a:bodyPr/>
          <a:lstStyle>
            <a:lvl1pPr>
              <a:defRPr>
                <a:solidFill>
                  <a:schemeClr val="tx2"/>
                </a:solidFill>
              </a:defRPr>
            </a:lvl1pPr>
          </a:lstStyle>
          <a:p>
            <a:fld id="{15448BDD-274C-4BED-8350-833672089118}" type="datetime1">
              <a:rPr lang="en-US" smtClean="0"/>
              <a:t>12/21/2025</a:t>
            </a:fld>
            <a:endParaRPr lang="en-US" dirty="0"/>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lvl1pPr>
              <a:defRPr>
                <a:solidFill>
                  <a:schemeClr val="tx2"/>
                </a:solidFill>
              </a:defRPr>
            </a:lvl1p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1660C7B9-B6D9-6FB6-59EE-D9DB3BC93758}"/>
              </a:ext>
            </a:extLst>
          </p:cNvPr>
          <p:cNvCxnSpPr>
            <a:cxnSpLocks/>
          </p:cNvCxnSpPr>
          <p:nvPr/>
        </p:nvCxnSpPr>
        <p:spPr>
          <a:xfrm flipH="1">
            <a:off x="0" y="787179"/>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15D9130-12F6-DFB8-70EF-9ACBA9FDECB0}"/>
              </a:ext>
            </a:extLst>
          </p:cNvPr>
          <p:cNvCxnSpPr>
            <a:cxnSpLocks/>
          </p:cNvCxnSpPr>
          <p:nvPr/>
        </p:nvCxnSpPr>
        <p:spPr>
          <a:xfrm>
            <a:off x="0" y="5274530"/>
            <a:ext cx="12192000" cy="0"/>
          </a:xfrm>
          <a:prstGeom prst="line">
            <a:avLst/>
          </a:prstGeom>
          <a:ln w="9525">
            <a:solidFill>
              <a:schemeClr val="bg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43412685"/>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obj" preserve="1">
  <p:cSld name="Quot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hasCustomPrompt="1"/>
          </p:nvPr>
        </p:nvSpPr>
        <p:spPr>
          <a:xfrm>
            <a:off x="590288" y="5232212"/>
            <a:ext cx="10515600" cy="749808"/>
          </a:xfrm>
        </p:spPr>
        <p:txBody>
          <a:bodyPr anchor="ctr">
            <a:normAutofit/>
          </a:bodyPr>
          <a:lstStyle>
            <a:lvl1pPr>
              <a:defRPr sz="1600" cap="all" baseline="0">
                <a:solidFill>
                  <a:schemeClr val="tx2"/>
                </a:solidFill>
                <a:latin typeface="+mn-lt"/>
              </a:defRPr>
            </a:lvl1pPr>
          </a:lstStyle>
          <a:p>
            <a:r>
              <a:rPr lang="en-US" dirty="0"/>
              <a:t>Quote author</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320040" y="380011"/>
            <a:ext cx="9400032" cy="4164557"/>
          </a:xfrm>
        </p:spPr>
        <p:txBody>
          <a:bodyPr anchor="t">
            <a:normAutofit/>
          </a:bodyPr>
          <a:lstStyle>
            <a:lvl1pPr marL="274320" indent="-274320">
              <a:lnSpc>
                <a:spcPct val="80000"/>
              </a:lnSpc>
              <a:buNone/>
              <a:defRPr sz="6000" cap="none" baseline="0">
                <a:solidFill>
                  <a:schemeClr val="accent1"/>
                </a:solidFill>
                <a:latin typeface="+mj-lt"/>
              </a:defRPr>
            </a:lvl1pPr>
            <a:lvl2pPr marL="274320" indent="-274320">
              <a:lnSpc>
                <a:spcPct val="80000"/>
              </a:lnSpc>
              <a:buNone/>
              <a:defRPr sz="5400" cap="none" baseline="0">
                <a:solidFill>
                  <a:schemeClr val="accent1"/>
                </a:solidFill>
                <a:latin typeface="+mj-lt"/>
              </a:defRPr>
            </a:lvl2pPr>
            <a:lvl3pPr marL="274320" indent="-274320">
              <a:lnSpc>
                <a:spcPct val="80000"/>
              </a:lnSpc>
              <a:buNone/>
              <a:defRPr sz="4800" cap="none" baseline="0">
                <a:solidFill>
                  <a:schemeClr val="accent1"/>
                </a:solidFill>
                <a:latin typeface="+mj-lt"/>
              </a:defRPr>
            </a:lvl3pPr>
            <a:lvl4pPr marL="274320" indent="-274320">
              <a:lnSpc>
                <a:spcPct val="80000"/>
              </a:lnSpc>
              <a:buNone/>
              <a:defRPr sz="4400" cap="none" baseline="0">
                <a:solidFill>
                  <a:schemeClr val="accent1"/>
                </a:solidFill>
                <a:latin typeface="+mj-lt"/>
              </a:defRPr>
            </a:lvl4pPr>
            <a:lvl5pPr marL="274320" indent="-274320">
              <a:lnSpc>
                <a:spcPct val="80000"/>
              </a:lnSpc>
              <a:buNone/>
              <a:defRPr sz="4400" cap="none" baseline="0">
                <a:solidFill>
                  <a:schemeClr val="accent1"/>
                </a:solidFill>
                <a:latin typeface="+mj-lt"/>
              </a:defRPr>
            </a:lvl5pPr>
          </a:lstStyle>
          <a:p>
            <a:pPr lvl="0"/>
            <a:r>
              <a:rPr lang="en-US" dirty="0"/>
              <a:t>Click to edit quote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590287" y="6263640"/>
            <a:ext cx="2962656" cy="411480"/>
          </a:xfrm>
        </p:spPr>
        <p:txBody>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6263640"/>
            <a:ext cx="2151180" cy="411480"/>
          </a:xfrm>
        </p:spPr>
        <p:txBody>
          <a:bodyPr/>
          <a:lstStyle>
            <a:lvl1pPr>
              <a:defRPr>
                <a:solidFill>
                  <a:schemeClr val="tx2"/>
                </a:solidFill>
              </a:defRPr>
            </a:lvl1pPr>
          </a:lstStyle>
          <a:p>
            <a:fld id="{C5523C14-B8E0-486C-AF8F-4829635E6A50}" type="datetime1">
              <a:rPr lang="en-US" smtClean="0"/>
              <a:t>12/21/2025</a:t>
            </a:fld>
            <a:endParaRPr lang="en-US" dirty="0"/>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263640"/>
            <a:ext cx="546447" cy="411480"/>
          </a:xfrm>
        </p:spPr>
        <p:txBody>
          <a:bodyPr/>
          <a:lstStyle>
            <a:lvl1pPr>
              <a:defRPr>
                <a:solidFill>
                  <a:schemeClr val="tx2"/>
                </a:solidFill>
              </a:defRPr>
            </a:lvl1pPr>
          </a:lstStyle>
          <a:p>
            <a:fld id="{753D0FD4-819D-4187-8797-C35567B41C78}" type="slidenum">
              <a:rPr lang="en-US" smtClean="0"/>
              <a:t>‹#›</a:t>
            </a:fld>
            <a:endParaRPr lang="en-US"/>
          </a:p>
        </p:txBody>
      </p:sp>
      <p:cxnSp>
        <p:nvCxnSpPr>
          <p:cNvPr id="12" name="Straight Connector 11">
            <a:extLst>
              <a:ext uri="{FF2B5EF4-FFF2-40B4-BE49-F238E27FC236}">
                <a16:creationId xmlns:a16="http://schemas.microsoft.com/office/drawing/2014/main" id="{AC9507B5-45FD-E0F8-4B50-156739F3ED87}"/>
              </a:ext>
            </a:extLst>
          </p:cNvPr>
          <p:cNvCxnSpPr>
            <a:cxnSpLocks/>
          </p:cNvCxnSpPr>
          <p:nvPr/>
        </p:nvCxnSpPr>
        <p:spPr>
          <a:xfrm>
            <a:off x="0" y="4862741"/>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8059644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Quot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hasCustomPrompt="1"/>
          </p:nvPr>
        </p:nvSpPr>
        <p:spPr>
          <a:xfrm>
            <a:off x="713232" y="5451105"/>
            <a:ext cx="9299448" cy="1005109"/>
          </a:xfrm>
        </p:spPr>
        <p:txBody>
          <a:bodyPr anchor="ctr">
            <a:normAutofit/>
          </a:bodyPr>
          <a:lstStyle>
            <a:lvl1pPr>
              <a:defRPr sz="2000" cap="none" baseline="0">
                <a:solidFill>
                  <a:schemeClr val="tx2"/>
                </a:solidFill>
                <a:latin typeface="+mn-lt"/>
              </a:defRPr>
            </a:lvl1pPr>
          </a:lstStyle>
          <a:p>
            <a:r>
              <a:rPr lang="en-US" dirty="0"/>
              <a:t>Quote Author</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320040" y="1124712"/>
            <a:ext cx="9692640" cy="4187952"/>
          </a:xfrm>
        </p:spPr>
        <p:txBody>
          <a:bodyPr>
            <a:normAutofit/>
          </a:bodyPr>
          <a:lstStyle>
            <a:lvl1pPr marL="274320" indent="-274320">
              <a:lnSpc>
                <a:spcPct val="70000"/>
              </a:lnSpc>
              <a:buNone/>
              <a:defRPr sz="9600" cap="all" baseline="0">
                <a:solidFill>
                  <a:schemeClr val="tx2">
                    <a:lumMod val="75000"/>
                  </a:schemeClr>
                </a:solidFill>
                <a:latin typeface="+mj-lt"/>
              </a:defRPr>
            </a:lvl1pPr>
            <a:lvl2pPr marL="274320" indent="-274320">
              <a:lnSpc>
                <a:spcPct val="70000"/>
              </a:lnSpc>
              <a:buNone/>
              <a:defRPr sz="8800" cap="all" baseline="0">
                <a:solidFill>
                  <a:schemeClr val="accent2">
                    <a:lumMod val="20000"/>
                    <a:lumOff val="80000"/>
                  </a:schemeClr>
                </a:solidFill>
                <a:latin typeface="+mj-lt"/>
              </a:defRPr>
            </a:lvl2pPr>
            <a:lvl3pPr marL="274320" indent="-274320">
              <a:lnSpc>
                <a:spcPct val="70000"/>
              </a:lnSpc>
              <a:buNone/>
              <a:defRPr sz="8000" cap="all" baseline="0">
                <a:solidFill>
                  <a:schemeClr val="accent2">
                    <a:lumMod val="20000"/>
                    <a:lumOff val="80000"/>
                  </a:schemeClr>
                </a:solidFill>
                <a:latin typeface="+mj-lt"/>
              </a:defRPr>
            </a:lvl3pPr>
            <a:lvl4pPr marL="274320" indent="-274320">
              <a:lnSpc>
                <a:spcPct val="70000"/>
              </a:lnSpc>
              <a:buNone/>
              <a:defRPr sz="7200" cap="all" baseline="0">
                <a:solidFill>
                  <a:schemeClr val="accent2">
                    <a:lumMod val="20000"/>
                    <a:lumOff val="80000"/>
                  </a:schemeClr>
                </a:solidFill>
                <a:latin typeface="+mj-lt"/>
              </a:defRPr>
            </a:lvl4pPr>
            <a:lvl5pPr marL="274320" indent="-274320">
              <a:lnSpc>
                <a:spcPct val="70000"/>
              </a:lnSpc>
              <a:buNone/>
              <a:defRPr sz="7200" cap="all" baseline="0">
                <a:solidFill>
                  <a:schemeClr val="accent2">
                    <a:lumMod val="20000"/>
                    <a:lumOff val="80000"/>
                  </a:schemeClr>
                </a:solidFill>
                <a:latin typeface="+mj-lt"/>
              </a:defRPr>
            </a:lvl5pPr>
          </a:lstStyle>
          <a:p>
            <a:pPr lvl="0"/>
            <a:r>
              <a:rPr lang="en-US" dirty="0"/>
              <a:t>Click to edit Quote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2443788" cy="411480"/>
          </a:xfrm>
        </p:spPr>
        <p:txBody>
          <a:bodyPr/>
          <a:lstStyle>
            <a:lvl1pPr>
              <a:defRPr>
                <a:solidFill>
                  <a:schemeClr val="tx2"/>
                </a:solidFill>
              </a:defRPr>
            </a:lvl1pPr>
          </a:lstStyle>
          <a:p>
            <a:fld id="{44572B0E-9936-490C-85D7-20C76E88EE7A}" type="datetime1">
              <a:rPr lang="en-US" smtClean="0"/>
              <a:t>12/21/2025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lvl1pPr>
              <a:defRPr>
                <a:solidFill>
                  <a:schemeClr val="tx2"/>
                </a:solidFill>
              </a:defRPr>
            </a:lvl1p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1660C7B9-B6D9-6FB6-59EE-D9DB3BC93758}"/>
              </a:ext>
            </a:extLst>
          </p:cNvPr>
          <p:cNvCxnSpPr>
            <a:cxnSpLocks/>
          </p:cNvCxnSpPr>
          <p:nvPr/>
        </p:nvCxnSpPr>
        <p:spPr>
          <a:xfrm flipH="1">
            <a:off x="0" y="787179"/>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8182936"/>
      </p:ext>
    </p:extLst>
  </p:cSld>
  <p:clrMapOvr>
    <a:overrideClrMapping bg1="dk1" tx1="lt1" bg2="dk2" tx2="lt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obj" preserve="1">
  <p:cSld name="Quot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hasCustomPrompt="1"/>
          </p:nvPr>
        </p:nvSpPr>
        <p:spPr>
          <a:xfrm>
            <a:off x="521900" y="5209160"/>
            <a:ext cx="10698480" cy="832104"/>
          </a:xfrm>
        </p:spPr>
        <p:txBody>
          <a:bodyPr anchor="ctr">
            <a:normAutofit/>
          </a:bodyPr>
          <a:lstStyle>
            <a:lvl1pPr>
              <a:defRPr sz="2800" cap="all" baseline="0">
                <a:solidFill>
                  <a:schemeClr val="accent1"/>
                </a:solidFill>
                <a:latin typeface="+mj-lt"/>
              </a:defRPr>
            </a:lvl1pPr>
          </a:lstStyle>
          <a:p>
            <a:r>
              <a:rPr lang="en-US" dirty="0"/>
              <a:t>Quote author</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320040" y="749808"/>
            <a:ext cx="9400032" cy="3867912"/>
          </a:xfrm>
        </p:spPr>
        <p:txBody>
          <a:bodyPr>
            <a:normAutofit/>
          </a:bodyPr>
          <a:lstStyle>
            <a:lvl1pPr marL="182880" indent="-182880">
              <a:lnSpc>
                <a:spcPct val="100000"/>
              </a:lnSpc>
              <a:buNone/>
              <a:defRPr sz="4000" cap="none" baseline="0">
                <a:solidFill>
                  <a:schemeClr val="tx2"/>
                </a:solidFill>
                <a:latin typeface="+mn-lt"/>
              </a:defRPr>
            </a:lvl1pPr>
            <a:lvl2pPr marL="182880" indent="-182880">
              <a:lnSpc>
                <a:spcPct val="100000"/>
              </a:lnSpc>
              <a:buNone/>
              <a:defRPr sz="3600" cap="none" baseline="0">
                <a:solidFill>
                  <a:schemeClr val="tx2"/>
                </a:solidFill>
                <a:latin typeface="+mn-lt"/>
              </a:defRPr>
            </a:lvl2pPr>
            <a:lvl3pPr marL="182880" indent="-182880">
              <a:lnSpc>
                <a:spcPct val="100000"/>
              </a:lnSpc>
              <a:buNone/>
              <a:defRPr sz="3200" cap="none" baseline="0">
                <a:solidFill>
                  <a:schemeClr val="tx2"/>
                </a:solidFill>
                <a:latin typeface="+mn-lt"/>
              </a:defRPr>
            </a:lvl3pPr>
            <a:lvl4pPr marL="182880" indent="-182880">
              <a:lnSpc>
                <a:spcPct val="100000"/>
              </a:lnSpc>
              <a:buNone/>
              <a:defRPr sz="2800" cap="none" baseline="0">
                <a:solidFill>
                  <a:schemeClr val="tx2"/>
                </a:solidFill>
                <a:latin typeface="+mn-lt"/>
              </a:defRPr>
            </a:lvl4pPr>
            <a:lvl5pPr marL="182880" indent="-182880">
              <a:lnSpc>
                <a:spcPct val="100000"/>
              </a:lnSpc>
              <a:buNone/>
              <a:defRPr sz="2800" cap="none" baseline="0">
                <a:solidFill>
                  <a:schemeClr val="tx2"/>
                </a:solidFill>
                <a:latin typeface="+mn-lt"/>
              </a:defRPr>
            </a:lvl5pPr>
          </a:lstStyle>
          <a:p>
            <a:pPr lvl="0"/>
            <a:r>
              <a:rPr lang="en-US" dirty="0"/>
              <a:t>Click to edit Quote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lvl1pPr>
              <a:defRPr>
                <a:solidFill>
                  <a:schemeClr val="tx2"/>
                </a:solidFill>
              </a:defRPr>
            </a:lvl1pPr>
          </a:lstStyle>
          <a:p>
            <a:fld id="{18ECF368-9FBC-4241-9AEA-ADD9AF02F7A8}" type="datetime1">
              <a:rPr lang="en-US" smtClean="0"/>
              <a:t>12/21/2025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lvl1pPr>
              <a:defRPr>
                <a:solidFill>
                  <a:schemeClr val="tx2"/>
                </a:solidFill>
              </a:defRPr>
            </a:lvl1p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CE49C774-4A6A-D32B-59FA-2442E2B308E5}"/>
              </a:ext>
            </a:extLst>
          </p:cNvPr>
          <p:cNvCxnSpPr>
            <a:cxnSpLocks/>
          </p:cNvCxnSpPr>
          <p:nvPr/>
        </p:nvCxnSpPr>
        <p:spPr>
          <a:xfrm>
            <a:off x="0" y="5062769"/>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4B23A142-B021-C473-CBA7-E0C9AA4E71D5}"/>
              </a:ext>
            </a:extLst>
          </p:cNvPr>
          <p:cNvCxnSpPr>
            <a:cxnSpLocks/>
          </p:cNvCxnSpPr>
          <p:nvPr/>
        </p:nvCxnSpPr>
        <p:spPr>
          <a:xfrm>
            <a:off x="0" y="6066955"/>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3244848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594AB-EF90-9591-5954-F617B83D139F}"/>
              </a:ext>
            </a:extLst>
          </p:cNvPr>
          <p:cNvSpPr>
            <a:spLocks noGrp="1"/>
          </p:cNvSpPr>
          <p:nvPr>
            <p:ph type="title"/>
          </p:nvPr>
        </p:nvSpPr>
        <p:spPr>
          <a:xfrm>
            <a:off x="320559" y="685800"/>
            <a:ext cx="11253668" cy="66569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0" name="Footer Placeholder 9">
            <a:extLst>
              <a:ext uri="{FF2B5EF4-FFF2-40B4-BE49-F238E27FC236}">
                <a16:creationId xmlns:a16="http://schemas.microsoft.com/office/drawing/2014/main" id="{96A57BED-3AFE-6AA9-E0D5-586748D61F6A}"/>
              </a:ext>
            </a:extLst>
          </p:cNvPr>
          <p:cNvSpPr>
            <a:spLocks noGrp="1"/>
          </p:cNvSpPr>
          <p:nvPr>
            <p:ph type="ftr" sz="quarter" idx="11"/>
          </p:nvPr>
        </p:nvSpPr>
        <p:spPr/>
        <p:txBody>
          <a:bodyPr/>
          <a:lstStyle/>
          <a:p>
            <a:r>
              <a:rPr lang="en-US" dirty="0"/>
              <a:t>Footer Text</a:t>
            </a:r>
          </a:p>
        </p:txBody>
      </p:sp>
      <p:sp>
        <p:nvSpPr>
          <p:cNvPr id="9" name="Date Placeholder 8">
            <a:extLst>
              <a:ext uri="{FF2B5EF4-FFF2-40B4-BE49-F238E27FC236}">
                <a16:creationId xmlns:a16="http://schemas.microsoft.com/office/drawing/2014/main" id="{47C21221-DC95-273B-0C4F-43B35ADA1C0E}"/>
              </a:ext>
            </a:extLst>
          </p:cNvPr>
          <p:cNvSpPr>
            <a:spLocks noGrp="1"/>
          </p:cNvSpPr>
          <p:nvPr>
            <p:ph type="dt" sz="half" idx="10"/>
          </p:nvPr>
        </p:nvSpPr>
        <p:spPr/>
        <p:txBody>
          <a:bodyPr/>
          <a:lstStyle/>
          <a:p>
            <a:fld id="{9EAD527F-9C49-4481-A18C-80BA2EA99E79}" type="datetime1">
              <a:rPr lang="en-US" smtClean="0"/>
              <a:t>12/21/2025</a:t>
            </a:fld>
            <a:endParaRPr lang="en-US"/>
          </a:p>
        </p:txBody>
      </p:sp>
      <p:sp>
        <p:nvSpPr>
          <p:cNvPr id="11" name="Slide Number Placeholder 10">
            <a:extLst>
              <a:ext uri="{FF2B5EF4-FFF2-40B4-BE49-F238E27FC236}">
                <a16:creationId xmlns:a16="http://schemas.microsoft.com/office/drawing/2014/main" id="{2E44E859-99AA-D46F-1AD8-4C0F287F3783}"/>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F2C3231F-0FFC-E2BB-36F8-9816E4DECEB6}"/>
              </a:ext>
            </a:extLst>
          </p:cNvPr>
          <p:cNvSpPr>
            <a:spLocks noGrp="1"/>
          </p:cNvSpPr>
          <p:nvPr>
            <p:ph sz="half" idx="1"/>
          </p:nvPr>
        </p:nvSpPr>
        <p:spPr>
          <a:xfrm>
            <a:off x="317773" y="1773857"/>
            <a:ext cx="5349240" cy="4453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193CC2C1-ED8C-D52E-BEF5-671EDC62385A}"/>
              </a:ext>
            </a:extLst>
          </p:cNvPr>
          <p:cNvSpPr>
            <a:spLocks noGrp="1"/>
          </p:cNvSpPr>
          <p:nvPr>
            <p:ph sz="half" idx="2"/>
          </p:nvPr>
        </p:nvSpPr>
        <p:spPr>
          <a:xfrm>
            <a:off x="6224987" y="1773858"/>
            <a:ext cx="5349240" cy="4453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2397169B-5226-712F-36F4-352E56B637D4}"/>
              </a:ext>
            </a:extLst>
          </p:cNvPr>
          <p:cNvCxnSpPr>
            <a:cxnSpLocks/>
          </p:cNvCxnSpPr>
          <p:nvPr/>
        </p:nvCxnSpPr>
        <p:spPr>
          <a:xfrm>
            <a:off x="0" y="144282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2987400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4958D-8125-1BDA-53C9-9E2D338832F5}"/>
              </a:ext>
            </a:extLst>
          </p:cNvPr>
          <p:cNvSpPr>
            <a:spLocks noGrp="1"/>
          </p:cNvSpPr>
          <p:nvPr>
            <p:ph type="title"/>
          </p:nvPr>
        </p:nvSpPr>
        <p:spPr>
          <a:xfrm>
            <a:off x="317772" y="685800"/>
            <a:ext cx="11256264" cy="66751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Footer Placeholder 7">
            <a:extLst>
              <a:ext uri="{FF2B5EF4-FFF2-40B4-BE49-F238E27FC236}">
                <a16:creationId xmlns:a16="http://schemas.microsoft.com/office/drawing/2014/main" id="{7D294A4A-89C4-68BF-6701-5C47F940E3D6}"/>
              </a:ext>
            </a:extLst>
          </p:cNvPr>
          <p:cNvSpPr>
            <a:spLocks noGrp="1"/>
          </p:cNvSpPr>
          <p:nvPr>
            <p:ph type="ftr" sz="quarter" idx="11"/>
          </p:nvPr>
        </p:nvSpPr>
        <p:spPr/>
        <p:txBody>
          <a:bodyPr/>
          <a:lstStyle/>
          <a:p>
            <a:r>
              <a:rPr lang="en-US" dirty="0"/>
              <a:t>Footer Text</a:t>
            </a:r>
          </a:p>
        </p:txBody>
      </p:sp>
      <p:sp>
        <p:nvSpPr>
          <p:cNvPr id="7" name="Date Placeholder 6">
            <a:extLst>
              <a:ext uri="{FF2B5EF4-FFF2-40B4-BE49-F238E27FC236}">
                <a16:creationId xmlns:a16="http://schemas.microsoft.com/office/drawing/2014/main" id="{977908BC-F48B-81E4-8D93-7DB9E37161B6}"/>
              </a:ext>
            </a:extLst>
          </p:cNvPr>
          <p:cNvSpPr>
            <a:spLocks noGrp="1"/>
          </p:cNvSpPr>
          <p:nvPr>
            <p:ph type="dt" sz="half" idx="10"/>
          </p:nvPr>
        </p:nvSpPr>
        <p:spPr/>
        <p:txBody>
          <a:bodyPr/>
          <a:lstStyle/>
          <a:p>
            <a:fld id="{F38039EB-95FD-42A0-BF06-87A9D15142C9}" type="datetime1">
              <a:rPr lang="en-US" smtClean="0"/>
              <a:t>12/21/2025</a:t>
            </a:fld>
            <a:endParaRPr lang="en-US"/>
          </a:p>
        </p:txBody>
      </p:sp>
      <p:sp>
        <p:nvSpPr>
          <p:cNvPr id="9" name="Slide Number Placeholder 8">
            <a:extLst>
              <a:ext uri="{FF2B5EF4-FFF2-40B4-BE49-F238E27FC236}">
                <a16:creationId xmlns:a16="http://schemas.microsoft.com/office/drawing/2014/main" id="{27F93A54-CB38-BEAF-260B-84EDDF3011D2}"/>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3" name="Text Placeholder 2">
            <a:extLst>
              <a:ext uri="{FF2B5EF4-FFF2-40B4-BE49-F238E27FC236}">
                <a16:creationId xmlns:a16="http://schemas.microsoft.com/office/drawing/2014/main" id="{7709FF10-A82A-AAEB-4B8C-921F3BA2028E}"/>
              </a:ext>
            </a:extLst>
          </p:cNvPr>
          <p:cNvSpPr>
            <a:spLocks noGrp="1"/>
          </p:cNvSpPr>
          <p:nvPr>
            <p:ph type="body" idx="1"/>
          </p:nvPr>
        </p:nvSpPr>
        <p:spPr>
          <a:xfrm>
            <a:off x="317773" y="1773857"/>
            <a:ext cx="5349064" cy="590144"/>
          </a:xfrm>
        </p:spPr>
        <p:txBody>
          <a:bodyPr anchor="b">
            <a:normAutofit/>
          </a:bodyPr>
          <a:lstStyle>
            <a:lvl1pPr marL="0" indent="0">
              <a:buNone/>
              <a:defRPr sz="18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84D3C6A-509A-8CB1-B220-1CE755BE2FE8}"/>
              </a:ext>
            </a:extLst>
          </p:cNvPr>
          <p:cNvSpPr>
            <a:spLocks noGrp="1"/>
          </p:cNvSpPr>
          <p:nvPr>
            <p:ph sz="half" idx="2"/>
          </p:nvPr>
        </p:nvSpPr>
        <p:spPr>
          <a:xfrm>
            <a:off x="317773" y="2368476"/>
            <a:ext cx="5349064" cy="3858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A627A15-4AB2-F230-22C7-0605AFD7DF22}"/>
              </a:ext>
            </a:extLst>
          </p:cNvPr>
          <p:cNvSpPr>
            <a:spLocks noGrp="1"/>
          </p:cNvSpPr>
          <p:nvPr>
            <p:ph type="body" sz="quarter" idx="3"/>
          </p:nvPr>
        </p:nvSpPr>
        <p:spPr>
          <a:xfrm>
            <a:off x="6224796" y="1773857"/>
            <a:ext cx="5349240" cy="590144"/>
          </a:xfrm>
        </p:spPr>
        <p:txBody>
          <a:bodyPr anchor="b">
            <a:normAutofit/>
          </a:bodyPr>
          <a:lstStyle>
            <a:lvl1pPr marL="0" indent="0">
              <a:buNone/>
              <a:defRPr sz="18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61ECFD5-92D0-1854-D18E-8BC5DF56A70E}"/>
              </a:ext>
            </a:extLst>
          </p:cNvPr>
          <p:cNvSpPr>
            <a:spLocks noGrp="1"/>
          </p:cNvSpPr>
          <p:nvPr>
            <p:ph sz="quarter" idx="4"/>
          </p:nvPr>
        </p:nvSpPr>
        <p:spPr>
          <a:xfrm>
            <a:off x="6224796" y="2368476"/>
            <a:ext cx="5349240" cy="3858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3D1AC07E-A077-E2A6-1718-DDDA542A8A98}"/>
              </a:ext>
            </a:extLst>
          </p:cNvPr>
          <p:cNvCxnSpPr>
            <a:cxnSpLocks/>
          </p:cNvCxnSpPr>
          <p:nvPr/>
        </p:nvCxnSpPr>
        <p:spPr>
          <a:xfrm>
            <a:off x="0" y="144282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5464347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17042-CDCB-3B2F-8C5B-24B17903E7D2}"/>
              </a:ext>
            </a:extLst>
          </p:cNvPr>
          <p:cNvSpPr>
            <a:spLocks noGrp="1"/>
          </p:cNvSpPr>
          <p:nvPr>
            <p:ph type="title"/>
          </p:nvPr>
        </p:nvSpPr>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4" name="Footer Placeholder 3">
            <a:extLst>
              <a:ext uri="{FF2B5EF4-FFF2-40B4-BE49-F238E27FC236}">
                <a16:creationId xmlns:a16="http://schemas.microsoft.com/office/drawing/2014/main" id="{3BA4C6AE-702E-258F-EA5E-02906C70DFD8}"/>
              </a:ext>
            </a:extLst>
          </p:cNvPr>
          <p:cNvSpPr>
            <a:spLocks noGrp="1"/>
          </p:cNvSpPr>
          <p:nvPr>
            <p:ph type="ftr" sz="quarter" idx="11"/>
          </p:nvPr>
        </p:nvSpPr>
        <p:spPr/>
        <p:txBody>
          <a:bodyPr/>
          <a:lstStyle/>
          <a:p>
            <a:r>
              <a:rPr lang="en-US" dirty="0"/>
              <a:t>Footer Text</a:t>
            </a:r>
          </a:p>
        </p:txBody>
      </p:sp>
      <p:sp>
        <p:nvSpPr>
          <p:cNvPr id="3" name="Date Placeholder 2">
            <a:extLst>
              <a:ext uri="{FF2B5EF4-FFF2-40B4-BE49-F238E27FC236}">
                <a16:creationId xmlns:a16="http://schemas.microsoft.com/office/drawing/2014/main" id="{12339AE3-ADB1-728F-9FBA-2FD43A0AC300}"/>
              </a:ext>
            </a:extLst>
          </p:cNvPr>
          <p:cNvSpPr>
            <a:spLocks noGrp="1"/>
          </p:cNvSpPr>
          <p:nvPr>
            <p:ph type="dt" sz="half" idx="10"/>
          </p:nvPr>
        </p:nvSpPr>
        <p:spPr/>
        <p:txBody>
          <a:bodyPr/>
          <a:lstStyle/>
          <a:p>
            <a:fld id="{6819701D-AA71-4F6F-B74A-236E07E9ABE4}" type="datetime1">
              <a:rPr lang="en-US" smtClean="0"/>
              <a:t>12/21/2025</a:t>
            </a:fld>
            <a:endParaRPr lang="en-US"/>
          </a:p>
        </p:txBody>
      </p:sp>
      <p:sp>
        <p:nvSpPr>
          <p:cNvPr id="5" name="Slide Number Placeholder 4">
            <a:extLst>
              <a:ext uri="{FF2B5EF4-FFF2-40B4-BE49-F238E27FC236}">
                <a16:creationId xmlns:a16="http://schemas.microsoft.com/office/drawing/2014/main" id="{FD965F4B-E6CF-D83A-1F1B-81274FD57428}"/>
              </a:ext>
            </a:extLst>
          </p:cNvPr>
          <p:cNvSpPr>
            <a:spLocks noGrp="1"/>
          </p:cNvSpPr>
          <p:nvPr>
            <p:ph type="sldNum" sz="quarter" idx="12"/>
          </p:nvPr>
        </p:nvSpPr>
        <p:spPr/>
        <p:txBody>
          <a:bodyPr/>
          <a:lstStyle/>
          <a:p>
            <a:fld id="{753D0FD4-819D-4187-8797-C35567B41C78}" type="slidenum">
              <a:rPr lang="en-US" smtClean="0"/>
              <a:t>‹#›</a:t>
            </a:fld>
            <a:endParaRPr lang="en-US"/>
          </a:p>
        </p:txBody>
      </p:sp>
    </p:spTree>
    <p:extLst>
      <p:ext uri="{BB962C8B-B14F-4D97-AF65-F5344CB8AC3E}">
        <p14:creationId xmlns:p14="http://schemas.microsoft.com/office/powerpoint/2010/main" val="3915691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E52550-02A6-D7FB-DD57-70C87BAA4FE2}"/>
              </a:ext>
            </a:extLst>
          </p:cNvPr>
          <p:cNvSpPr>
            <a:spLocks noGrp="1"/>
          </p:cNvSpPr>
          <p:nvPr>
            <p:ph type="ftr" sz="quarter" idx="11"/>
          </p:nvPr>
        </p:nvSpPr>
        <p:spPr/>
        <p:txBody>
          <a:bodyPr/>
          <a:lstStyle/>
          <a:p>
            <a:r>
              <a:rPr lang="en-US" dirty="0"/>
              <a:t>Footer Text</a:t>
            </a:r>
          </a:p>
        </p:txBody>
      </p:sp>
      <p:sp>
        <p:nvSpPr>
          <p:cNvPr id="2" name="Date Placeholder 1">
            <a:extLst>
              <a:ext uri="{FF2B5EF4-FFF2-40B4-BE49-F238E27FC236}">
                <a16:creationId xmlns:a16="http://schemas.microsoft.com/office/drawing/2014/main" id="{B402D272-B561-7F82-06FB-C5DE719AAE9A}"/>
              </a:ext>
            </a:extLst>
          </p:cNvPr>
          <p:cNvSpPr>
            <a:spLocks noGrp="1"/>
          </p:cNvSpPr>
          <p:nvPr>
            <p:ph type="dt" sz="half" idx="10"/>
          </p:nvPr>
        </p:nvSpPr>
        <p:spPr/>
        <p:txBody>
          <a:bodyPr/>
          <a:lstStyle/>
          <a:p>
            <a:fld id="{A886D589-8B08-4190-9F3B-BA01ED2999CB}" type="datetime1">
              <a:rPr lang="en-US" smtClean="0"/>
              <a:t>12/21/2025</a:t>
            </a:fld>
            <a:endParaRPr lang="en-US"/>
          </a:p>
        </p:txBody>
      </p:sp>
      <p:sp>
        <p:nvSpPr>
          <p:cNvPr id="4" name="Slide Number Placeholder 3">
            <a:extLst>
              <a:ext uri="{FF2B5EF4-FFF2-40B4-BE49-F238E27FC236}">
                <a16:creationId xmlns:a16="http://schemas.microsoft.com/office/drawing/2014/main" id="{A7EF0FF0-3A36-A128-D75E-71A4B54CB6CD}"/>
              </a:ext>
            </a:extLst>
          </p:cNvPr>
          <p:cNvSpPr>
            <a:spLocks noGrp="1"/>
          </p:cNvSpPr>
          <p:nvPr>
            <p:ph type="sldNum" sz="quarter" idx="12"/>
          </p:nvPr>
        </p:nvSpPr>
        <p:spPr/>
        <p:txBody>
          <a:bodyPr/>
          <a:lstStyle/>
          <a:p>
            <a:fld id="{753D0FD4-819D-4187-8797-C35567B41C78}" type="slidenum">
              <a:rPr lang="en-US" smtClean="0"/>
              <a:t>‹#›</a:t>
            </a:fld>
            <a:endParaRPr lang="en-US"/>
          </a:p>
        </p:txBody>
      </p:sp>
    </p:spTree>
    <p:extLst>
      <p:ext uri="{BB962C8B-B14F-4D97-AF65-F5344CB8AC3E}">
        <p14:creationId xmlns:p14="http://schemas.microsoft.com/office/powerpoint/2010/main" val="107859093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BEA7-A772-B39C-F049-D8BA2D3F4EF5}"/>
              </a:ext>
            </a:extLst>
          </p:cNvPr>
          <p:cNvSpPr>
            <a:spLocks noGrp="1"/>
          </p:cNvSpPr>
          <p:nvPr>
            <p:ph type="title"/>
          </p:nvPr>
        </p:nvSpPr>
        <p:spPr>
          <a:xfrm>
            <a:off x="317774" y="1092200"/>
            <a:ext cx="3749040" cy="2907792"/>
          </a:xfrm>
        </p:spPr>
        <p:txBody>
          <a:bodyPr vert="horz" lIns="91440" tIns="45720" rIns="91440" bIns="45720" rtlCol="0" anchor="t">
            <a:normAutofit/>
          </a:bodyPr>
          <a:lstStyle>
            <a:lvl1pPr>
              <a:defRPr lang="en-US" sz="5400" dirty="0"/>
            </a:lvl1pPr>
          </a:lstStyle>
          <a:p>
            <a:pPr lvl="0"/>
            <a:r>
              <a:rPr lang="en-US"/>
              <a:t>Click to edit Master title style</a:t>
            </a:r>
            <a:endParaRPr lang="en-US" dirty="0"/>
          </a:p>
        </p:txBody>
      </p:sp>
      <p:sp>
        <p:nvSpPr>
          <p:cNvPr id="6" name="Footer Placeholder 5">
            <a:extLst>
              <a:ext uri="{FF2B5EF4-FFF2-40B4-BE49-F238E27FC236}">
                <a16:creationId xmlns:a16="http://schemas.microsoft.com/office/drawing/2014/main" id="{71AADC46-B01E-DA2E-F24C-C48F5253DD00}"/>
              </a:ext>
            </a:extLst>
          </p:cNvPr>
          <p:cNvSpPr>
            <a:spLocks noGrp="1"/>
          </p:cNvSpPr>
          <p:nvPr>
            <p:ph type="ftr" sz="quarter" idx="11"/>
          </p:nvPr>
        </p:nvSpPr>
        <p:spPr/>
        <p:txBody>
          <a:bodyPr/>
          <a:lstStyle/>
          <a:p>
            <a:r>
              <a:rPr lang="en-US" dirty="0"/>
              <a:t>Footer Text</a:t>
            </a:r>
          </a:p>
        </p:txBody>
      </p:sp>
      <p:sp>
        <p:nvSpPr>
          <p:cNvPr id="5" name="Date Placeholder 4">
            <a:extLst>
              <a:ext uri="{FF2B5EF4-FFF2-40B4-BE49-F238E27FC236}">
                <a16:creationId xmlns:a16="http://schemas.microsoft.com/office/drawing/2014/main" id="{B71A6063-F591-A804-79FE-A80AD399139E}"/>
              </a:ext>
            </a:extLst>
          </p:cNvPr>
          <p:cNvSpPr>
            <a:spLocks noGrp="1"/>
          </p:cNvSpPr>
          <p:nvPr>
            <p:ph type="dt" sz="half" idx="10"/>
          </p:nvPr>
        </p:nvSpPr>
        <p:spPr>
          <a:xfrm>
            <a:off x="4974336" y="207982"/>
            <a:ext cx="1921315" cy="413360"/>
          </a:xfrm>
        </p:spPr>
        <p:txBody>
          <a:bodyPr/>
          <a:lstStyle/>
          <a:p>
            <a:fld id="{F550E5DF-8560-4E07-A403-19861023D638}" type="datetime1">
              <a:rPr lang="en-US" smtClean="0"/>
              <a:t>12/21/2025</a:t>
            </a:fld>
            <a:endParaRPr lang="en-US"/>
          </a:p>
        </p:txBody>
      </p:sp>
      <p:sp>
        <p:nvSpPr>
          <p:cNvPr id="7" name="Slide Number Placeholder 6">
            <a:extLst>
              <a:ext uri="{FF2B5EF4-FFF2-40B4-BE49-F238E27FC236}">
                <a16:creationId xmlns:a16="http://schemas.microsoft.com/office/drawing/2014/main" id="{4BEFF439-6DA2-A61B-C94C-BEDC2411D6CC}"/>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4" name="Text Placeholder 3">
            <a:extLst>
              <a:ext uri="{FF2B5EF4-FFF2-40B4-BE49-F238E27FC236}">
                <a16:creationId xmlns:a16="http://schemas.microsoft.com/office/drawing/2014/main" id="{0D5693C4-36AD-07F9-763E-EE5FC9DFB1AD}"/>
              </a:ext>
            </a:extLst>
          </p:cNvPr>
          <p:cNvSpPr>
            <a:spLocks noGrp="1"/>
          </p:cNvSpPr>
          <p:nvPr>
            <p:ph type="body" sz="half" idx="2"/>
          </p:nvPr>
        </p:nvSpPr>
        <p:spPr>
          <a:xfrm>
            <a:off x="317774" y="4096512"/>
            <a:ext cx="3749040" cy="2322576"/>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10FB4614-4148-D757-88D0-D93E5E1EA1A0}"/>
              </a:ext>
            </a:extLst>
          </p:cNvPr>
          <p:cNvSpPr>
            <a:spLocks noGrp="1"/>
          </p:cNvSpPr>
          <p:nvPr>
            <p:ph idx="1"/>
          </p:nvPr>
        </p:nvSpPr>
        <p:spPr>
          <a:xfrm>
            <a:off x="4974336" y="1092200"/>
            <a:ext cx="6858000" cy="534009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35718336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EFA5E-0A3D-E6AD-3C21-DC40BCDEC609}"/>
              </a:ext>
            </a:extLst>
          </p:cNvPr>
          <p:cNvSpPr>
            <a:spLocks noGrp="1"/>
          </p:cNvSpPr>
          <p:nvPr>
            <p:ph type="title"/>
          </p:nvPr>
        </p:nvSpPr>
        <p:spPr>
          <a:xfrm>
            <a:off x="317773" y="1088136"/>
            <a:ext cx="3467048" cy="2905795"/>
          </a:xfrm>
        </p:spPr>
        <p:txBody>
          <a:bodyPr vert="horz" lIns="91440" tIns="45720" rIns="91440" bIns="45720" rtlCol="0" anchor="t">
            <a:normAutofit/>
          </a:bodyPr>
          <a:lstStyle>
            <a:lvl1pPr>
              <a:defRPr lang="en-US" sz="5400" dirty="0"/>
            </a:lvl1pPr>
          </a:lstStyle>
          <a:p>
            <a:pPr lvl="0"/>
            <a:r>
              <a:rPr lang="en-US"/>
              <a:t>Click to edit Master title style</a:t>
            </a:r>
            <a:endParaRPr lang="en-US" dirty="0"/>
          </a:p>
        </p:txBody>
      </p:sp>
      <p:sp>
        <p:nvSpPr>
          <p:cNvPr id="6" name="Footer Placeholder 5">
            <a:extLst>
              <a:ext uri="{FF2B5EF4-FFF2-40B4-BE49-F238E27FC236}">
                <a16:creationId xmlns:a16="http://schemas.microsoft.com/office/drawing/2014/main" id="{E7F485A3-3BFA-4B57-F6E5-5F41542B7BBD}"/>
              </a:ext>
            </a:extLst>
          </p:cNvPr>
          <p:cNvSpPr>
            <a:spLocks noGrp="1"/>
          </p:cNvSpPr>
          <p:nvPr>
            <p:ph type="ftr" sz="quarter" idx="11"/>
          </p:nvPr>
        </p:nvSpPr>
        <p:spPr/>
        <p:txBody>
          <a:bodyPr/>
          <a:lstStyle/>
          <a:p>
            <a:r>
              <a:rPr lang="en-US" dirty="0"/>
              <a:t>Footer Text</a:t>
            </a:r>
          </a:p>
        </p:txBody>
      </p:sp>
      <p:sp>
        <p:nvSpPr>
          <p:cNvPr id="5" name="Date Placeholder 4">
            <a:extLst>
              <a:ext uri="{FF2B5EF4-FFF2-40B4-BE49-F238E27FC236}">
                <a16:creationId xmlns:a16="http://schemas.microsoft.com/office/drawing/2014/main" id="{600AC9F0-6744-73C8-54FC-5C12BA7BF791}"/>
              </a:ext>
            </a:extLst>
          </p:cNvPr>
          <p:cNvSpPr>
            <a:spLocks noGrp="1"/>
          </p:cNvSpPr>
          <p:nvPr>
            <p:ph type="dt" sz="half" idx="10"/>
          </p:nvPr>
        </p:nvSpPr>
        <p:spPr>
          <a:xfrm>
            <a:off x="4292854" y="207982"/>
            <a:ext cx="2605980" cy="413360"/>
          </a:xfrm>
        </p:spPr>
        <p:txBody>
          <a:bodyPr/>
          <a:lstStyle/>
          <a:p>
            <a:fld id="{5629972A-00A4-4626-8EEC-CE2966C6B0BF}" type="datetime1">
              <a:rPr lang="en-US" smtClean="0"/>
              <a:t>12/21/2025</a:t>
            </a:fld>
            <a:endParaRPr lang="en-US" dirty="0"/>
          </a:p>
        </p:txBody>
      </p:sp>
      <p:sp>
        <p:nvSpPr>
          <p:cNvPr id="7" name="Slide Number Placeholder 6">
            <a:extLst>
              <a:ext uri="{FF2B5EF4-FFF2-40B4-BE49-F238E27FC236}">
                <a16:creationId xmlns:a16="http://schemas.microsoft.com/office/drawing/2014/main" id="{31BAB9F6-C801-466A-4C39-23DCB1CD5489}"/>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4" name="Text Placeholder 3">
            <a:extLst>
              <a:ext uri="{FF2B5EF4-FFF2-40B4-BE49-F238E27FC236}">
                <a16:creationId xmlns:a16="http://schemas.microsoft.com/office/drawing/2014/main" id="{7CBA8418-7980-9A18-053B-82E4F16EBD61}"/>
              </a:ext>
            </a:extLst>
          </p:cNvPr>
          <p:cNvSpPr>
            <a:spLocks noGrp="1"/>
          </p:cNvSpPr>
          <p:nvPr>
            <p:ph type="body" sz="half" idx="2"/>
          </p:nvPr>
        </p:nvSpPr>
        <p:spPr>
          <a:xfrm>
            <a:off x="317773" y="4099034"/>
            <a:ext cx="3467048" cy="2325621"/>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126F9F06-BE63-8EE7-74C5-6D0E3F9B7571}"/>
              </a:ext>
            </a:extLst>
          </p:cNvPr>
          <p:cNvSpPr>
            <a:spLocks noGrp="1"/>
          </p:cNvSpPr>
          <p:nvPr>
            <p:ph type="pic" idx="1" hasCustomPrompt="1"/>
          </p:nvPr>
        </p:nvSpPr>
        <p:spPr>
          <a:xfrm>
            <a:off x="4292853" y="793729"/>
            <a:ext cx="7899147" cy="6073107"/>
          </a:xfrm>
          <a:blipFill>
            <a:blip r:embed="rId2">
              <a:alphaModFix amt="80000"/>
            </a:blip>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cxnSp>
        <p:nvCxnSpPr>
          <p:cNvPr id="9" name="Straight Connector 8">
            <a:extLst>
              <a:ext uri="{FF2B5EF4-FFF2-40B4-BE49-F238E27FC236}">
                <a16:creationId xmlns:a16="http://schemas.microsoft.com/office/drawing/2014/main" id="{CA44ED1E-1404-EA59-99E6-D28F5236A529}"/>
              </a:ext>
            </a:extLst>
          </p:cNvPr>
          <p:cNvCxnSpPr>
            <a:cxnSpLocks/>
          </p:cNvCxnSpPr>
          <p:nvPr/>
        </p:nvCxnSpPr>
        <p:spPr>
          <a:xfrm>
            <a:off x="4292853" y="784893"/>
            <a:ext cx="0" cy="607310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6335496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 preserve="1">
  <p:cSld name="Conclusion">
    <p:bg>
      <p:bgRef idx="1001">
        <a:schemeClr val="bg2"/>
      </p:bgRef>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18A45ECA-9413-0F81-085A-48CF6F23E1DC}"/>
              </a:ext>
            </a:extLst>
          </p:cNvPr>
          <p:cNvCxnSpPr>
            <a:cxnSpLocks/>
          </p:cNvCxnSpPr>
          <p:nvPr/>
        </p:nvCxnSpPr>
        <p:spPr>
          <a:xfrm>
            <a:off x="0" y="2118492"/>
            <a:ext cx="12192000" cy="0"/>
          </a:xfrm>
          <a:prstGeom prst="line">
            <a:avLst/>
          </a:prstGeom>
          <a:ln w="9525">
            <a:solidFill>
              <a:schemeClr val="tx1">
                <a:lumMod val="85000"/>
              </a:schemeClr>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832104"/>
            <a:ext cx="11253668" cy="1225296"/>
          </a:xfrm>
        </p:spPr>
        <p:txBody>
          <a:bodyPr>
            <a:normAutofit/>
          </a:bodyPr>
          <a:lstStyle>
            <a:lvl1pPr>
              <a:defRPr sz="8800">
                <a:solidFill>
                  <a:schemeClr val="tx2"/>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263640"/>
            <a:ext cx="2962656" cy="411480"/>
          </a:xfrm>
        </p:spPr>
        <p:txBody>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1" y="6263640"/>
            <a:ext cx="1933553" cy="411480"/>
          </a:xfrm>
        </p:spPr>
        <p:txBody>
          <a:bodyPr/>
          <a:lstStyle>
            <a:lvl1pPr>
              <a:defRPr>
                <a:solidFill>
                  <a:schemeClr val="tx2"/>
                </a:solidFill>
              </a:defRPr>
            </a:lvl1pPr>
          </a:lstStyle>
          <a:p>
            <a:fld id="{12A08923-D58E-4822-B554-6A1173FCE25D}" type="datetime1">
              <a:rPr lang="en-US" smtClean="0"/>
              <a:t>12/21/2025</a:t>
            </a:fld>
            <a:endParaRPr lang="en-US" dirty="0"/>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263640"/>
            <a:ext cx="546447" cy="413360"/>
          </a:xfrm>
        </p:spPr>
        <p:txBody>
          <a:bodyPr/>
          <a:lstStyle>
            <a:lvl1pPr>
              <a:defRPr>
                <a:solidFill>
                  <a:schemeClr val="tx2"/>
                </a:solidFill>
              </a:defRPr>
            </a:lvl1p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7" y="3429001"/>
            <a:ext cx="11253669" cy="2773546"/>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58475511"/>
      </p:ext>
    </p:extLst>
  </p:cSld>
  <p:clrMapOvr>
    <a:overrideClrMapping bg1="dk1" tx1="lt1" bg2="dk2" tx2="lt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type="obj" preserve="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60" y="1270390"/>
            <a:ext cx="7929980" cy="2060888"/>
          </a:xfrm>
        </p:spPr>
        <p:txBody>
          <a:bodyPr>
            <a:normAutofit/>
          </a:bodyPr>
          <a:lstStyle>
            <a:lvl1pPr>
              <a:defRPr sz="880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5" y="3794761"/>
            <a:ext cx="7932765" cy="1531091"/>
          </a:xfrm>
        </p:spPr>
        <p:txBody>
          <a:bodyPr>
            <a:normAutofit/>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p>
            <a:fld id="{F50BF9E0-60DA-4D6D-8F14-825F152220D6}" type="datetime1">
              <a:rPr lang="en-US" smtClean="0"/>
              <a:t>12/21/2025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F4D168F9-DE00-B9C1-AD77-139DA8AF3364}"/>
              </a:ext>
            </a:extLst>
          </p:cNvPr>
          <p:cNvCxnSpPr>
            <a:cxnSpLocks/>
          </p:cNvCxnSpPr>
          <p:nvPr/>
        </p:nvCxnSpPr>
        <p:spPr>
          <a:xfrm>
            <a:off x="0" y="3434907"/>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76496275"/>
      </p:ext>
    </p:extLst>
  </p:cSld>
  <p:clrMapOvr>
    <a:overrideClrMapping bg1="dk1" tx1="lt1" bg2="dk2" tx2="lt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1_Title 2">
    <p:bg>
      <p:bgPr>
        <a:solidFill>
          <a:schemeClr val="accent1"/>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08E949C-4552-505B-2374-1AD98378AB98}"/>
              </a:ext>
            </a:extLst>
          </p:cNvPr>
          <p:cNvSpPr>
            <a:spLocks noGrp="1"/>
          </p:cNvSpPr>
          <p:nvPr>
            <p:ph type="title"/>
          </p:nvPr>
        </p:nvSpPr>
        <p:spPr>
          <a:xfrm>
            <a:off x="1207007" y="786382"/>
            <a:ext cx="7589520" cy="3474721"/>
          </a:xfrm>
        </p:spPr>
        <p:txBody>
          <a:bodyPr>
            <a:noAutofit/>
          </a:bodyPr>
          <a:lstStyle>
            <a:lvl1pPr>
              <a:defRPr sz="700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0" name="Text Placeholder 12">
            <a:extLst>
              <a:ext uri="{FF2B5EF4-FFF2-40B4-BE49-F238E27FC236}">
                <a16:creationId xmlns:a16="http://schemas.microsoft.com/office/drawing/2014/main" id="{96AD6200-A62D-83E5-67FF-7C9D21BC40D3}"/>
              </a:ext>
            </a:extLst>
          </p:cNvPr>
          <p:cNvSpPr>
            <a:spLocks noGrp="1"/>
          </p:cNvSpPr>
          <p:nvPr>
            <p:ph type="body" sz="quarter" idx="17"/>
          </p:nvPr>
        </p:nvSpPr>
        <p:spPr>
          <a:xfrm>
            <a:off x="1207007" y="4480561"/>
            <a:ext cx="6655519" cy="1563618"/>
          </a:xfrm>
        </p:spPr>
        <p:txBody>
          <a:bodyPr anchor="b">
            <a:normAutofit/>
          </a:bodyPr>
          <a:lstStyle>
            <a:lvl1pPr marL="0" indent="0">
              <a:buNone/>
              <a:defRPr sz="2000"/>
            </a:lvl1pPr>
          </a:lstStyle>
          <a:p>
            <a:pPr lvl="0"/>
            <a:r>
              <a:rPr lang="en-US" dirty="0"/>
              <a:t>Click to edit Master text styles</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D804AD26-BCB3-4DA6-A1C8-F71900B8E385}" type="datetime1">
              <a:rPr lang="en-US" smtClean="0"/>
              <a:t>12/21/2025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2" name="Group 11">
            <a:extLst>
              <a:ext uri="{FF2B5EF4-FFF2-40B4-BE49-F238E27FC236}">
                <a16:creationId xmlns:a16="http://schemas.microsoft.com/office/drawing/2014/main" id="{FFF68E49-FB2F-EE46-BBC5-687EFFAC5B44}"/>
              </a:ext>
            </a:extLst>
          </p:cNvPr>
          <p:cNvGrpSpPr/>
          <p:nvPr userDrawn="1"/>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3A684535-D8D6-3C5C-2F48-CF561A535894}"/>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053CEFA-651F-E217-0B0C-E52881B35E21}"/>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21F9794-829E-FFF3-35B9-FBE57045076F}"/>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1C86891-1380-AD13-7BB7-52F437FF17F5}"/>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53861208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C4398EFF-E3C5-E79D-1BD3-016E84949F9C}"/>
              </a:ext>
            </a:extLst>
          </p:cNvPr>
          <p:cNvCxnSpPr>
            <a:cxnSpLocks/>
          </p:cNvCxnSpPr>
          <p:nvPr/>
        </p:nvCxnSpPr>
        <p:spPr>
          <a:xfrm>
            <a:off x="0" y="78956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
        <p:nvSpPr>
          <p:cNvPr id="2" name="Title Placeholder 1">
            <a:extLst>
              <a:ext uri="{FF2B5EF4-FFF2-40B4-BE49-F238E27FC236}">
                <a16:creationId xmlns:a16="http://schemas.microsoft.com/office/drawing/2014/main" id="{66478947-1D67-18A4-7E48-5B4B2F97FBE9}"/>
              </a:ext>
            </a:extLst>
          </p:cNvPr>
          <p:cNvSpPr>
            <a:spLocks noGrp="1"/>
          </p:cNvSpPr>
          <p:nvPr>
            <p:ph type="title"/>
          </p:nvPr>
        </p:nvSpPr>
        <p:spPr>
          <a:xfrm>
            <a:off x="320559" y="935798"/>
            <a:ext cx="11253668" cy="66569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DFE08CA-9517-ABC1-E915-31EA6D7B73C7}"/>
              </a:ext>
            </a:extLst>
          </p:cNvPr>
          <p:cNvSpPr>
            <a:spLocks noGrp="1"/>
          </p:cNvSpPr>
          <p:nvPr>
            <p:ph type="body" idx="1"/>
          </p:nvPr>
        </p:nvSpPr>
        <p:spPr>
          <a:xfrm>
            <a:off x="320559" y="1707581"/>
            <a:ext cx="11253668" cy="484833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00E3983D-E783-AAEC-26DB-4B3F6511C702}"/>
              </a:ext>
            </a:extLst>
          </p:cNvPr>
          <p:cNvSpPr>
            <a:spLocks noGrp="1"/>
          </p:cNvSpPr>
          <p:nvPr>
            <p:ph type="ftr" sz="quarter" idx="3"/>
          </p:nvPr>
        </p:nvSpPr>
        <p:spPr>
          <a:xfrm>
            <a:off x="317773" y="207982"/>
            <a:ext cx="2963692" cy="413360"/>
          </a:xfrm>
          <a:prstGeom prst="rect">
            <a:avLst/>
          </a:prstGeom>
        </p:spPr>
        <p:txBody>
          <a:bodyPr vert="horz" lIns="91440" tIns="45720" rIns="91440" bIns="45720" rtlCol="0" anchor="ctr">
            <a:normAutofit/>
          </a:bodyPr>
          <a:lstStyle>
            <a:lvl1pPr algn="l">
              <a:defRPr sz="850" b="1" cap="all" spc="100" baseline="0">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70454426-0A97-D20B-FD06-9648AED7773C}"/>
              </a:ext>
            </a:extLst>
          </p:cNvPr>
          <p:cNvSpPr>
            <a:spLocks noGrp="1"/>
          </p:cNvSpPr>
          <p:nvPr>
            <p:ph type="dt" sz="half" idx="2"/>
          </p:nvPr>
        </p:nvSpPr>
        <p:spPr>
          <a:xfrm>
            <a:off x="7680069" y="207982"/>
            <a:ext cx="1921315" cy="413360"/>
          </a:xfrm>
          <a:prstGeom prst="rect">
            <a:avLst/>
          </a:prstGeom>
        </p:spPr>
        <p:txBody>
          <a:bodyPr vert="horz" lIns="91440" tIns="45720" rIns="91440" bIns="45720" rtlCol="0" anchor="ctr">
            <a:normAutofit/>
          </a:bodyPr>
          <a:lstStyle>
            <a:lvl1pPr algn="l">
              <a:defRPr sz="850" b="1" cap="all" spc="100" baseline="0">
                <a:solidFill>
                  <a:schemeClr val="tx2"/>
                </a:solidFill>
              </a:defRPr>
            </a:lvl1pPr>
          </a:lstStyle>
          <a:p>
            <a:fld id="{18A4B20A-718A-4149-B5D2-676E857EB828}" type="datetime1">
              <a:rPr lang="en-US" smtClean="0"/>
              <a:t>12/21/2025</a:t>
            </a:fld>
            <a:endParaRPr lang="en-US"/>
          </a:p>
        </p:txBody>
      </p:sp>
      <p:sp>
        <p:nvSpPr>
          <p:cNvPr id="6" name="Slide Number Placeholder 5">
            <a:extLst>
              <a:ext uri="{FF2B5EF4-FFF2-40B4-BE49-F238E27FC236}">
                <a16:creationId xmlns:a16="http://schemas.microsoft.com/office/drawing/2014/main" id="{7DA13386-8E2A-2962-4804-81558038BA54}"/>
              </a:ext>
            </a:extLst>
          </p:cNvPr>
          <p:cNvSpPr>
            <a:spLocks noGrp="1"/>
          </p:cNvSpPr>
          <p:nvPr>
            <p:ph type="sldNum" sz="quarter" idx="4"/>
          </p:nvPr>
        </p:nvSpPr>
        <p:spPr>
          <a:xfrm>
            <a:off x="11288870" y="207982"/>
            <a:ext cx="546447" cy="413360"/>
          </a:xfrm>
          <a:prstGeom prst="rect">
            <a:avLst/>
          </a:prstGeom>
        </p:spPr>
        <p:txBody>
          <a:bodyPr vert="horz" lIns="91440" tIns="45720" rIns="91440" bIns="45720" rtlCol="0" anchor="ctr">
            <a:normAutofit/>
          </a:bodyPr>
          <a:lstStyle>
            <a:lvl1pPr algn="r">
              <a:defRPr sz="850" b="1" cap="all" baseline="0">
                <a:solidFill>
                  <a:schemeClr val="tx2"/>
                </a:solidFill>
              </a:defRPr>
            </a:lvl1pPr>
          </a:lstStyle>
          <a:p>
            <a:fld id="{753D0FD4-819D-4187-8797-C35567B41C78}" type="slidenum">
              <a:rPr lang="en-US" smtClean="0"/>
              <a:t>‹#›</a:t>
            </a:fld>
            <a:endParaRPr lang="en-US"/>
          </a:p>
        </p:txBody>
      </p:sp>
    </p:spTree>
    <p:extLst>
      <p:ext uri="{BB962C8B-B14F-4D97-AF65-F5344CB8AC3E}">
        <p14:creationId xmlns:p14="http://schemas.microsoft.com/office/powerpoint/2010/main" val="112805888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Lst>
  <p:hf hdr="0"/>
  <p:txStyles>
    <p:titleStyle>
      <a:lvl1pPr algn="l" defTabSz="914400" rtl="0" eaLnBrk="1" latinLnBrk="0" hangingPunct="1">
        <a:lnSpc>
          <a:spcPct val="70000"/>
        </a:lnSpc>
        <a:spcBef>
          <a:spcPct val="0"/>
        </a:spcBef>
        <a:buNone/>
        <a:defRPr sz="4000" kern="1200" cap="all" baseline="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80">
          <p15:clr>
            <a:srgbClr val="F26B43"/>
          </p15:clr>
        </p15:guide>
        <p15:guide id="2" pos="264">
          <p15:clr>
            <a:srgbClr val="F26B43"/>
          </p15:clr>
        </p15:guide>
        <p15:guide id="3" pos="7416">
          <p15:clr>
            <a:srgbClr val="F26B43"/>
          </p15:clr>
        </p15:guide>
        <p15:guide id="4" orient="horz" pos="3816">
          <p15:clr>
            <a:srgbClr val="F26B43"/>
          </p15:clr>
        </p15:guide>
        <p15:guide id="5" pos="7200">
          <p15:clr>
            <a:srgbClr val="F26B43"/>
          </p15:clr>
        </p15:guide>
        <p15:guide id="6" pos="504">
          <p15:clr>
            <a:srgbClr val="F26B43"/>
          </p15:clr>
        </p15:guide>
        <p15:guide id="7" orient="horz" pos="4128">
          <p15:clr>
            <a:srgbClr val="F26B43"/>
          </p15:clr>
        </p15:guide>
        <p15:guide id="8" orient="horz" pos="1056">
          <p15:clr>
            <a:srgbClr val="F26B43"/>
          </p15:clr>
        </p15:guide>
        <p15:guide id="9" pos="45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5.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8.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9.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28.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62.xml"/><Relationship Id="rId1" Type="http://schemas.openxmlformats.org/officeDocument/2006/relationships/themeOverride" Target="../theme/themeOverride1.xml"/><Relationship Id="rId5" Type="http://schemas.openxmlformats.org/officeDocument/2006/relationships/image" Target="../media/image12.jpe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E76DF-1920-EC34-6C47-E670217EC2A9}"/>
              </a:ext>
            </a:extLst>
          </p:cNvPr>
          <p:cNvSpPr>
            <a:spLocks noGrp="1"/>
          </p:cNvSpPr>
          <p:nvPr>
            <p:ph type="ctrTitle"/>
          </p:nvPr>
        </p:nvSpPr>
        <p:spPr>
          <a:xfrm>
            <a:off x="152400" y="143197"/>
            <a:ext cx="9528048" cy="2447603"/>
          </a:xfrm>
        </p:spPr>
        <p:txBody>
          <a:bodyPr anchor="ctr">
            <a:normAutofit/>
          </a:bodyPr>
          <a:lstStyle/>
          <a:p>
            <a:r>
              <a:rPr lang="en-US" sz="7200" dirty="0">
                <a:solidFill>
                  <a:srgbClr val="002060"/>
                </a:solidFill>
              </a:rPr>
              <a:t>Template in Ansible Playbooks</a:t>
            </a:r>
          </a:p>
        </p:txBody>
      </p:sp>
      <p:sp>
        <p:nvSpPr>
          <p:cNvPr id="3" name="Subtitle 2">
            <a:extLst>
              <a:ext uri="{FF2B5EF4-FFF2-40B4-BE49-F238E27FC236}">
                <a16:creationId xmlns:a16="http://schemas.microsoft.com/office/drawing/2014/main" id="{3B26EAA5-8D3D-4EE1-1EFF-231F609B27F9}"/>
              </a:ext>
            </a:extLst>
          </p:cNvPr>
          <p:cNvSpPr>
            <a:spLocks noGrp="1"/>
          </p:cNvSpPr>
          <p:nvPr>
            <p:ph type="subTitle" idx="1"/>
          </p:nvPr>
        </p:nvSpPr>
        <p:spPr>
          <a:xfrm>
            <a:off x="304800" y="2133600"/>
            <a:ext cx="7010400" cy="609600"/>
          </a:xfrm>
        </p:spPr>
        <p:txBody>
          <a:bodyPr anchor="ctr">
            <a:normAutofit/>
          </a:bodyPr>
          <a:lstStyle/>
          <a:p>
            <a:r>
              <a:rPr lang="en-US" sz="2000" b="1" dirty="0">
                <a:solidFill>
                  <a:srgbClr val="002060"/>
                </a:solidFill>
              </a:rPr>
              <a:t>Understanding Ansible Templates</a:t>
            </a:r>
          </a:p>
        </p:txBody>
      </p:sp>
      <p:pic>
        <p:nvPicPr>
          <p:cNvPr id="5" name="Picture 4" descr="A logo with a letter in a circle&#10;&#10;AI-generated content may be incorrect.">
            <a:extLst>
              <a:ext uri="{FF2B5EF4-FFF2-40B4-BE49-F238E27FC236}">
                <a16:creationId xmlns:a16="http://schemas.microsoft.com/office/drawing/2014/main" id="{9EBD1287-C04D-7C6F-F1CB-5B334F0A28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83742" y="-2003"/>
            <a:ext cx="807883" cy="814003"/>
          </a:xfrm>
          <a:prstGeom prst="rect">
            <a:avLst/>
          </a:prstGeom>
        </p:spPr>
      </p:pic>
      <p:sp>
        <p:nvSpPr>
          <p:cNvPr id="4" name="TextBox 3">
            <a:extLst>
              <a:ext uri="{FF2B5EF4-FFF2-40B4-BE49-F238E27FC236}">
                <a16:creationId xmlns:a16="http://schemas.microsoft.com/office/drawing/2014/main" id="{8D0BD359-926E-C81E-54CC-989D68A24A44}"/>
              </a:ext>
            </a:extLst>
          </p:cNvPr>
          <p:cNvSpPr txBox="1"/>
          <p:nvPr/>
        </p:nvSpPr>
        <p:spPr>
          <a:xfrm>
            <a:off x="304800" y="3352800"/>
            <a:ext cx="4140301" cy="800219"/>
          </a:xfrm>
          <a:prstGeom prst="rect">
            <a:avLst/>
          </a:prstGeom>
          <a:noFill/>
        </p:spPr>
        <p:txBody>
          <a:bodyPr wrap="none" anchor="ctr">
            <a:spAutoFit/>
          </a:bodyPr>
          <a:lstStyle/>
          <a:p>
            <a:endParaRPr sz="1400" dirty="0">
              <a:solidFill>
                <a:schemeClr val="accent5"/>
              </a:solidFill>
              <a:latin typeface="Aptos" panose="020B0004020202020204" pitchFamily="34" charset="0"/>
            </a:endParaRPr>
          </a:p>
          <a:p>
            <a:r>
              <a:rPr sz="3200" b="1" dirty="0">
                <a:solidFill>
                  <a:schemeClr val="accent5"/>
                </a:solidFill>
                <a:latin typeface="Aptos" panose="020B0004020202020204" pitchFamily="34" charset="0"/>
              </a:rPr>
              <a:t>Summary of Learning</a:t>
            </a:r>
          </a:p>
        </p:txBody>
      </p:sp>
      <p:sp>
        <p:nvSpPr>
          <p:cNvPr id="7" name="TextBox 6">
            <a:extLst>
              <a:ext uri="{FF2B5EF4-FFF2-40B4-BE49-F238E27FC236}">
                <a16:creationId xmlns:a16="http://schemas.microsoft.com/office/drawing/2014/main" id="{0FCB9A4C-8969-5E83-5340-D4A147D6EDEC}"/>
              </a:ext>
            </a:extLst>
          </p:cNvPr>
          <p:cNvSpPr txBox="1"/>
          <p:nvPr/>
        </p:nvSpPr>
        <p:spPr>
          <a:xfrm>
            <a:off x="685800" y="4419600"/>
            <a:ext cx="5181600" cy="1200329"/>
          </a:xfrm>
          <a:prstGeom prst="rect">
            <a:avLst/>
          </a:prstGeom>
          <a:noFill/>
        </p:spPr>
        <p:txBody>
          <a:bodyPr wrap="square" rtlCol="0">
            <a:spAutoFit/>
          </a:bodyPr>
          <a:lstStyle/>
          <a:p>
            <a:pPr marL="285750" indent="-285750">
              <a:buFont typeface="Arial" panose="020B0604020202020204" pitchFamily="34" charset="0"/>
              <a:buChar char="•"/>
            </a:pPr>
            <a:r>
              <a:rPr lang="en-US" b="1" dirty="0">
                <a:solidFill>
                  <a:srgbClr val="002060"/>
                </a:solidFill>
              </a:rPr>
              <a:t>Understanding ansible templates</a:t>
            </a:r>
          </a:p>
          <a:p>
            <a:pPr marL="285750" indent="-285750">
              <a:buFont typeface="Arial" panose="020B0604020202020204" pitchFamily="34" charset="0"/>
              <a:buChar char="•"/>
            </a:pPr>
            <a:r>
              <a:rPr lang="en-US" b="1" dirty="0">
                <a:solidFill>
                  <a:srgbClr val="002060"/>
                </a:solidFill>
              </a:rPr>
              <a:t>Anatomy of a template</a:t>
            </a:r>
          </a:p>
          <a:p>
            <a:pPr marL="285750" indent="-285750">
              <a:buFont typeface="Arial" panose="020B0604020202020204" pitchFamily="34" charset="0"/>
              <a:buChar char="•"/>
            </a:pPr>
            <a:r>
              <a:rPr lang="en-US" b="1" dirty="0">
                <a:solidFill>
                  <a:srgbClr val="002060"/>
                </a:solidFill>
              </a:rPr>
              <a:t>Best practices and validation</a:t>
            </a:r>
          </a:p>
          <a:p>
            <a:pPr marL="285750" indent="-285750">
              <a:buFont typeface="Arial" panose="020B0604020202020204" pitchFamily="34" charset="0"/>
              <a:buChar char="•"/>
            </a:pPr>
            <a:r>
              <a:rPr lang="en-US" b="1" dirty="0">
                <a:solidFill>
                  <a:srgbClr val="002060"/>
                </a:solidFill>
              </a:rPr>
              <a:t>Demo Lab</a:t>
            </a:r>
            <a:endParaRPr lang="en-IN" b="1" dirty="0">
              <a:solidFill>
                <a:srgbClr val="002060"/>
              </a:solidFill>
            </a:endParaRPr>
          </a:p>
        </p:txBody>
      </p:sp>
    </p:spTree>
    <p:extLst>
      <p:ext uri="{BB962C8B-B14F-4D97-AF65-F5344CB8AC3E}">
        <p14:creationId xmlns:p14="http://schemas.microsoft.com/office/powerpoint/2010/main" val="39109893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1BBFF-0D02-B25B-DD5F-94A15BD5DD52}"/>
              </a:ext>
            </a:extLst>
          </p:cNvPr>
          <p:cNvSpPr>
            <a:spLocks noGrp="1"/>
          </p:cNvSpPr>
          <p:nvPr>
            <p:ph type="title"/>
          </p:nvPr>
        </p:nvSpPr>
        <p:spPr>
          <a:xfrm>
            <a:off x="609600" y="762000"/>
            <a:ext cx="8763000" cy="3959352"/>
          </a:xfrm>
        </p:spPr>
        <p:txBody>
          <a:bodyPr anchor="ctr">
            <a:normAutofit/>
          </a:bodyPr>
          <a:lstStyle/>
          <a:p>
            <a:r>
              <a:rPr lang="en-US" sz="9600" dirty="0">
                <a:solidFill>
                  <a:srgbClr val="002060"/>
                </a:solidFill>
              </a:rPr>
              <a:t>Understanding Ansible template</a:t>
            </a:r>
          </a:p>
        </p:txBody>
      </p:sp>
      <p:pic>
        <p:nvPicPr>
          <p:cNvPr id="3" name="Picture 2" descr="A logo with a letter in a circle&#10;&#10;AI-generated content may be incorrect.">
            <a:extLst>
              <a:ext uri="{FF2B5EF4-FFF2-40B4-BE49-F238E27FC236}">
                <a16:creationId xmlns:a16="http://schemas.microsoft.com/office/drawing/2014/main" id="{21747246-B1F4-3FE7-679C-52763D716F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83742" y="-2003"/>
            <a:ext cx="807883" cy="814003"/>
          </a:xfrm>
          <a:prstGeom prst="rect">
            <a:avLst/>
          </a:prstGeom>
        </p:spPr>
      </p:pic>
    </p:spTree>
    <p:extLst>
      <p:ext uri="{BB962C8B-B14F-4D97-AF65-F5344CB8AC3E}">
        <p14:creationId xmlns:p14="http://schemas.microsoft.com/office/powerpoint/2010/main" val="35312157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C6878-AB48-D92C-9432-85A282DEF3C7}"/>
              </a:ext>
            </a:extLst>
          </p:cNvPr>
          <p:cNvSpPr>
            <a:spLocks noGrp="1"/>
          </p:cNvSpPr>
          <p:nvPr>
            <p:ph type="title"/>
          </p:nvPr>
        </p:nvSpPr>
        <p:spPr>
          <a:xfrm>
            <a:off x="368623" y="152400"/>
            <a:ext cx="7015483" cy="520460"/>
          </a:xfrm>
        </p:spPr>
        <p:txBody>
          <a:bodyPr anchor="ctr">
            <a:normAutofit/>
          </a:bodyPr>
          <a:lstStyle/>
          <a:p>
            <a:r>
              <a:rPr lang="en-US" dirty="0">
                <a:solidFill>
                  <a:srgbClr val="002060"/>
                </a:solidFill>
              </a:rPr>
              <a:t>What is an Ansible template?</a:t>
            </a:r>
          </a:p>
        </p:txBody>
      </p:sp>
      <p:pic>
        <p:nvPicPr>
          <p:cNvPr id="8" name="Content Placeholder 7" descr="fourth industrial revolution technology concept">
            <a:extLst>
              <a:ext uri="{FF2B5EF4-FFF2-40B4-BE49-F238E27FC236}">
                <a16:creationId xmlns:a16="http://schemas.microsoft.com/office/drawing/2014/main" id="{39B25E25-BBAB-46DA-A89A-4E8DE63A000E}"/>
              </a:ext>
            </a:extLst>
          </p:cNvPr>
          <p:cNvPicPr>
            <a:picLocks noGrp="1" noChangeAspect="1"/>
          </p:cNvPicPr>
          <p:nvPr>
            <p:ph type="pic" sz="quarter" idx="13"/>
          </p:nvPr>
        </p:nvPicPr>
        <p:blipFill>
          <a:blip r:embed="rId3"/>
          <a:srcRect l="31693" r="32076"/>
          <a:stretch>
            <a:fillRect/>
          </a:stretch>
        </p:blipFill>
        <p:spPr>
          <a:xfrm>
            <a:off x="7773592" y="10"/>
            <a:ext cx="4417215" cy="6857990"/>
          </a:xfrm>
          <a:prstGeom prst="rect">
            <a:avLst/>
          </a:prstGeom>
          <a:noFill/>
        </p:spPr>
      </p:pic>
      <p:pic>
        <p:nvPicPr>
          <p:cNvPr id="6" name="Picture 5" descr="A logo with a letter in a circle&#10;&#10;AI-generated content may be incorrect.">
            <a:extLst>
              <a:ext uri="{FF2B5EF4-FFF2-40B4-BE49-F238E27FC236}">
                <a16:creationId xmlns:a16="http://schemas.microsoft.com/office/drawing/2014/main" id="{37D2876B-FBCA-3BDA-81AD-C734F097D8B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83742" y="-2003"/>
            <a:ext cx="807883" cy="814003"/>
          </a:xfrm>
          <a:prstGeom prst="rect">
            <a:avLst/>
          </a:prstGeom>
        </p:spPr>
      </p:pic>
      <p:graphicFrame>
        <p:nvGraphicFramePr>
          <p:cNvPr id="12" name="Table 11">
            <a:extLst>
              <a:ext uri="{FF2B5EF4-FFF2-40B4-BE49-F238E27FC236}">
                <a16:creationId xmlns:a16="http://schemas.microsoft.com/office/drawing/2014/main" id="{83045BD1-416B-07DE-0586-A01C4C31F405}"/>
              </a:ext>
            </a:extLst>
          </p:cNvPr>
          <p:cNvGraphicFramePr>
            <a:graphicFrameLocks noGrp="1"/>
          </p:cNvGraphicFramePr>
          <p:nvPr>
            <p:extLst>
              <p:ext uri="{D42A27DB-BD31-4B8C-83A1-F6EECF244321}">
                <p14:modId xmlns:p14="http://schemas.microsoft.com/office/powerpoint/2010/main" val="985894192"/>
              </p:ext>
            </p:extLst>
          </p:nvPr>
        </p:nvGraphicFramePr>
        <p:xfrm>
          <a:off x="263649" y="609600"/>
          <a:ext cx="7315200" cy="6162868"/>
        </p:xfrm>
        <a:graphic>
          <a:graphicData uri="http://schemas.openxmlformats.org/drawingml/2006/table">
            <a:tbl>
              <a:tblPr/>
              <a:tblGrid>
                <a:gridCol w="7315200">
                  <a:extLst>
                    <a:ext uri="{9D8B030D-6E8A-4147-A177-3AD203B41FA5}">
                      <a16:colId xmlns:a16="http://schemas.microsoft.com/office/drawing/2014/main" val="774857280"/>
                    </a:ext>
                  </a:extLst>
                </a:gridCol>
              </a:tblGrid>
              <a:tr h="4419600">
                <a:tc>
                  <a:txBody>
                    <a:bodyPr/>
                    <a:lstStyle/>
                    <a:p>
                      <a:pPr fontAlgn="t">
                        <a:lnSpc>
                          <a:spcPts val="1500"/>
                        </a:lnSpc>
                        <a:buNone/>
                      </a:pPr>
                      <a:r>
                        <a:rPr lang="en-US" sz="1400" b="0" i="0" dirty="0">
                          <a:effectLst/>
                          <a:latin typeface="Aptos" panose="020B0004020202020204" pitchFamily="34" charset="0"/>
                        </a:rPr>
                        <a:t>An </a:t>
                      </a:r>
                      <a:r>
                        <a:rPr lang="en-US" sz="1400" b="1" i="0" dirty="0">
                          <a:effectLst/>
                          <a:latin typeface="Aptos" panose="020B0004020202020204" pitchFamily="34" charset="0"/>
                        </a:rPr>
                        <a:t>Ansible Template</a:t>
                      </a:r>
                      <a:r>
                        <a:rPr lang="en-US" sz="1400" b="0" i="0" dirty="0">
                          <a:effectLst/>
                          <a:latin typeface="Aptos" panose="020B0004020202020204" pitchFamily="34" charset="0"/>
                        </a:rPr>
                        <a:t> is a </a:t>
                      </a:r>
                      <a:r>
                        <a:rPr lang="en-US" sz="1400" b="1" i="0" dirty="0">
                          <a:effectLst/>
                          <a:latin typeface="Aptos" panose="020B0004020202020204" pitchFamily="34" charset="0"/>
                        </a:rPr>
                        <a:t>text file that uses Jinja2 syntax</a:t>
                      </a:r>
                      <a:r>
                        <a:rPr lang="en-US" sz="1400" b="0" i="0" dirty="0">
                          <a:effectLst/>
                          <a:latin typeface="Aptos" panose="020B0004020202020204" pitchFamily="34" charset="0"/>
                        </a:rPr>
                        <a:t> to dynamically generate configuration files, scripts, or other text-based resources during automation. </a:t>
                      </a:r>
                    </a:p>
                    <a:p>
                      <a:pPr fontAlgn="t">
                        <a:lnSpc>
                          <a:spcPts val="1500"/>
                        </a:lnSpc>
                        <a:buNone/>
                      </a:pPr>
                      <a:endParaRPr lang="en-US" sz="1400" b="0" i="0" dirty="0">
                        <a:effectLst/>
                        <a:latin typeface="Aptos" panose="020B0004020202020204" pitchFamily="34" charset="0"/>
                      </a:endParaRPr>
                    </a:p>
                    <a:p>
                      <a:pPr fontAlgn="t">
                        <a:lnSpc>
                          <a:spcPts val="1500"/>
                        </a:lnSpc>
                        <a:buNone/>
                      </a:pPr>
                      <a:r>
                        <a:rPr lang="en-US" sz="1400" b="0" i="0" dirty="0">
                          <a:effectLst/>
                          <a:latin typeface="Aptos" panose="020B0004020202020204" pitchFamily="34" charset="0"/>
                        </a:rPr>
                        <a:t>Templates allow you to:</a:t>
                      </a:r>
                    </a:p>
                    <a:p>
                      <a:pPr fontAlgn="t">
                        <a:lnSpc>
                          <a:spcPts val="1500"/>
                        </a:lnSpc>
                        <a:buNone/>
                      </a:pPr>
                      <a:endParaRPr lang="en-US" sz="1400" b="0" i="0" dirty="0">
                        <a:effectLst/>
                        <a:latin typeface="Aptos" panose="020B0004020202020204" pitchFamily="34" charset="0"/>
                      </a:endParaRPr>
                    </a:p>
                    <a:p>
                      <a:pPr fontAlgn="t">
                        <a:lnSpc>
                          <a:spcPts val="1500"/>
                        </a:lnSpc>
                        <a:buFont typeface="Arial" panose="020B0604020202020204" pitchFamily="34" charset="0"/>
                        <a:buChar char="•"/>
                      </a:pPr>
                      <a:r>
                        <a:rPr lang="en-US" sz="1400" b="0" i="0" dirty="0">
                          <a:effectLst/>
                          <a:latin typeface="Aptos" panose="020B0004020202020204" pitchFamily="34" charset="0"/>
                        </a:rPr>
                        <a:t>Insert </a:t>
                      </a:r>
                      <a:r>
                        <a:rPr lang="en-US" sz="1400" b="1" i="0" dirty="0">
                          <a:effectLst/>
                          <a:latin typeface="Aptos" panose="020B0004020202020204" pitchFamily="34" charset="0"/>
                        </a:rPr>
                        <a:t>variables</a:t>
                      </a:r>
                      <a:r>
                        <a:rPr lang="en-US" sz="1400" b="0" i="0" dirty="0">
                          <a:effectLst/>
                          <a:latin typeface="Aptos" panose="020B0004020202020204" pitchFamily="34" charset="0"/>
                        </a:rPr>
                        <a:t> ({{ var }}) for dynamic values.</a:t>
                      </a:r>
                    </a:p>
                    <a:p>
                      <a:pPr fontAlgn="t">
                        <a:lnSpc>
                          <a:spcPts val="1500"/>
                        </a:lnSpc>
                        <a:buFont typeface="Arial" panose="020B0604020202020204" pitchFamily="34" charset="0"/>
                        <a:buChar char="•"/>
                      </a:pPr>
                      <a:endParaRPr lang="en-US" sz="1400" b="0" i="0" dirty="0">
                        <a:effectLst/>
                        <a:latin typeface="Aptos" panose="020B0004020202020204" pitchFamily="34" charset="0"/>
                      </a:endParaRPr>
                    </a:p>
                    <a:p>
                      <a:pPr fontAlgn="t">
                        <a:lnSpc>
                          <a:spcPts val="1500"/>
                        </a:lnSpc>
                        <a:buFont typeface="Arial" panose="020B0604020202020204" pitchFamily="34" charset="0"/>
                        <a:buChar char="•"/>
                      </a:pPr>
                      <a:r>
                        <a:rPr lang="en-US" sz="1400" b="0" i="0" dirty="0">
                          <a:effectLst/>
                          <a:latin typeface="Aptos" panose="020B0004020202020204" pitchFamily="34" charset="0"/>
                        </a:rPr>
                        <a:t>Use </a:t>
                      </a:r>
                      <a:r>
                        <a:rPr lang="en-US" sz="1400" b="1" i="0" dirty="0">
                          <a:effectLst/>
                          <a:latin typeface="Aptos" panose="020B0004020202020204" pitchFamily="34" charset="0"/>
                        </a:rPr>
                        <a:t>conditionals</a:t>
                      </a:r>
                      <a:r>
                        <a:rPr lang="en-US" sz="1400" b="0" i="0" dirty="0">
                          <a:effectLst/>
                          <a:latin typeface="Aptos" panose="020B0004020202020204" pitchFamily="34" charset="0"/>
                        </a:rPr>
                        <a:t> ({% if %}) and </a:t>
                      </a:r>
                      <a:r>
                        <a:rPr lang="en-US" sz="1400" b="1" i="0" dirty="0">
                          <a:effectLst/>
                          <a:latin typeface="Aptos" panose="020B0004020202020204" pitchFamily="34" charset="0"/>
                        </a:rPr>
                        <a:t>loops</a:t>
                      </a:r>
                      <a:r>
                        <a:rPr lang="en-US" sz="1400" b="0" i="0" dirty="0">
                          <a:effectLst/>
                          <a:latin typeface="Aptos" panose="020B0004020202020204" pitchFamily="34" charset="0"/>
                        </a:rPr>
                        <a:t> ({% for %}) for logic.</a:t>
                      </a:r>
                    </a:p>
                    <a:p>
                      <a:pPr fontAlgn="t">
                        <a:lnSpc>
                          <a:spcPts val="1500"/>
                        </a:lnSpc>
                        <a:buFont typeface="Arial" panose="020B0604020202020204" pitchFamily="34" charset="0"/>
                        <a:buChar char="•"/>
                      </a:pPr>
                      <a:endParaRPr lang="en-US" sz="1400" b="0" i="0" dirty="0">
                        <a:effectLst/>
                        <a:latin typeface="Aptos" panose="020B0004020202020204" pitchFamily="34" charset="0"/>
                      </a:endParaRPr>
                    </a:p>
                    <a:p>
                      <a:pPr fontAlgn="t">
                        <a:lnSpc>
                          <a:spcPts val="1500"/>
                        </a:lnSpc>
                        <a:buFont typeface="Arial" panose="020B0604020202020204" pitchFamily="34" charset="0"/>
                        <a:buChar char="•"/>
                      </a:pPr>
                      <a:r>
                        <a:rPr lang="en-US" sz="1400" b="0" i="0" dirty="0">
                          <a:effectLst/>
                          <a:latin typeface="Aptos" panose="020B0004020202020204" pitchFamily="34" charset="0"/>
                        </a:rPr>
                        <a:t>Apply </a:t>
                      </a:r>
                      <a:r>
                        <a:rPr lang="en-US" sz="1400" b="1" i="0" dirty="0">
                          <a:effectLst/>
                          <a:latin typeface="Aptos" panose="020B0004020202020204" pitchFamily="34" charset="0"/>
                        </a:rPr>
                        <a:t>filters</a:t>
                      </a:r>
                      <a:r>
                        <a:rPr lang="en-US" sz="1400" b="0" i="0" dirty="0">
                          <a:effectLst/>
                          <a:latin typeface="Aptos" panose="020B0004020202020204" pitchFamily="34" charset="0"/>
                        </a:rPr>
                        <a:t> (e.g., upper, join, default) to format data.</a:t>
                      </a:r>
                    </a:p>
                    <a:p>
                      <a:pPr fontAlgn="t">
                        <a:lnSpc>
                          <a:spcPts val="1500"/>
                        </a:lnSpc>
                        <a:buFont typeface="Arial" panose="020B0604020202020204" pitchFamily="34" charset="0"/>
                        <a:buChar char="•"/>
                      </a:pPr>
                      <a:endParaRPr lang="en-US" sz="1400" b="0" i="0" dirty="0">
                        <a:effectLst/>
                        <a:latin typeface="Aptos" panose="020B0004020202020204" pitchFamily="34" charset="0"/>
                      </a:endParaRPr>
                    </a:p>
                    <a:p>
                      <a:pPr fontAlgn="t">
                        <a:lnSpc>
                          <a:spcPts val="1500"/>
                        </a:lnSpc>
                        <a:buFont typeface="Arial" panose="020B0604020202020204" pitchFamily="34" charset="0"/>
                        <a:buChar char="•"/>
                      </a:pPr>
                      <a:r>
                        <a:rPr lang="en-US" sz="1400" b="0" i="0" dirty="0">
                          <a:effectLst/>
                          <a:latin typeface="Aptos" panose="020B0004020202020204" pitchFamily="34" charset="0"/>
                        </a:rPr>
                        <a:t>Render environment-specific or host-specific configurations without hardcoding.</a:t>
                      </a:r>
                    </a:p>
                    <a:p>
                      <a:pPr fontAlgn="t">
                        <a:lnSpc>
                          <a:spcPts val="1500"/>
                        </a:lnSpc>
                        <a:buFont typeface="Arial" panose="020B0604020202020204" pitchFamily="34" charset="0"/>
                        <a:buChar char="•"/>
                      </a:pPr>
                      <a:endParaRPr lang="en-US" sz="1400" b="0" i="0" dirty="0">
                        <a:effectLst/>
                        <a:latin typeface="Aptos" panose="020B0004020202020204" pitchFamily="34" charset="0"/>
                      </a:endParaRPr>
                    </a:p>
                    <a:p>
                      <a:pPr fontAlgn="t">
                        <a:lnSpc>
                          <a:spcPts val="1500"/>
                        </a:lnSpc>
                        <a:buNone/>
                      </a:pPr>
                      <a:r>
                        <a:rPr lang="en-US" sz="1400" b="0" i="0" dirty="0">
                          <a:effectLst/>
                          <a:latin typeface="Aptos" panose="020B0004020202020204" pitchFamily="34" charset="0"/>
                        </a:rPr>
                        <a:t>In Ansible, templates are typically .j2 files placed in a templates/ directory and deployed using the </a:t>
                      </a:r>
                      <a:r>
                        <a:rPr lang="en-US" sz="1400" b="1" i="0" dirty="0">
                          <a:effectLst/>
                          <a:latin typeface="Aptos" panose="020B0004020202020204" pitchFamily="34" charset="0"/>
                        </a:rPr>
                        <a:t>template module</a:t>
                      </a:r>
                      <a:r>
                        <a:rPr lang="en-US" sz="1400" b="0" i="0" dirty="0">
                          <a:effectLst/>
                          <a:latin typeface="Aptos" panose="020B0004020202020204" pitchFamily="34" charset="0"/>
                        </a:rPr>
                        <a:t> in a playbook</a:t>
                      </a:r>
                    </a:p>
                    <a:p>
                      <a:pPr fontAlgn="t">
                        <a:lnSpc>
                          <a:spcPts val="1500"/>
                        </a:lnSpc>
                        <a:buNone/>
                      </a:pPr>
                      <a:endParaRPr lang="en-US" sz="1400" b="0" i="0" dirty="0">
                        <a:effectLst/>
                        <a:latin typeface="Aptos" panose="020B0004020202020204" pitchFamily="34" charset="0"/>
                      </a:endParaRPr>
                    </a:p>
                    <a:p>
                      <a:pPr fontAlgn="t">
                        <a:lnSpc>
                          <a:spcPts val="1500"/>
                        </a:lnSpc>
                        <a:buNone/>
                      </a:pPr>
                      <a:r>
                        <a:rPr lang="en-US" sz="1400" b="0" i="0" dirty="0">
                          <a:effectLst/>
                          <a:latin typeface="Aptos" panose="020B0004020202020204" pitchFamily="34" charset="0"/>
                        </a:rPr>
                        <a:t>You need to create the templates/ directory manually in your Ansible project structure. It is not created by default when you install Ansible or start a new playbook.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880810400"/>
                  </a:ext>
                </a:extLst>
              </a:tr>
              <a:tr h="907321">
                <a:tc>
                  <a:txBody>
                    <a:bodyPr/>
                    <a:lstStyle/>
                    <a:p>
                      <a:pPr fontAlgn="t">
                        <a:lnSpc>
                          <a:spcPts val="1500"/>
                        </a:lnSpc>
                        <a:buNone/>
                      </a:pPr>
                      <a:r>
                        <a:rPr lang="en-US" sz="1400" b="1" i="0" dirty="0">
                          <a:effectLst/>
                          <a:latin typeface="Segoe UI" panose="020B0502040204020203" pitchFamily="34" charset="0"/>
                        </a:rPr>
                        <a:t>Why manually?</a:t>
                      </a:r>
                    </a:p>
                    <a:p>
                      <a:pPr fontAlgn="t">
                        <a:lnSpc>
                          <a:spcPts val="1500"/>
                        </a:lnSpc>
                        <a:buNone/>
                      </a:pPr>
                      <a:br>
                        <a:rPr lang="en-US" sz="1600" b="0" i="0" dirty="0">
                          <a:effectLst/>
                          <a:latin typeface="Aptos" panose="020B0004020202020204" pitchFamily="34" charset="0"/>
                        </a:rPr>
                      </a:br>
                      <a:r>
                        <a:rPr lang="en-US" sz="1500" b="0" i="0" dirty="0">
                          <a:effectLst/>
                          <a:latin typeface="Aptos" panose="020B0004020202020204" pitchFamily="34" charset="0"/>
                        </a:rPr>
                        <a:t>Ansible expects the </a:t>
                      </a:r>
                      <a:r>
                        <a:rPr lang="en-US" sz="1500" b="0" i="0" dirty="0" err="1">
                          <a:effectLst/>
                          <a:latin typeface="Aptos" panose="020B0004020202020204" pitchFamily="34" charset="0"/>
                        </a:rPr>
                        <a:t>src</a:t>
                      </a:r>
                      <a:r>
                        <a:rPr lang="en-US" sz="1500" b="0" i="0" dirty="0">
                          <a:effectLst/>
                          <a:latin typeface="Aptos" panose="020B0004020202020204" pitchFamily="34" charset="0"/>
                        </a:rPr>
                        <a:t> path in the template module to point to a file inside a templates/ directory relative to the playbook or role. If the directory doesn’t exist, you’ll get an error like: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423896427"/>
                  </a:ext>
                </a:extLst>
              </a:tr>
              <a:tr h="324043">
                <a:tc>
                  <a:txBody>
                    <a:bodyPr/>
                    <a:lstStyle/>
                    <a:p>
                      <a:pPr fontAlgn="t">
                        <a:lnSpc>
                          <a:spcPts val="1500"/>
                        </a:lnSpc>
                        <a:buNone/>
                      </a:pPr>
                      <a:r>
                        <a:rPr lang="en-US" sz="1800" b="0" i="0" dirty="0">
                          <a:effectLst/>
                          <a:highlight>
                            <a:srgbClr val="FFFF00"/>
                          </a:highlight>
                          <a:latin typeface="Aptos" panose="020B0004020202020204" pitchFamily="34" charset="0"/>
                        </a:rPr>
                        <a:t>ERROR! could not find </a:t>
                      </a:r>
                      <a:r>
                        <a:rPr lang="en-US" sz="1800" b="0" i="0" dirty="0" err="1">
                          <a:effectLst/>
                          <a:highlight>
                            <a:srgbClr val="FFFF00"/>
                          </a:highlight>
                          <a:latin typeface="Aptos" panose="020B0004020202020204" pitchFamily="34" charset="0"/>
                        </a:rPr>
                        <a:t>src</a:t>
                      </a:r>
                      <a:r>
                        <a:rPr lang="en-US" sz="1800" b="0" i="0" dirty="0">
                          <a:effectLst/>
                          <a:highlight>
                            <a:srgbClr val="FFFF00"/>
                          </a:highlight>
                          <a:latin typeface="Aptos" panose="020B0004020202020204" pitchFamily="34" charset="0"/>
                        </a:rPr>
                        <a:t> in templates/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393247194"/>
                  </a:ext>
                </a:extLst>
              </a:tr>
              <a:tr h="324043">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E6E6E6"/>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624028588"/>
                  </a:ext>
                </a:extLst>
              </a:tr>
            </a:tbl>
          </a:graphicData>
        </a:graphic>
      </p:graphicFrame>
    </p:spTree>
    <p:extLst>
      <p:ext uri="{BB962C8B-B14F-4D97-AF65-F5344CB8AC3E}">
        <p14:creationId xmlns:p14="http://schemas.microsoft.com/office/powerpoint/2010/main" val="8724505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687EC-FA75-71A9-5228-03241B820E10}"/>
              </a:ext>
            </a:extLst>
          </p:cNvPr>
          <p:cNvSpPr>
            <a:spLocks noGrp="1"/>
          </p:cNvSpPr>
          <p:nvPr>
            <p:ph type="title"/>
          </p:nvPr>
        </p:nvSpPr>
        <p:spPr>
          <a:xfrm>
            <a:off x="381000" y="76200"/>
            <a:ext cx="5232755" cy="609600"/>
          </a:xfrm>
        </p:spPr>
        <p:txBody>
          <a:bodyPr anchor="ctr">
            <a:normAutofit/>
          </a:bodyPr>
          <a:lstStyle/>
          <a:p>
            <a:r>
              <a:rPr lang="en-US" sz="4000" dirty="0">
                <a:solidFill>
                  <a:srgbClr val="002060"/>
                </a:solidFill>
              </a:rPr>
              <a:t>Anatomy of a template</a:t>
            </a:r>
          </a:p>
        </p:txBody>
      </p:sp>
      <p:sp>
        <p:nvSpPr>
          <p:cNvPr id="20" name="TextBox 19">
            <a:extLst>
              <a:ext uri="{FF2B5EF4-FFF2-40B4-BE49-F238E27FC236}">
                <a16:creationId xmlns:a16="http://schemas.microsoft.com/office/drawing/2014/main" id="{7BC300D1-FBF7-95A5-F22A-31DB51A9028E}"/>
              </a:ext>
            </a:extLst>
          </p:cNvPr>
          <p:cNvSpPr txBox="1"/>
          <p:nvPr/>
        </p:nvSpPr>
        <p:spPr>
          <a:xfrm>
            <a:off x="5943600" y="76200"/>
            <a:ext cx="5994755" cy="6601807"/>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p>
            <a:r>
              <a:rPr lang="en-IN" sz="940" b="1" dirty="0">
                <a:latin typeface="Aptos" panose="020B0004020202020204" pitchFamily="34" charset="0"/>
              </a:rPr>
              <a:t>---                                               </a:t>
            </a:r>
            <a:r>
              <a:rPr lang="en-IN" sz="940" b="1" dirty="0">
                <a:solidFill>
                  <a:srgbClr val="00B050"/>
                </a:solidFill>
                <a:latin typeface="Aptos" panose="020B0004020202020204" pitchFamily="34" charset="0"/>
              </a:rPr>
              <a:t># Document separator: start of the YAML document</a:t>
            </a:r>
          </a:p>
          <a:p>
            <a:endParaRPr lang="en-IN" sz="940" b="1" dirty="0">
              <a:latin typeface="Aptos" panose="020B0004020202020204" pitchFamily="34" charset="0"/>
            </a:endParaRPr>
          </a:p>
          <a:p>
            <a:r>
              <a:rPr lang="en-IN" sz="940" b="1" dirty="0">
                <a:latin typeface="Aptos" panose="020B0004020202020204" pitchFamily="34" charset="0"/>
              </a:rPr>
              <a:t># A playbook is a list of plays. Each play begins with a dash (-)</a:t>
            </a:r>
          </a:p>
          <a:p>
            <a:r>
              <a:rPr lang="en-IN" sz="940" b="1" dirty="0">
                <a:latin typeface="Aptos" panose="020B0004020202020204" pitchFamily="34" charset="0"/>
              </a:rPr>
              <a:t>- name: Deploy App Configuration via Template      </a:t>
            </a:r>
            <a:r>
              <a:rPr lang="en-IN" sz="940" b="1" dirty="0">
                <a:solidFill>
                  <a:srgbClr val="FF0000"/>
                </a:solidFill>
                <a:latin typeface="Aptos" panose="020B0004020202020204" pitchFamily="34" charset="0"/>
              </a:rPr>
              <a:t># Human-readable name for the play</a:t>
            </a:r>
          </a:p>
          <a:p>
            <a:r>
              <a:rPr lang="en-IN" sz="940" b="1" dirty="0">
                <a:latin typeface="Aptos" panose="020B0004020202020204" pitchFamily="34" charset="0"/>
              </a:rPr>
              <a:t>  hosts: webservers                                </a:t>
            </a:r>
            <a:r>
              <a:rPr lang="en-IN" sz="940" b="1" dirty="0">
                <a:solidFill>
                  <a:srgbClr val="FF0000"/>
                </a:solidFill>
                <a:latin typeface="Aptos" panose="020B0004020202020204" pitchFamily="34" charset="0"/>
              </a:rPr>
              <a:t># Target hosts or inventory group</a:t>
            </a:r>
          </a:p>
          <a:p>
            <a:r>
              <a:rPr lang="en-IN" sz="940" b="1" dirty="0">
                <a:latin typeface="Aptos" panose="020B0004020202020204" pitchFamily="34" charset="0"/>
              </a:rPr>
              <a:t>  become: yes                                      </a:t>
            </a:r>
            <a:r>
              <a:rPr lang="en-IN" sz="940" b="1" dirty="0">
                <a:solidFill>
                  <a:srgbClr val="FF0000"/>
                </a:solidFill>
                <a:latin typeface="Aptos" panose="020B0004020202020204" pitchFamily="34" charset="0"/>
              </a:rPr>
              <a:t># Enables privilege escalation (e.g., run as root</a:t>
            </a:r>
            <a:r>
              <a:rPr lang="en-IN" sz="940" b="1" dirty="0">
                <a:latin typeface="Aptos" panose="020B0004020202020204" pitchFamily="34" charset="0"/>
              </a:rPr>
              <a:t>)</a:t>
            </a:r>
          </a:p>
          <a:p>
            <a:endParaRPr lang="en-IN" sz="940" b="1" dirty="0">
              <a:latin typeface="Aptos" panose="020B0004020202020204" pitchFamily="34" charset="0"/>
            </a:endParaRPr>
          </a:p>
          <a:p>
            <a:r>
              <a:rPr lang="en-IN" sz="940" b="1" dirty="0">
                <a:latin typeface="Aptos" panose="020B0004020202020204" pitchFamily="34" charset="0"/>
              </a:rPr>
              <a:t>  vars:                                            </a:t>
            </a:r>
            <a:r>
              <a:rPr lang="en-IN" sz="940" b="1" dirty="0">
                <a:solidFill>
                  <a:srgbClr val="FF0000"/>
                </a:solidFill>
                <a:latin typeface="Aptos" panose="020B0004020202020204" pitchFamily="34" charset="0"/>
              </a:rPr>
              <a:t># Variables applied to this play</a:t>
            </a:r>
          </a:p>
          <a:p>
            <a:r>
              <a:rPr lang="en-IN" sz="940" b="1" dirty="0">
                <a:latin typeface="Aptos" panose="020B0004020202020204" pitchFamily="34" charset="0"/>
              </a:rPr>
              <a:t>    </a:t>
            </a:r>
            <a:r>
              <a:rPr lang="en-IN" sz="940" b="1" dirty="0" err="1">
                <a:latin typeface="Aptos" panose="020B0004020202020204" pitchFamily="34" charset="0"/>
              </a:rPr>
              <a:t>app_name</a:t>
            </a:r>
            <a:r>
              <a:rPr lang="en-IN" sz="940" b="1" dirty="0">
                <a:latin typeface="Aptos" panose="020B0004020202020204" pitchFamily="34" charset="0"/>
              </a:rPr>
              <a:t>: </a:t>
            </a:r>
            <a:r>
              <a:rPr lang="en-IN" sz="940" b="1" dirty="0" err="1">
                <a:latin typeface="Aptos" panose="020B0004020202020204" pitchFamily="34" charset="0"/>
              </a:rPr>
              <a:t>automateops</a:t>
            </a:r>
            <a:r>
              <a:rPr lang="en-IN" sz="940" b="1" dirty="0">
                <a:latin typeface="Aptos" panose="020B0004020202020204" pitchFamily="34" charset="0"/>
              </a:rPr>
              <a:t>                          </a:t>
            </a:r>
            <a:r>
              <a:rPr lang="en-IN" sz="940" b="1" dirty="0">
                <a:solidFill>
                  <a:srgbClr val="FF0000"/>
                </a:solidFill>
                <a:latin typeface="Aptos" panose="020B0004020202020204" pitchFamily="34" charset="0"/>
              </a:rPr>
              <a:t># Example string variable</a:t>
            </a:r>
          </a:p>
          <a:p>
            <a:r>
              <a:rPr lang="en-IN" sz="940" b="1" dirty="0">
                <a:latin typeface="Aptos" panose="020B0004020202020204" pitchFamily="34" charset="0"/>
              </a:rPr>
              <a:t>    env: prod                                      </a:t>
            </a:r>
            <a:r>
              <a:rPr lang="en-IN" sz="940" b="1" dirty="0">
                <a:solidFill>
                  <a:srgbClr val="FF0000"/>
                </a:solidFill>
                <a:latin typeface="Aptos" panose="020B0004020202020204" pitchFamily="34" charset="0"/>
              </a:rPr>
              <a:t># Environment (used in template)</a:t>
            </a:r>
          </a:p>
          <a:p>
            <a:r>
              <a:rPr lang="en-IN" sz="940" b="1" dirty="0">
                <a:latin typeface="Aptos" panose="020B0004020202020204" pitchFamily="34" charset="0"/>
              </a:rPr>
              <a:t>    </a:t>
            </a:r>
            <a:r>
              <a:rPr lang="en-IN" sz="940" b="1" dirty="0" err="1">
                <a:latin typeface="Aptos" panose="020B0004020202020204" pitchFamily="34" charset="0"/>
              </a:rPr>
              <a:t>http_port</a:t>
            </a:r>
            <a:r>
              <a:rPr lang="en-IN" sz="940" b="1" dirty="0">
                <a:latin typeface="Aptos" panose="020B0004020202020204" pitchFamily="34" charset="0"/>
              </a:rPr>
              <a:t>: 8080                                </a:t>
            </a:r>
            <a:r>
              <a:rPr lang="en-IN" sz="940" b="1" dirty="0">
                <a:solidFill>
                  <a:srgbClr val="FF0000"/>
                </a:solidFill>
                <a:latin typeface="Aptos" panose="020B0004020202020204" pitchFamily="34" charset="0"/>
              </a:rPr>
              <a:t># Port used by the app (rendered in template)</a:t>
            </a:r>
          </a:p>
          <a:p>
            <a:r>
              <a:rPr lang="en-IN" sz="940" b="1" dirty="0">
                <a:latin typeface="Aptos" panose="020B0004020202020204" pitchFamily="34" charset="0"/>
              </a:rPr>
              <a:t>    features:                                      </a:t>
            </a:r>
            <a:r>
              <a:rPr lang="en-IN" sz="940" b="1" dirty="0">
                <a:solidFill>
                  <a:srgbClr val="FF0000"/>
                </a:solidFill>
                <a:latin typeface="Aptos" panose="020B0004020202020204" pitchFamily="34" charset="0"/>
              </a:rPr>
              <a:t># List demonstrating loops in the template</a:t>
            </a:r>
          </a:p>
          <a:p>
            <a:r>
              <a:rPr lang="en-IN" sz="940" b="1" dirty="0">
                <a:latin typeface="Aptos" panose="020B0004020202020204" pitchFamily="34" charset="0"/>
              </a:rPr>
              <a:t>      - metrics</a:t>
            </a:r>
          </a:p>
          <a:p>
            <a:r>
              <a:rPr lang="en-IN" sz="940" b="1" dirty="0">
                <a:latin typeface="Aptos" panose="020B0004020202020204" pitchFamily="34" charset="0"/>
              </a:rPr>
              <a:t>      - tracing</a:t>
            </a:r>
          </a:p>
          <a:p>
            <a:r>
              <a:rPr lang="en-IN" sz="940" b="1" dirty="0">
                <a:latin typeface="Aptos" panose="020B0004020202020204" pitchFamily="34" charset="0"/>
              </a:rPr>
              <a:t>      - </a:t>
            </a:r>
            <a:r>
              <a:rPr lang="en-IN" sz="940" b="1" dirty="0" err="1">
                <a:latin typeface="Aptos" panose="020B0004020202020204" pitchFamily="34" charset="0"/>
              </a:rPr>
              <a:t>http_api</a:t>
            </a:r>
            <a:endParaRPr lang="en-IN" sz="940" b="1" dirty="0">
              <a:latin typeface="Aptos" panose="020B0004020202020204" pitchFamily="34" charset="0"/>
            </a:endParaRPr>
          </a:p>
          <a:p>
            <a:r>
              <a:rPr lang="en-IN" sz="940" b="1" dirty="0">
                <a:latin typeface="Aptos" panose="020B0004020202020204" pitchFamily="34" charset="0"/>
              </a:rPr>
              <a:t>    limits:                                        </a:t>
            </a:r>
            <a:r>
              <a:rPr lang="en-IN" sz="940" b="1" dirty="0">
                <a:solidFill>
                  <a:srgbClr val="FF0000"/>
                </a:solidFill>
                <a:latin typeface="Aptos" panose="020B0004020202020204" pitchFamily="34" charset="0"/>
              </a:rPr>
              <a:t># Dictionary used for key/value iteration</a:t>
            </a:r>
          </a:p>
          <a:p>
            <a:r>
              <a:rPr lang="en-IN" sz="940" b="1" dirty="0">
                <a:latin typeface="Aptos" panose="020B0004020202020204" pitchFamily="34" charset="0"/>
              </a:rPr>
              <a:t>      </a:t>
            </a:r>
            <a:r>
              <a:rPr lang="en-IN" sz="940" b="1" dirty="0" err="1">
                <a:latin typeface="Aptos" panose="020B0004020202020204" pitchFamily="34" charset="0"/>
              </a:rPr>
              <a:t>max_clients</a:t>
            </a:r>
            <a:r>
              <a:rPr lang="en-IN" sz="940" b="1" dirty="0">
                <a:latin typeface="Aptos" panose="020B0004020202020204" pitchFamily="34" charset="0"/>
              </a:rPr>
              <a:t>: 200</a:t>
            </a:r>
          </a:p>
          <a:p>
            <a:r>
              <a:rPr lang="en-IN" sz="940" b="1" dirty="0">
                <a:latin typeface="Aptos" panose="020B0004020202020204" pitchFamily="34" charset="0"/>
              </a:rPr>
              <a:t>      </a:t>
            </a:r>
            <a:r>
              <a:rPr lang="en-IN" sz="940" b="1" dirty="0" err="1">
                <a:latin typeface="Aptos" panose="020B0004020202020204" pitchFamily="34" charset="0"/>
              </a:rPr>
              <a:t>timeout_sec</a:t>
            </a:r>
            <a:r>
              <a:rPr lang="en-IN" sz="940" b="1" dirty="0">
                <a:latin typeface="Aptos" panose="020B0004020202020204" pitchFamily="34" charset="0"/>
              </a:rPr>
              <a:t>: 30</a:t>
            </a:r>
          </a:p>
          <a:p>
            <a:r>
              <a:rPr lang="en-IN" sz="940" b="1" dirty="0">
                <a:latin typeface="Aptos" panose="020B0004020202020204" pitchFamily="34" charset="0"/>
              </a:rPr>
              <a:t>    </a:t>
            </a:r>
            <a:r>
              <a:rPr lang="en-IN" sz="940" b="1" dirty="0" err="1">
                <a:latin typeface="Aptos" panose="020B0004020202020204" pitchFamily="34" charset="0"/>
              </a:rPr>
              <a:t>enable_debug</a:t>
            </a:r>
            <a:r>
              <a:rPr lang="en-IN" sz="940" b="1" dirty="0">
                <a:latin typeface="Aptos" panose="020B0004020202020204" pitchFamily="34" charset="0"/>
              </a:rPr>
              <a:t>: false                            </a:t>
            </a:r>
            <a:r>
              <a:rPr lang="en-IN" sz="940" b="1" dirty="0">
                <a:solidFill>
                  <a:srgbClr val="FF0000"/>
                </a:solidFill>
                <a:latin typeface="Aptos" panose="020B0004020202020204" pitchFamily="34" charset="0"/>
              </a:rPr>
              <a:t># Boolean used by conditional logic in template</a:t>
            </a:r>
          </a:p>
          <a:p>
            <a:endParaRPr lang="en-IN" sz="940" b="1" dirty="0">
              <a:latin typeface="Aptos" panose="020B0004020202020204" pitchFamily="34" charset="0"/>
            </a:endParaRPr>
          </a:p>
          <a:p>
            <a:r>
              <a:rPr lang="en-IN" sz="940" b="1" dirty="0">
                <a:latin typeface="Aptos" panose="020B0004020202020204" pitchFamily="34" charset="0"/>
              </a:rPr>
              <a:t>  tasks:                                           </a:t>
            </a:r>
            <a:r>
              <a:rPr lang="en-IN" sz="940" b="1" dirty="0">
                <a:solidFill>
                  <a:srgbClr val="FF0000"/>
                </a:solidFill>
                <a:latin typeface="Aptos" panose="020B0004020202020204" pitchFamily="34" charset="0"/>
              </a:rPr>
              <a:t># A list of tasks to execute on target hosts</a:t>
            </a:r>
          </a:p>
          <a:p>
            <a:endParaRPr lang="en-IN" sz="940" b="1" dirty="0">
              <a:latin typeface="Aptos" panose="020B0004020202020204" pitchFamily="34" charset="0"/>
            </a:endParaRPr>
          </a:p>
          <a:p>
            <a:r>
              <a:rPr lang="en-IN" sz="940" b="1" dirty="0">
                <a:latin typeface="Aptos" panose="020B0004020202020204" pitchFamily="34" charset="0"/>
              </a:rPr>
              <a:t>    - name: Render </a:t>
            </a:r>
            <a:r>
              <a:rPr lang="en-IN" sz="940" b="1" dirty="0" err="1">
                <a:latin typeface="Aptos" panose="020B0004020202020204" pitchFamily="34" charset="0"/>
              </a:rPr>
              <a:t>app.conf</a:t>
            </a:r>
            <a:r>
              <a:rPr lang="en-IN" sz="940" b="1" dirty="0">
                <a:latin typeface="Aptos" panose="020B0004020202020204" pitchFamily="34" charset="0"/>
              </a:rPr>
              <a:t> from template          </a:t>
            </a:r>
            <a:r>
              <a:rPr lang="en-IN" sz="940" b="1" dirty="0">
                <a:solidFill>
                  <a:srgbClr val="FF0000"/>
                </a:solidFill>
                <a:latin typeface="Aptos" panose="020B0004020202020204" pitchFamily="34" charset="0"/>
              </a:rPr>
              <a:t># Task description</a:t>
            </a:r>
          </a:p>
          <a:p>
            <a:r>
              <a:rPr lang="en-IN" sz="940" b="1" dirty="0">
                <a:latin typeface="Aptos" panose="020B0004020202020204" pitchFamily="34" charset="0"/>
              </a:rPr>
              <a:t>      </a:t>
            </a:r>
            <a:r>
              <a:rPr lang="en-IN" sz="940" b="1" dirty="0" err="1">
                <a:latin typeface="Aptos" panose="020B0004020202020204" pitchFamily="34" charset="0"/>
              </a:rPr>
              <a:t>ansible.builtin.template</a:t>
            </a:r>
            <a:r>
              <a:rPr lang="en-IN" sz="940" b="1" dirty="0">
                <a:latin typeface="Aptos" panose="020B0004020202020204" pitchFamily="34" charset="0"/>
              </a:rPr>
              <a:t>:                    </a:t>
            </a:r>
            <a:r>
              <a:rPr lang="en-IN" sz="940" b="1" dirty="0">
                <a:solidFill>
                  <a:srgbClr val="FF0000"/>
                </a:solidFill>
                <a:latin typeface="Aptos" panose="020B0004020202020204" pitchFamily="34" charset="0"/>
              </a:rPr>
              <a:t># Module that renders Jinja2 templates</a:t>
            </a:r>
          </a:p>
          <a:p>
            <a:r>
              <a:rPr lang="en-IN" sz="940" b="1" dirty="0">
                <a:latin typeface="Aptos" panose="020B0004020202020204" pitchFamily="34" charset="0"/>
              </a:rPr>
              <a:t>        </a:t>
            </a:r>
            <a:r>
              <a:rPr lang="en-IN" sz="940" b="1" dirty="0" err="1">
                <a:latin typeface="Aptos" panose="020B0004020202020204" pitchFamily="34" charset="0"/>
              </a:rPr>
              <a:t>src</a:t>
            </a:r>
            <a:r>
              <a:rPr lang="en-IN" sz="940" b="1" dirty="0">
                <a:latin typeface="Aptos" panose="020B0004020202020204" pitchFamily="34" charset="0"/>
              </a:rPr>
              <a:t>: app.conf.j2                           </a:t>
            </a:r>
            <a:r>
              <a:rPr lang="en-IN" sz="940" b="1" dirty="0">
                <a:solidFill>
                  <a:srgbClr val="FF0000"/>
                </a:solidFill>
                <a:latin typeface="Aptos" panose="020B0004020202020204" pitchFamily="34" charset="0"/>
              </a:rPr>
              <a:t># Source template in templates/ directory</a:t>
            </a:r>
          </a:p>
          <a:p>
            <a:r>
              <a:rPr lang="en-IN" sz="940" b="1" dirty="0">
                <a:latin typeface="Aptos" panose="020B0004020202020204" pitchFamily="34" charset="0"/>
              </a:rPr>
              <a:t>        </a:t>
            </a:r>
            <a:r>
              <a:rPr lang="en-IN" sz="940" b="1" dirty="0" err="1">
                <a:latin typeface="Aptos" panose="020B0004020202020204" pitchFamily="34" charset="0"/>
              </a:rPr>
              <a:t>dest</a:t>
            </a:r>
            <a:r>
              <a:rPr lang="en-IN" sz="940" b="1" dirty="0">
                <a:latin typeface="Aptos" panose="020B0004020202020204" pitchFamily="34" charset="0"/>
              </a:rPr>
              <a:t>: /etc/</a:t>
            </a:r>
            <a:r>
              <a:rPr lang="en-IN" sz="940" b="1" dirty="0" err="1">
                <a:latin typeface="Aptos" panose="020B0004020202020204" pitchFamily="34" charset="0"/>
              </a:rPr>
              <a:t>myapp</a:t>
            </a:r>
            <a:r>
              <a:rPr lang="en-IN" sz="940" b="1" dirty="0">
                <a:latin typeface="Aptos" panose="020B0004020202020204" pitchFamily="34" charset="0"/>
              </a:rPr>
              <a:t>/</a:t>
            </a:r>
            <a:r>
              <a:rPr lang="en-IN" sz="940" b="1" dirty="0" err="1">
                <a:latin typeface="Aptos" panose="020B0004020202020204" pitchFamily="34" charset="0"/>
              </a:rPr>
              <a:t>app.conf</a:t>
            </a:r>
            <a:r>
              <a:rPr lang="en-IN" sz="940" b="1" dirty="0">
                <a:latin typeface="Aptos" panose="020B0004020202020204" pitchFamily="34" charset="0"/>
              </a:rPr>
              <a:t>                  </a:t>
            </a:r>
            <a:r>
              <a:rPr lang="en-IN" sz="940" b="1" dirty="0">
                <a:solidFill>
                  <a:srgbClr val="FF0000"/>
                </a:solidFill>
                <a:latin typeface="Aptos" panose="020B0004020202020204" pitchFamily="34" charset="0"/>
              </a:rPr>
              <a:t># Destination on target host</a:t>
            </a:r>
          </a:p>
          <a:p>
            <a:r>
              <a:rPr lang="en-IN" sz="940" b="1" dirty="0">
                <a:latin typeface="Aptos" panose="020B0004020202020204" pitchFamily="34" charset="0"/>
              </a:rPr>
              <a:t>        mode: "0644"                               </a:t>
            </a:r>
            <a:r>
              <a:rPr lang="en-IN" sz="940" b="1" dirty="0">
                <a:solidFill>
                  <a:srgbClr val="FF0000"/>
                </a:solidFill>
                <a:latin typeface="Aptos" panose="020B0004020202020204" pitchFamily="34" charset="0"/>
              </a:rPr>
              <a:t># File permissions</a:t>
            </a:r>
          </a:p>
          <a:p>
            <a:r>
              <a:rPr lang="en-IN" sz="940" b="1" dirty="0">
                <a:latin typeface="Aptos" panose="020B0004020202020204" pitchFamily="34" charset="0"/>
              </a:rPr>
              <a:t>        backup: yes                                </a:t>
            </a:r>
            <a:r>
              <a:rPr lang="en-IN" sz="940" b="1" dirty="0">
                <a:solidFill>
                  <a:srgbClr val="FF0000"/>
                </a:solidFill>
                <a:latin typeface="Aptos" panose="020B0004020202020204" pitchFamily="34" charset="0"/>
              </a:rPr>
              <a:t># Backup existing file before overwriting</a:t>
            </a:r>
          </a:p>
          <a:p>
            <a:r>
              <a:rPr lang="en-IN" sz="940" b="1" dirty="0">
                <a:latin typeface="Aptos" panose="020B0004020202020204" pitchFamily="34" charset="0"/>
              </a:rPr>
              <a:t>        validate: "</a:t>
            </a:r>
            <a:r>
              <a:rPr lang="en-IN" sz="940" b="1" dirty="0" err="1">
                <a:latin typeface="Aptos" panose="020B0004020202020204" pitchFamily="34" charset="0"/>
              </a:rPr>
              <a:t>myapp</a:t>
            </a:r>
            <a:r>
              <a:rPr lang="en-IN" sz="940" b="1" dirty="0">
                <a:latin typeface="Aptos" panose="020B0004020202020204" pitchFamily="34" charset="0"/>
              </a:rPr>
              <a:t> --check-config %s"        </a:t>
            </a:r>
            <a:r>
              <a:rPr lang="en-IN" sz="940" b="1" dirty="0">
                <a:solidFill>
                  <a:srgbClr val="FF0000"/>
                </a:solidFill>
                <a:latin typeface="Aptos" panose="020B0004020202020204" pitchFamily="34" charset="0"/>
              </a:rPr>
              <a:t># Validate generated file BEFORE replacing (%s = path to temp file)</a:t>
            </a:r>
          </a:p>
          <a:p>
            <a:r>
              <a:rPr lang="en-IN" sz="940" b="1" dirty="0">
                <a:latin typeface="Aptos" panose="020B0004020202020204" pitchFamily="34" charset="0"/>
              </a:rPr>
              <a:t>      notify: Restart </a:t>
            </a:r>
            <a:r>
              <a:rPr lang="en-IN" sz="940" b="1" dirty="0" err="1">
                <a:latin typeface="Aptos" panose="020B0004020202020204" pitchFamily="34" charset="0"/>
              </a:rPr>
              <a:t>MyApp</a:t>
            </a:r>
            <a:r>
              <a:rPr lang="en-IN" sz="940" b="1" dirty="0">
                <a:latin typeface="Aptos" panose="020B0004020202020204" pitchFamily="34" charset="0"/>
              </a:rPr>
              <a:t>                        </a:t>
            </a:r>
            <a:r>
              <a:rPr lang="en-IN" sz="940" b="1" dirty="0">
                <a:solidFill>
                  <a:srgbClr val="FF0000"/>
                </a:solidFill>
                <a:latin typeface="Aptos" panose="020B0004020202020204" pitchFamily="34" charset="0"/>
              </a:rPr>
              <a:t># Trigger handler if the file changes</a:t>
            </a:r>
          </a:p>
          <a:p>
            <a:endParaRPr lang="en-IN" sz="940" b="1" dirty="0">
              <a:latin typeface="Aptos" panose="020B0004020202020204" pitchFamily="34" charset="0"/>
            </a:endParaRPr>
          </a:p>
          <a:p>
            <a:r>
              <a:rPr lang="en-IN" sz="940" b="1" dirty="0">
                <a:latin typeface="Aptos" panose="020B0004020202020204" pitchFamily="34" charset="0"/>
              </a:rPr>
              <a:t>    - name: Ensure </a:t>
            </a:r>
            <a:r>
              <a:rPr lang="en-IN" sz="940" b="1" dirty="0" err="1">
                <a:latin typeface="Aptos" panose="020B0004020202020204" pitchFamily="34" charset="0"/>
              </a:rPr>
              <a:t>myapp</a:t>
            </a:r>
            <a:r>
              <a:rPr lang="en-IN" sz="940" b="1" dirty="0">
                <a:latin typeface="Aptos" panose="020B0004020202020204" pitchFamily="34" charset="0"/>
              </a:rPr>
              <a:t> binary is present         </a:t>
            </a:r>
            <a:r>
              <a:rPr lang="en-IN" sz="940" b="1" dirty="0">
                <a:solidFill>
                  <a:srgbClr val="FF0000"/>
                </a:solidFill>
                <a:latin typeface="Aptos" panose="020B0004020202020204" pitchFamily="34" charset="0"/>
              </a:rPr>
              <a:t># Example precondition step</a:t>
            </a:r>
          </a:p>
          <a:p>
            <a:r>
              <a:rPr lang="en-IN" sz="940" b="1" dirty="0">
                <a:latin typeface="Aptos" panose="020B0004020202020204" pitchFamily="34" charset="0"/>
              </a:rPr>
              <a:t>      </a:t>
            </a:r>
            <a:r>
              <a:rPr lang="en-IN" sz="940" b="1" dirty="0" err="1">
                <a:latin typeface="Aptos" panose="020B0004020202020204" pitchFamily="34" charset="0"/>
              </a:rPr>
              <a:t>ansible.builtin.command</a:t>
            </a:r>
            <a:r>
              <a:rPr lang="en-IN" sz="940" b="1" dirty="0">
                <a:latin typeface="Aptos" panose="020B0004020202020204" pitchFamily="34" charset="0"/>
              </a:rPr>
              <a:t>: which </a:t>
            </a:r>
            <a:r>
              <a:rPr lang="en-IN" sz="940" b="1" dirty="0" err="1">
                <a:latin typeface="Aptos" panose="020B0004020202020204" pitchFamily="34" charset="0"/>
              </a:rPr>
              <a:t>myapp</a:t>
            </a:r>
            <a:r>
              <a:rPr lang="en-IN" sz="940" b="1" dirty="0">
                <a:latin typeface="Aptos" panose="020B0004020202020204" pitchFamily="34" charset="0"/>
              </a:rPr>
              <a:t>         </a:t>
            </a:r>
            <a:r>
              <a:rPr lang="en-IN" sz="940" b="1" dirty="0">
                <a:solidFill>
                  <a:srgbClr val="FF0000"/>
                </a:solidFill>
                <a:latin typeface="Aptos" panose="020B0004020202020204" pitchFamily="34" charset="0"/>
              </a:rPr>
              <a:t># Simple check (replace with package/module as needed)</a:t>
            </a:r>
          </a:p>
          <a:p>
            <a:r>
              <a:rPr lang="en-IN" sz="940" b="1" dirty="0">
                <a:latin typeface="Aptos" panose="020B0004020202020204" pitchFamily="34" charset="0"/>
              </a:rPr>
              <a:t>      </a:t>
            </a:r>
            <a:r>
              <a:rPr lang="en-IN" sz="940" b="1" dirty="0" err="1">
                <a:latin typeface="Aptos" panose="020B0004020202020204" pitchFamily="34" charset="0"/>
              </a:rPr>
              <a:t>changed_when</a:t>
            </a:r>
            <a:r>
              <a:rPr lang="en-IN" sz="940" b="1" dirty="0">
                <a:latin typeface="Aptos" panose="020B0004020202020204" pitchFamily="34" charset="0"/>
              </a:rPr>
              <a:t>: false                          </a:t>
            </a:r>
            <a:r>
              <a:rPr lang="en-IN" sz="940" b="1" dirty="0">
                <a:solidFill>
                  <a:srgbClr val="FF0000"/>
                </a:solidFill>
                <a:latin typeface="Aptos" panose="020B0004020202020204" pitchFamily="34" charset="0"/>
              </a:rPr>
              <a:t># Avoid marking as changed if binary exists</a:t>
            </a:r>
          </a:p>
          <a:p>
            <a:r>
              <a:rPr lang="en-IN" sz="940" b="1" dirty="0">
                <a:latin typeface="Aptos" panose="020B0004020202020204" pitchFamily="34" charset="0"/>
              </a:rPr>
              <a:t>      </a:t>
            </a:r>
            <a:r>
              <a:rPr lang="en-IN" sz="940" b="1" dirty="0" err="1">
                <a:latin typeface="Aptos" panose="020B0004020202020204" pitchFamily="34" charset="0"/>
              </a:rPr>
              <a:t>failed_when</a:t>
            </a:r>
            <a:r>
              <a:rPr lang="en-IN" sz="940" b="1" dirty="0">
                <a:latin typeface="Aptos" panose="020B0004020202020204" pitchFamily="34" charset="0"/>
              </a:rPr>
              <a:t>: false                           </a:t>
            </a:r>
            <a:r>
              <a:rPr lang="en-IN" sz="940" b="1" dirty="0">
                <a:solidFill>
                  <a:srgbClr val="FF0000"/>
                </a:solidFill>
                <a:latin typeface="Aptos" panose="020B0004020202020204" pitchFamily="34" charset="0"/>
              </a:rPr>
              <a:t># Don't fail the play if command returns non-zero (demo-friendly</a:t>
            </a:r>
            <a:r>
              <a:rPr lang="en-IN" sz="940" b="1" dirty="0">
                <a:latin typeface="Aptos" panose="020B0004020202020204" pitchFamily="34" charset="0"/>
              </a:rPr>
              <a:t>)</a:t>
            </a:r>
          </a:p>
          <a:p>
            <a:endParaRPr lang="en-IN" sz="940" b="1" dirty="0">
              <a:latin typeface="Aptos" panose="020B0004020202020204" pitchFamily="34" charset="0"/>
            </a:endParaRPr>
          </a:p>
          <a:p>
            <a:r>
              <a:rPr lang="en-IN" sz="940" b="1" dirty="0">
                <a:latin typeface="Aptos" panose="020B0004020202020204" pitchFamily="34" charset="0"/>
              </a:rPr>
              <a:t>  handlers:                                        </a:t>
            </a:r>
            <a:r>
              <a:rPr lang="en-IN" sz="940" b="1" dirty="0">
                <a:solidFill>
                  <a:srgbClr val="FF0000"/>
                </a:solidFill>
                <a:latin typeface="Aptos" panose="020B0004020202020204" pitchFamily="34" charset="0"/>
              </a:rPr>
              <a:t># Special tasks triggered by notify (only run on change)</a:t>
            </a:r>
          </a:p>
          <a:p>
            <a:r>
              <a:rPr lang="en-IN" sz="940" b="1" dirty="0">
                <a:latin typeface="Aptos" panose="020B0004020202020204" pitchFamily="34" charset="0"/>
              </a:rPr>
              <a:t>    - name: Restart </a:t>
            </a:r>
            <a:r>
              <a:rPr lang="en-IN" sz="940" b="1" dirty="0" err="1">
                <a:latin typeface="Aptos" panose="020B0004020202020204" pitchFamily="34" charset="0"/>
              </a:rPr>
              <a:t>MyApp</a:t>
            </a:r>
            <a:endParaRPr lang="en-IN" sz="940" b="1" dirty="0">
              <a:latin typeface="Aptos" panose="020B0004020202020204" pitchFamily="34" charset="0"/>
            </a:endParaRPr>
          </a:p>
          <a:p>
            <a:r>
              <a:rPr lang="en-IN" sz="940" b="1" dirty="0">
                <a:latin typeface="Aptos" panose="020B0004020202020204" pitchFamily="34" charset="0"/>
              </a:rPr>
              <a:t>      </a:t>
            </a:r>
            <a:r>
              <a:rPr lang="en-IN" sz="940" b="1" dirty="0" err="1">
                <a:latin typeface="Aptos" panose="020B0004020202020204" pitchFamily="34" charset="0"/>
              </a:rPr>
              <a:t>ansible.builtin.systemd</a:t>
            </a:r>
            <a:r>
              <a:rPr lang="en-IN" sz="940" b="1" dirty="0">
                <a:latin typeface="Aptos" panose="020B0004020202020204" pitchFamily="34" charset="0"/>
              </a:rPr>
              <a:t>:</a:t>
            </a:r>
          </a:p>
          <a:p>
            <a:r>
              <a:rPr lang="en-IN" sz="940" b="1" dirty="0">
                <a:latin typeface="Aptos" panose="020B0004020202020204" pitchFamily="34" charset="0"/>
              </a:rPr>
              <a:t>        name: </a:t>
            </a:r>
            <a:r>
              <a:rPr lang="en-IN" sz="940" b="1" dirty="0" err="1">
                <a:latin typeface="Aptos" panose="020B0004020202020204" pitchFamily="34" charset="0"/>
              </a:rPr>
              <a:t>myapp</a:t>
            </a:r>
            <a:r>
              <a:rPr lang="en-IN" sz="940" b="1" dirty="0">
                <a:latin typeface="Aptos" panose="020B0004020202020204" pitchFamily="34" charset="0"/>
              </a:rPr>
              <a:t>                                </a:t>
            </a:r>
            <a:r>
              <a:rPr lang="en-IN" sz="940" b="1" dirty="0">
                <a:solidFill>
                  <a:srgbClr val="FF0000"/>
                </a:solidFill>
                <a:latin typeface="Aptos" panose="020B0004020202020204" pitchFamily="34" charset="0"/>
              </a:rPr>
              <a:t># </a:t>
            </a:r>
            <a:r>
              <a:rPr lang="en-IN" sz="940" b="1" dirty="0" err="1">
                <a:solidFill>
                  <a:srgbClr val="FF0000"/>
                </a:solidFill>
                <a:latin typeface="Aptos" panose="020B0004020202020204" pitchFamily="34" charset="0"/>
              </a:rPr>
              <a:t>Systemd</a:t>
            </a:r>
            <a:r>
              <a:rPr lang="en-IN" sz="940" b="1" dirty="0">
                <a:solidFill>
                  <a:srgbClr val="FF0000"/>
                </a:solidFill>
                <a:latin typeface="Aptos" panose="020B0004020202020204" pitchFamily="34" charset="0"/>
              </a:rPr>
              <a:t> unit name</a:t>
            </a:r>
          </a:p>
          <a:p>
            <a:r>
              <a:rPr lang="en-IN" sz="940" b="1" dirty="0">
                <a:latin typeface="Aptos" panose="020B0004020202020204" pitchFamily="34" charset="0"/>
              </a:rPr>
              <a:t>        state: restarted                           </a:t>
            </a:r>
            <a:r>
              <a:rPr lang="en-IN" sz="940" b="1" dirty="0">
                <a:solidFill>
                  <a:srgbClr val="FF0000"/>
                </a:solidFill>
                <a:latin typeface="Aptos" panose="020B0004020202020204" pitchFamily="34" charset="0"/>
              </a:rPr>
              <a:t># Restart service on template change</a:t>
            </a:r>
          </a:p>
          <a:p>
            <a:r>
              <a:rPr lang="en-IN" sz="940" b="1" dirty="0">
                <a:latin typeface="Aptos" panose="020B0004020202020204" pitchFamily="34" charset="0"/>
              </a:rPr>
              <a:t>        enabled: yes                               </a:t>
            </a:r>
            <a:r>
              <a:rPr lang="en-IN" sz="940" b="1" dirty="0">
                <a:solidFill>
                  <a:srgbClr val="FF0000"/>
                </a:solidFill>
                <a:latin typeface="Aptos" panose="020B0004020202020204" pitchFamily="34" charset="0"/>
              </a:rPr>
              <a:t># Ensure service is enabled at boot</a:t>
            </a:r>
          </a:p>
          <a:p>
            <a:endParaRPr lang="en-IN" sz="940" b="1" dirty="0">
              <a:latin typeface="Aptos" panose="020B0004020202020204" pitchFamily="34" charset="0"/>
            </a:endParaRPr>
          </a:p>
          <a:p>
            <a:r>
              <a:rPr lang="en-IN" sz="940" b="1" dirty="0">
                <a:latin typeface="Aptos" panose="020B0004020202020204" pitchFamily="34" charset="0"/>
              </a:rPr>
              <a:t>...                                                </a:t>
            </a:r>
            <a:r>
              <a:rPr lang="en-IN" sz="940" b="1" dirty="0">
                <a:solidFill>
                  <a:srgbClr val="00B050"/>
                </a:solidFill>
                <a:latin typeface="Aptos" panose="020B0004020202020204" pitchFamily="34" charset="0"/>
              </a:rPr>
              <a:t># Document end (optional)</a:t>
            </a:r>
          </a:p>
        </p:txBody>
      </p:sp>
      <p:pic>
        <p:nvPicPr>
          <p:cNvPr id="26" name="Picture 25" descr="A logo with a letter in a circle&#10;&#10;AI-generated content may be incorrect.">
            <a:extLst>
              <a:ext uri="{FF2B5EF4-FFF2-40B4-BE49-F238E27FC236}">
                <a16:creationId xmlns:a16="http://schemas.microsoft.com/office/drawing/2014/main" id="{23EA7623-F3D4-8676-65CC-9DA6346D06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83742" y="-2003"/>
            <a:ext cx="807883" cy="814003"/>
          </a:xfrm>
          <a:prstGeom prst="rect">
            <a:avLst/>
          </a:prstGeom>
        </p:spPr>
      </p:pic>
      <p:graphicFrame>
        <p:nvGraphicFramePr>
          <p:cNvPr id="3" name="Table 2">
            <a:extLst>
              <a:ext uri="{FF2B5EF4-FFF2-40B4-BE49-F238E27FC236}">
                <a16:creationId xmlns:a16="http://schemas.microsoft.com/office/drawing/2014/main" id="{582B3049-814A-D029-6567-DDC1CB879F04}"/>
              </a:ext>
            </a:extLst>
          </p:cNvPr>
          <p:cNvGraphicFramePr>
            <a:graphicFrameLocks noGrp="1"/>
          </p:cNvGraphicFramePr>
          <p:nvPr>
            <p:extLst>
              <p:ext uri="{D42A27DB-BD31-4B8C-83A1-F6EECF244321}">
                <p14:modId xmlns:p14="http://schemas.microsoft.com/office/powerpoint/2010/main" val="2994605748"/>
              </p:ext>
            </p:extLst>
          </p:nvPr>
        </p:nvGraphicFramePr>
        <p:xfrm>
          <a:off x="381000" y="609600"/>
          <a:ext cx="4875362" cy="1684020"/>
        </p:xfrm>
        <a:graphic>
          <a:graphicData uri="http://schemas.openxmlformats.org/drawingml/2006/table">
            <a:tbl>
              <a:tblPr/>
              <a:tblGrid>
                <a:gridCol w="4875362">
                  <a:extLst>
                    <a:ext uri="{9D8B030D-6E8A-4147-A177-3AD203B41FA5}">
                      <a16:colId xmlns:a16="http://schemas.microsoft.com/office/drawing/2014/main" val="1205689305"/>
                    </a:ext>
                  </a:extLst>
                </a:gridCol>
              </a:tblGrid>
              <a:tr h="0">
                <a:tc>
                  <a:txBody>
                    <a:bodyPr/>
                    <a:lstStyle/>
                    <a:p>
                      <a:pPr fontAlgn="t">
                        <a:lnSpc>
                          <a:spcPts val="1500"/>
                        </a:lnSpc>
                        <a:buNone/>
                      </a:pPr>
                      <a:r>
                        <a:rPr lang="en-US" sz="1100" b="1" i="0" dirty="0">
                          <a:effectLst/>
                          <a:latin typeface="Segoe UI" panose="020B0502040204020203" pitchFamily="34" charset="0"/>
                        </a:rPr>
                        <a:t>Playbook: Deploy an App config via Jinja2 template (with validation &amp; handler)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1257141800"/>
                  </a:ext>
                </a:extLst>
              </a:tr>
              <a:tr h="0">
                <a:tc>
                  <a:txBody>
                    <a:bodyPr/>
                    <a:lstStyle/>
                    <a:p>
                      <a:pPr fontAlgn="t">
                        <a:lnSpc>
                          <a:spcPts val="1500"/>
                        </a:lnSpc>
                        <a:buNone/>
                      </a:pPr>
                      <a:r>
                        <a:rPr lang="en-IN" sz="1100" b="1" i="0" dirty="0">
                          <a:effectLst/>
                          <a:latin typeface="Segoe UI" panose="020B0502040204020203" pitchFamily="34" charset="0"/>
                        </a:rPr>
                        <a:t>Folder layout (recommended)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375077083"/>
                  </a:ext>
                </a:extLst>
              </a:tr>
              <a:tr h="0">
                <a:tc>
                  <a:txBody>
                    <a:bodyPr/>
                    <a:lstStyle/>
                    <a:p>
                      <a:r>
                        <a:rPr lang="en-IN" sz="1100" b="1" dirty="0"/>
                        <a:t>ansible-template-demo/</a:t>
                      </a:r>
                    </a:p>
                    <a:p>
                      <a:r>
                        <a:rPr lang="en-IN" sz="1100" b="1" dirty="0"/>
                        <a:t>├── playbook.yaml</a:t>
                      </a:r>
                    </a:p>
                    <a:p>
                      <a:r>
                        <a:rPr lang="en-IN" sz="1100" b="1" dirty="0"/>
                        <a:t>└── templates/    </a:t>
                      </a:r>
                    </a:p>
                    <a:p>
                      <a:r>
                        <a:rPr lang="en-IN" sz="1100" b="1" dirty="0"/>
                        <a:t>                └── app.conf.j2</a:t>
                      </a:r>
                    </a:p>
                    <a:p>
                      <a:endParaRPr lang="en-IN" sz="11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E6E6E6"/>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91956310"/>
                  </a:ext>
                </a:extLst>
              </a:tr>
            </a:tbl>
          </a:graphicData>
        </a:graphic>
      </p:graphicFrame>
      <p:sp>
        <p:nvSpPr>
          <p:cNvPr id="6" name="TextBox 5">
            <a:extLst>
              <a:ext uri="{FF2B5EF4-FFF2-40B4-BE49-F238E27FC236}">
                <a16:creationId xmlns:a16="http://schemas.microsoft.com/office/drawing/2014/main" id="{4D2A8126-A259-EC9E-1C13-9B0EF322758D}"/>
              </a:ext>
            </a:extLst>
          </p:cNvPr>
          <p:cNvSpPr txBox="1"/>
          <p:nvPr/>
        </p:nvSpPr>
        <p:spPr>
          <a:xfrm>
            <a:off x="290650" y="2362200"/>
            <a:ext cx="5500549" cy="436119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endParaRPr lang="en-IN" sz="740" b="1" dirty="0">
              <a:latin typeface="Aptos" panose="020B0004020202020204" pitchFamily="34" charset="0"/>
            </a:endParaRPr>
          </a:p>
          <a:p>
            <a:r>
              <a:rPr lang="en-IN" sz="750" b="1" dirty="0">
                <a:latin typeface="Aptos" panose="020B0004020202020204" pitchFamily="34" charset="0"/>
              </a:rPr>
              <a:t># ===========================</a:t>
            </a:r>
          </a:p>
          <a:p>
            <a:r>
              <a:rPr lang="en-IN" sz="750" b="1" dirty="0">
                <a:latin typeface="Aptos" panose="020B0004020202020204" pitchFamily="34" charset="0"/>
              </a:rPr>
              <a:t># </a:t>
            </a:r>
            <a:r>
              <a:rPr lang="en-IN" sz="750" b="1" dirty="0" err="1">
                <a:latin typeface="Aptos" panose="020B0004020202020204" pitchFamily="34" charset="0"/>
              </a:rPr>
              <a:t>MyApp</a:t>
            </a:r>
            <a:r>
              <a:rPr lang="en-IN" sz="750" b="1" dirty="0">
                <a:latin typeface="Aptos" panose="020B0004020202020204" pitchFamily="34" charset="0"/>
              </a:rPr>
              <a:t> Configuration (Jinja2)</a:t>
            </a:r>
          </a:p>
          <a:p>
            <a:r>
              <a:rPr lang="en-IN" sz="750" b="1" dirty="0">
                <a:latin typeface="Aptos" panose="020B0004020202020204" pitchFamily="34" charset="0"/>
              </a:rPr>
              <a:t># ===========================</a:t>
            </a:r>
          </a:p>
          <a:p>
            <a:r>
              <a:rPr lang="en-IN" sz="750" b="1" dirty="0">
                <a:latin typeface="Aptos" panose="020B0004020202020204" pitchFamily="34" charset="0"/>
              </a:rPr>
              <a:t># App Name (upper filter): converts to uppercase for emphasis</a:t>
            </a:r>
          </a:p>
          <a:p>
            <a:r>
              <a:rPr lang="en-IN" sz="750" b="1" dirty="0">
                <a:latin typeface="Aptos" panose="020B0004020202020204" pitchFamily="34" charset="0"/>
              </a:rPr>
              <a:t>APP_NAME={{ </a:t>
            </a:r>
            <a:r>
              <a:rPr lang="en-IN" sz="750" b="1" dirty="0" err="1">
                <a:latin typeface="Aptos" panose="020B0004020202020204" pitchFamily="34" charset="0"/>
              </a:rPr>
              <a:t>app_name</a:t>
            </a:r>
            <a:r>
              <a:rPr lang="en-IN" sz="750" b="1" dirty="0">
                <a:latin typeface="Aptos" panose="020B0004020202020204" pitchFamily="34" charset="0"/>
              </a:rPr>
              <a:t> | upper }}</a:t>
            </a:r>
          </a:p>
          <a:p>
            <a:endParaRPr lang="en-IN" sz="750" b="1" dirty="0">
              <a:latin typeface="Aptos" panose="020B0004020202020204" pitchFamily="34" charset="0"/>
            </a:endParaRPr>
          </a:p>
          <a:p>
            <a:r>
              <a:rPr lang="en-IN" sz="750" b="1" dirty="0">
                <a:latin typeface="Aptos" panose="020B0004020202020204" pitchFamily="34" charset="0"/>
              </a:rPr>
              <a:t># Environment (default filter): falls back to 'dev' if env is undefined</a:t>
            </a:r>
          </a:p>
          <a:p>
            <a:r>
              <a:rPr lang="en-IN" sz="750" b="1" dirty="0">
                <a:latin typeface="Aptos" panose="020B0004020202020204" pitchFamily="34" charset="0"/>
              </a:rPr>
              <a:t>ENV={{ env | default('dev') }}</a:t>
            </a:r>
          </a:p>
          <a:p>
            <a:endParaRPr lang="en-IN" sz="750" b="1" dirty="0">
              <a:latin typeface="Aptos" panose="020B0004020202020204" pitchFamily="34" charset="0"/>
            </a:endParaRPr>
          </a:p>
          <a:p>
            <a:r>
              <a:rPr lang="en-IN" sz="750" b="1" dirty="0">
                <a:latin typeface="Aptos" panose="020B0004020202020204" pitchFamily="34" charset="0"/>
              </a:rPr>
              <a:t># HTTP Port (simple variable)</a:t>
            </a:r>
          </a:p>
          <a:p>
            <a:r>
              <a:rPr lang="en-IN" sz="750" b="1" dirty="0">
                <a:latin typeface="Aptos" panose="020B0004020202020204" pitchFamily="34" charset="0"/>
              </a:rPr>
              <a:t>HTTP_PORT={{ </a:t>
            </a:r>
            <a:r>
              <a:rPr lang="en-IN" sz="750" b="1" dirty="0" err="1">
                <a:latin typeface="Aptos" panose="020B0004020202020204" pitchFamily="34" charset="0"/>
              </a:rPr>
              <a:t>http_port</a:t>
            </a:r>
            <a:r>
              <a:rPr lang="en-IN" sz="750" b="1" dirty="0">
                <a:latin typeface="Aptos" panose="020B0004020202020204" pitchFamily="34" charset="0"/>
              </a:rPr>
              <a:t> }}</a:t>
            </a:r>
          </a:p>
          <a:p>
            <a:endParaRPr lang="en-IN" sz="750" b="1" dirty="0">
              <a:latin typeface="Aptos" panose="020B0004020202020204" pitchFamily="34" charset="0"/>
            </a:endParaRPr>
          </a:p>
          <a:p>
            <a:r>
              <a:rPr lang="en-IN" sz="750" b="1" dirty="0">
                <a:latin typeface="Aptos" panose="020B0004020202020204" pitchFamily="34" charset="0"/>
              </a:rPr>
              <a:t># Debug flags using conditional expressions (if/else)</a:t>
            </a:r>
          </a:p>
          <a:p>
            <a:r>
              <a:rPr lang="en-IN" sz="750" b="1" dirty="0">
                <a:latin typeface="Aptos" panose="020B0004020202020204" pitchFamily="34" charset="0"/>
              </a:rPr>
              <a:t>DEBUG={{ 'true' if </a:t>
            </a:r>
            <a:r>
              <a:rPr lang="en-IN" sz="750" b="1" dirty="0" err="1">
                <a:latin typeface="Aptos" panose="020B0004020202020204" pitchFamily="34" charset="0"/>
              </a:rPr>
              <a:t>enable_debug</a:t>
            </a:r>
            <a:r>
              <a:rPr lang="en-IN" sz="750" b="1" dirty="0">
                <a:latin typeface="Aptos" panose="020B0004020202020204" pitchFamily="34" charset="0"/>
              </a:rPr>
              <a:t> else 'false' }}</a:t>
            </a:r>
          </a:p>
          <a:p>
            <a:r>
              <a:rPr lang="en-IN" sz="750" b="1" dirty="0">
                <a:latin typeface="Aptos" panose="020B0004020202020204" pitchFamily="34" charset="0"/>
              </a:rPr>
              <a:t>LOG_LEVEL={{ 'DEBUG' if </a:t>
            </a:r>
            <a:r>
              <a:rPr lang="en-IN" sz="750" b="1" dirty="0" err="1">
                <a:latin typeface="Aptos" panose="020B0004020202020204" pitchFamily="34" charset="0"/>
              </a:rPr>
              <a:t>enable_debug</a:t>
            </a:r>
            <a:r>
              <a:rPr lang="en-IN" sz="750" b="1" dirty="0">
                <a:latin typeface="Aptos" panose="020B0004020202020204" pitchFamily="34" charset="0"/>
              </a:rPr>
              <a:t> else 'INFO' }}</a:t>
            </a:r>
          </a:p>
          <a:p>
            <a:endParaRPr lang="en-IN" sz="750" b="1" dirty="0">
              <a:latin typeface="Aptos" panose="020B0004020202020204" pitchFamily="34" charset="0"/>
            </a:endParaRPr>
          </a:p>
          <a:p>
            <a:r>
              <a:rPr lang="en-IN" sz="750" b="1" dirty="0">
                <a:latin typeface="Aptos" panose="020B0004020202020204" pitchFamily="34" charset="0"/>
              </a:rPr>
              <a:t># Features list rendered with a loop (whitespace-trim for tidy output)</a:t>
            </a:r>
          </a:p>
          <a:p>
            <a:r>
              <a:rPr lang="en-IN" sz="750" b="1" dirty="0">
                <a:latin typeface="Aptos" panose="020B0004020202020204" pitchFamily="34" charset="0"/>
              </a:rPr>
              <a:t>FEATURES={% for f in features -%}</a:t>
            </a:r>
          </a:p>
          <a:p>
            <a:r>
              <a:rPr lang="en-IN" sz="750" b="1" dirty="0">
                <a:latin typeface="Aptos" panose="020B0004020202020204" pitchFamily="34" charset="0"/>
              </a:rPr>
              <a:t>{{ f }}{% if not </a:t>
            </a:r>
            <a:r>
              <a:rPr lang="en-IN" sz="750" b="1" dirty="0" err="1">
                <a:latin typeface="Aptos" panose="020B0004020202020204" pitchFamily="34" charset="0"/>
              </a:rPr>
              <a:t>loop.last</a:t>
            </a:r>
            <a:r>
              <a:rPr lang="en-IN" sz="750" b="1" dirty="0">
                <a:latin typeface="Aptos" panose="020B0004020202020204" pitchFamily="34" charset="0"/>
              </a:rPr>
              <a:t> %},{% endif -%}</a:t>
            </a:r>
          </a:p>
          <a:p>
            <a:r>
              <a:rPr lang="en-IN" sz="750" b="1" dirty="0">
                <a:latin typeface="Aptos" panose="020B0004020202020204" pitchFamily="34" charset="0"/>
              </a:rPr>
              <a:t>{% </a:t>
            </a:r>
            <a:r>
              <a:rPr lang="en-IN" sz="750" b="1" dirty="0" err="1">
                <a:latin typeface="Aptos" panose="020B0004020202020204" pitchFamily="34" charset="0"/>
              </a:rPr>
              <a:t>endfor</a:t>
            </a:r>
            <a:r>
              <a:rPr lang="en-IN" sz="750" b="1" dirty="0">
                <a:latin typeface="Aptos" panose="020B0004020202020204" pitchFamily="34" charset="0"/>
              </a:rPr>
              <a:t> %}</a:t>
            </a:r>
          </a:p>
          <a:p>
            <a:endParaRPr lang="en-IN" sz="750" b="1" dirty="0">
              <a:latin typeface="Aptos" panose="020B0004020202020204" pitchFamily="34" charset="0"/>
            </a:endParaRPr>
          </a:p>
          <a:p>
            <a:r>
              <a:rPr lang="en-IN" sz="750" b="1" dirty="0">
                <a:latin typeface="Aptos" panose="020B0004020202020204" pitchFamily="34" charset="0"/>
              </a:rPr>
              <a:t># Limits dictionary into key=value pairs (looping key/value)</a:t>
            </a:r>
          </a:p>
          <a:p>
            <a:r>
              <a:rPr lang="en-IN" sz="750" b="1" dirty="0">
                <a:latin typeface="Aptos" panose="020B0004020202020204" pitchFamily="34" charset="0"/>
              </a:rPr>
              <a:t>{% for k, v in </a:t>
            </a:r>
            <a:r>
              <a:rPr lang="en-IN" sz="750" b="1" dirty="0" err="1">
                <a:latin typeface="Aptos" panose="020B0004020202020204" pitchFamily="34" charset="0"/>
              </a:rPr>
              <a:t>limits.items</a:t>
            </a:r>
            <a:r>
              <a:rPr lang="en-IN" sz="750" b="1" dirty="0">
                <a:latin typeface="Aptos" panose="020B0004020202020204" pitchFamily="34" charset="0"/>
              </a:rPr>
              <a:t>() %}</a:t>
            </a:r>
          </a:p>
          <a:p>
            <a:r>
              <a:rPr lang="en-IN" sz="750" b="1" dirty="0">
                <a:latin typeface="Aptos" panose="020B0004020202020204" pitchFamily="34" charset="0"/>
              </a:rPr>
              <a:t>{{ k | upper }}={{ v }}</a:t>
            </a:r>
          </a:p>
          <a:p>
            <a:r>
              <a:rPr lang="en-IN" sz="750" b="1" dirty="0">
                <a:latin typeface="Aptos" panose="020B0004020202020204" pitchFamily="34" charset="0"/>
              </a:rPr>
              <a:t>{% </a:t>
            </a:r>
            <a:r>
              <a:rPr lang="en-IN" sz="750" b="1" dirty="0" err="1">
                <a:latin typeface="Aptos" panose="020B0004020202020204" pitchFamily="34" charset="0"/>
              </a:rPr>
              <a:t>endfor</a:t>
            </a:r>
            <a:r>
              <a:rPr lang="en-IN" sz="750" b="1" dirty="0">
                <a:latin typeface="Aptos" panose="020B0004020202020204" pitchFamily="34" charset="0"/>
              </a:rPr>
              <a:t> %}</a:t>
            </a:r>
          </a:p>
          <a:p>
            <a:endParaRPr lang="en-IN" sz="750" b="1" dirty="0">
              <a:latin typeface="Aptos" panose="020B0004020202020204" pitchFamily="34" charset="0"/>
            </a:endParaRPr>
          </a:p>
          <a:p>
            <a:r>
              <a:rPr lang="en-IN" sz="750" b="1" dirty="0">
                <a:latin typeface="Aptos" panose="020B0004020202020204" pitchFamily="34" charset="0"/>
              </a:rPr>
              <a:t># JSON/YAML pretty prints (useful for diagnostics)</a:t>
            </a:r>
          </a:p>
          <a:p>
            <a:r>
              <a:rPr lang="en-IN" sz="750" b="1" dirty="0">
                <a:latin typeface="Aptos" panose="020B0004020202020204" pitchFamily="34" charset="0"/>
              </a:rPr>
              <a:t>LIMITS_JSON={{ limits | </a:t>
            </a:r>
            <a:r>
              <a:rPr lang="en-IN" sz="750" b="1" dirty="0" err="1">
                <a:latin typeface="Aptos" panose="020B0004020202020204" pitchFamily="34" charset="0"/>
              </a:rPr>
              <a:t>to_nice_json</a:t>
            </a:r>
            <a:r>
              <a:rPr lang="en-IN" sz="750" b="1" dirty="0">
                <a:latin typeface="Aptos" panose="020B0004020202020204" pitchFamily="34" charset="0"/>
              </a:rPr>
              <a:t> }}</a:t>
            </a:r>
          </a:p>
          <a:p>
            <a:r>
              <a:rPr lang="en-IN" sz="750" b="1" dirty="0">
                <a:latin typeface="Aptos" panose="020B0004020202020204" pitchFamily="34" charset="0"/>
              </a:rPr>
              <a:t>LIMITS_YAML:</a:t>
            </a:r>
          </a:p>
          <a:p>
            <a:r>
              <a:rPr lang="en-IN" sz="750" b="1" dirty="0">
                <a:latin typeface="Aptos" panose="020B0004020202020204" pitchFamily="34" charset="0"/>
              </a:rPr>
              <a:t>{{ limits | </a:t>
            </a:r>
            <a:r>
              <a:rPr lang="en-IN" sz="750" b="1" dirty="0" err="1">
                <a:latin typeface="Aptos" panose="020B0004020202020204" pitchFamily="34" charset="0"/>
              </a:rPr>
              <a:t>to_nice_yaml</a:t>
            </a:r>
            <a:r>
              <a:rPr lang="en-IN" sz="750" b="1" dirty="0">
                <a:latin typeface="Aptos" panose="020B0004020202020204" pitchFamily="34" charset="0"/>
              </a:rPr>
              <a:t> }}</a:t>
            </a:r>
          </a:p>
          <a:p>
            <a:endParaRPr lang="en-IN" sz="750" b="1" dirty="0">
              <a:latin typeface="Aptos" panose="020B0004020202020204" pitchFamily="34" charset="0"/>
            </a:endParaRPr>
          </a:p>
          <a:p>
            <a:r>
              <a:rPr lang="en-IN" sz="750" b="1" dirty="0">
                <a:latin typeface="Aptos" panose="020B0004020202020204" pitchFamily="34" charset="0"/>
              </a:rPr>
              <a:t># Example of raw block (to show literal Jinja braces without rendering)</a:t>
            </a:r>
          </a:p>
          <a:p>
            <a:r>
              <a:rPr lang="en-IN" sz="750" b="1" dirty="0">
                <a:latin typeface="Aptos" panose="020B0004020202020204" pitchFamily="34" charset="0"/>
              </a:rPr>
              <a:t>{% raw %}</a:t>
            </a:r>
          </a:p>
          <a:p>
            <a:r>
              <a:rPr lang="en-IN" sz="750" b="1" dirty="0">
                <a:latin typeface="Aptos" panose="020B0004020202020204" pitchFamily="34" charset="0"/>
              </a:rPr>
              <a:t># The next line is literal and will NOT render a variable:</a:t>
            </a:r>
          </a:p>
          <a:p>
            <a:r>
              <a:rPr lang="en-IN" sz="750" b="1" dirty="0">
                <a:latin typeface="Aptos" panose="020B0004020202020204" pitchFamily="34" charset="0"/>
              </a:rPr>
              <a:t># {{ </a:t>
            </a:r>
            <a:r>
              <a:rPr lang="en-IN" sz="750" b="1" dirty="0" err="1">
                <a:latin typeface="Aptos" panose="020B0004020202020204" pitchFamily="34" charset="0"/>
              </a:rPr>
              <a:t>this_is_literal_not_rendered</a:t>
            </a:r>
            <a:r>
              <a:rPr lang="en-IN" sz="750" b="1" dirty="0">
                <a:latin typeface="Aptos" panose="020B0004020202020204" pitchFamily="34" charset="0"/>
              </a:rPr>
              <a:t> }}</a:t>
            </a:r>
          </a:p>
          <a:p>
            <a:r>
              <a:rPr lang="en-IN" sz="750" b="1" dirty="0">
                <a:latin typeface="Aptos" panose="020B0004020202020204" pitchFamily="34" charset="0"/>
              </a:rPr>
              <a:t>{% </a:t>
            </a:r>
            <a:r>
              <a:rPr lang="en-IN" sz="750" b="1" dirty="0" err="1">
                <a:latin typeface="Aptos" panose="020B0004020202020204" pitchFamily="34" charset="0"/>
              </a:rPr>
              <a:t>endraw</a:t>
            </a:r>
            <a:r>
              <a:rPr lang="en-IN" sz="750" b="1" dirty="0">
                <a:latin typeface="Aptos" panose="020B0004020202020204" pitchFamily="34" charset="0"/>
              </a:rPr>
              <a:t> %}</a:t>
            </a:r>
          </a:p>
        </p:txBody>
      </p:sp>
    </p:spTree>
    <p:extLst>
      <p:ext uri="{BB962C8B-B14F-4D97-AF65-F5344CB8AC3E}">
        <p14:creationId xmlns:p14="http://schemas.microsoft.com/office/powerpoint/2010/main" val="40701650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1619A-FE38-483A-D0E4-D867C2E9918D}"/>
              </a:ext>
            </a:extLst>
          </p:cNvPr>
          <p:cNvSpPr>
            <a:spLocks noGrp="1"/>
          </p:cNvSpPr>
          <p:nvPr>
            <p:ph type="title"/>
          </p:nvPr>
        </p:nvSpPr>
        <p:spPr>
          <a:xfrm>
            <a:off x="298704" y="1021985"/>
            <a:ext cx="11594592" cy="3261360"/>
          </a:xfrm>
        </p:spPr>
        <p:txBody>
          <a:bodyPr anchor="ctr">
            <a:normAutofit/>
          </a:bodyPr>
          <a:lstStyle/>
          <a:p>
            <a:r>
              <a:rPr lang="en-US" sz="9600" dirty="0">
                <a:solidFill>
                  <a:srgbClr val="002060"/>
                </a:solidFill>
              </a:rPr>
              <a:t>Best Practices and </a:t>
            </a:r>
            <a:r>
              <a:rPr lang="en-US" sz="8800" dirty="0">
                <a:solidFill>
                  <a:srgbClr val="002060"/>
                </a:solidFill>
              </a:rPr>
              <a:t>Validation</a:t>
            </a:r>
            <a:endParaRPr lang="en-US" sz="9600" dirty="0">
              <a:solidFill>
                <a:srgbClr val="002060"/>
              </a:solidFill>
            </a:endParaRPr>
          </a:p>
        </p:txBody>
      </p:sp>
      <p:sp>
        <p:nvSpPr>
          <p:cNvPr id="7" name="Slide Number Placeholder 6">
            <a:extLst>
              <a:ext uri="{FF2B5EF4-FFF2-40B4-BE49-F238E27FC236}">
                <a16:creationId xmlns:a16="http://schemas.microsoft.com/office/drawing/2014/main" id="{31B7F3C0-3477-74E1-FE16-0C37B6C49BFA}"/>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5</a:t>
            </a:fld>
            <a:endParaRPr lang="en-US"/>
          </a:p>
        </p:txBody>
      </p:sp>
      <p:pic>
        <p:nvPicPr>
          <p:cNvPr id="3" name="Picture 2" descr="A logo with a letter in a circle&#10;&#10;AI-generated content may be incorrect.">
            <a:extLst>
              <a:ext uri="{FF2B5EF4-FFF2-40B4-BE49-F238E27FC236}">
                <a16:creationId xmlns:a16="http://schemas.microsoft.com/office/drawing/2014/main" id="{387833DE-D97D-6C99-EC63-770F7162A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83742" y="-2003"/>
            <a:ext cx="807883" cy="814003"/>
          </a:xfrm>
          <a:prstGeom prst="rect">
            <a:avLst/>
          </a:prstGeom>
        </p:spPr>
      </p:pic>
    </p:spTree>
    <p:extLst>
      <p:ext uri="{BB962C8B-B14F-4D97-AF65-F5344CB8AC3E}">
        <p14:creationId xmlns:p14="http://schemas.microsoft.com/office/powerpoint/2010/main" val="3791894527"/>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0558" y="749808"/>
            <a:ext cx="6499654" cy="774192"/>
          </a:xfrm>
        </p:spPr>
        <p:txBody>
          <a:bodyPr anchor="t">
            <a:normAutofit/>
          </a:bodyPr>
          <a:lstStyle/>
          <a:p>
            <a:r>
              <a:rPr lang="en-US" sz="4000" dirty="0">
                <a:solidFill>
                  <a:srgbClr val="002060"/>
                </a:solidFill>
              </a:rPr>
              <a:t>Best Practices for Templates</a:t>
            </a:r>
          </a:p>
        </p:txBody>
      </p:sp>
      <p:sp>
        <p:nvSpPr>
          <p:cNvPr id="3" name="Content Placeholder 2"/>
          <p:cNvSpPr>
            <a:spLocks noGrp="1"/>
          </p:cNvSpPr>
          <p:nvPr>
            <p:ph idx="1"/>
          </p:nvPr>
        </p:nvSpPr>
        <p:spPr>
          <a:xfrm>
            <a:off x="549259" y="2057400"/>
            <a:ext cx="6499657" cy="3582267"/>
          </a:xfrm>
        </p:spPr>
        <p:txBody>
          <a:bodyPr>
            <a:normAutofit/>
          </a:bodyPr>
          <a:lstStyle/>
          <a:p>
            <a:pPr>
              <a:defRPr sz="1800"/>
            </a:pPr>
            <a:r>
              <a:rPr dirty="0">
                <a:latin typeface="Aptos" panose="020B0004020202020204" pitchFamily="34" charset="0"/>
              </a:rPr>
              <a:t>Validate configs before applying</a:t>
            </a:r>
          </a:p>
          <a:p>
            <a:pPr>
              <a:defRPr sz="1800"/>
            </a:pPr>
            <a:r>
              <a:rPr dirty="0">
                <a:latin typeface="Aptos" panose="020B0004020202020204" pitchFamily="34" charset="0"/>
              </a:rPr>
              <a:t>Use backup: yes for critical files</a:t>
            </a:r>
          </a:p>
          <a:p>
            <a:pPr>
              <a:defRPr sz="1800"/>
            </a:pPr>
            <a:r>
              <a:rPr dirty="0">
                <a:latin typeface="Aptos" panose="020B0004020202020204" pitchFamily="34" charset="0"/>
              </a:rPr>
              <a:t>Keep templates modular</a:t>
            </a:r>
          </a:p>
          <a:p>
            <a:pPr>
              <a:defRPr sz="1800"/>
            </a:pPr>
            <a:r>
              <a:rPr dirty="0">
                <a:latin typeface="Aptos" panose="020B0004020202020204" pitchFamily="34" charset="0"/>
              </a:rPr>
              <a:t>Store variables in group_vars/host_vars</a:t>
            </a:r>
          </a:p>
        </p:txBody>
      </p:sp>
      <p:pic>
        <p:nvPicPr>
          <p:cNvPr id="4" name="Content Placeholder 7" descr="a programmer is debugging his code (code is mirrored horizontally)&#10;&#10;view more similar files:&#10;[url=search/portfolio/248175/?facets={%2235%22:%5B%22technology%22,%22OR%20computer%22,%22OR%20camera%22,%22OR%20internet%22%5D,%229%22:0,%2230%22:%22100%22}][img]http://www.photonullplus.de/misc/istock/istock-thumb-tech.jpg[/img][/url] [url=search/portfolio/248175/?facets={%2235%22:%5B%22job%22,%22OR%20work%22,%22OR%20messenger%22%5D,%229%22:0,%2230%22:%22100%22}][img]http://www.photonullplus.de/misc/istock/istock-thumb-jobs.jpg[/img][/url]&#10;&#10;[url=file_closeup.php?id=9924417][img]file_thumbview_approve.php?size=1&amp;id=9924417[/img][/url] [url=file_closeup.php?id=9880384][img]file_thumbview_approve.php?size=1&amp;id=9880384[/img][/url] [url=file_closeup.php?id=9880369][img]file_thumbview_approve.php?size=1&amp;id=9880369[/img][/url] [url=file_closeup.php?id=9880343][img]file_thumbview_approve.php?size=1&amp;id=9880343[/img][/url] [url=file_closeup.php?id=9880317][img]file_thumbview_approve.php?size=1&amp;id=9880317[/img][/url] [url=file_closeup.php?id=9422617][img]file_thumbview_approve.php?size=1&amp;id=9422617[/img][/url] [url=file_closeup.php?id=9422623][img]file_thumbview_approve.php?size=1&amp;id=9422623[/img][/url] [url=file_closeup.php?id=16508469][img]file_thumbview_approve.php?size=1&amp;id=16508469[/img][/url] [url=file_closeup.php?id=16863859][img]file_thumbview_approve.php?size=1&amp;id=16863859[/img][/url] [url=file_closeup.php?id=16863845][img]file_thumbview_approve.php?size=1&amp;id=16863845[/img][/url] [url=file_closeup.php?id=17323807][img]file_thumbview_approve.php?size=1&amp;id=17323807[/img][/url] [url=file_closeup.php?id=17323693][img]file_thumbview_approve.php?size=1&amp;id=17323693[/img][/url] [url=file_closeup.php?id=18279006][img]file_thumbview_approve.php?size=1&amp;id=18279006[/img][/url] [url=file_closeup.php?id=18279019][img]file_thumbview_approve.php?size=1&amp;id=18279019[/img][/url]">
            <a:extLst>
              <a:ext uri="{FF2B5EF4-FFF2-40B4-BE49-F238E27FC236}">
                <a16:creationId xmlns:a16="http://schemas.microsoft.com/office/drawing/2014/main" id="{5456E7E0-11E2-2B02-6CEE-4CDA3CD7607D}"/>
              </a:ext>
            </a:extLst>
          </p:cNvPr>
          <p:cNvPicPr>
            <a:picLocks noChangeAspect="1"/>
          </p:cNvPicPr>
          <p:nvPr/>
        </p:nvPicPr>
        <p:blipFill>
          <a:blip r:embed="rId3"/>
          <a:srcRect l="41459" r="10707" b="-1"/>
          <a:stretch>
            <a:fillRect/>
          </a:stretch>
        </p:blipFill>
        <p:spPr>
          <a:xfrm>
            <a:off x="7277621" y="10"/>
            <a:ext cx="4914379" cy="6857990"/>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4EE46-0D9F-5010-387C-B7D7D109C6A2}"/>
              </a:ext>
            </a:extLst>
          </p:cNvPr>
          <p:cNvSpPr>
            <a:spLocks noGrp="1"/>
          </p:cNvSpPr>
          <p:nvPr>
            <p:ph type="title"/>
          </p:nvPr>
        </p:nvSpPr>
        <p:spPr>
          <a:xfrm>
            <a:off x="320559" y="14377"/>
            <a:ext cx="6994642" cy="1582221"/>
          </a:xfrm>
        </p:spPr>
        <p:txBody>
          <a:bodyPr anchor="ctr">
            <a:normAutofit/>
          </a:bodyPr>
          <a:lstStyle/>
          <a:p>
            <a:pPr algn="ctr"/>
            <a:r>
              <a:rPr lang="en-US" dirty="0">
                <a:solidFill>
                  <a:srgbClr val="002060"/>
                </a:solidFill>
              </a:rPr>
              <a:t>Validation Workflow</a:t>
            </a:r>
          </a:p>
        </p:txBody>
      </p:sp>
      <p:graphicFrame>
        <p:nvGraphicFramePr>
          <p:cNvPr id="8" name="Content Placeholder 7">
            <a:extLst>
              <a:ext uri="{FF2B5EF4-FFF2-40B4-BE49-F238E27FC236}">
                <a16:creationId xmlns:a16="http://schemas.microsoft.com/office/drawing/2014/main" id="{0935EF35-9423-4711-9680-3B4A10355D11}"/>
              </a:ext>
            </a:extLst>
          </p:cNvPr>
          <p:cNvGraphicFramePr>
            <a:graphicFrameLocks noGrp="1"/>
          </p:cNvGraphicFramePr>
          <p:nvPr>
            <p:ph idx="1"/>
            <p:extLst>
              <p:ext uri="{D42A27DB-BD31-4B8C-83A1-F6EECF244321}">
                <p14:modId xmlns:p14="http://schemas.microsoft.com/office/powerpoint/2010/main" val="783873791"/>
              </p:ext>
            </p:extLst>
          </p:nvPr>
        </p:nvGraphicFramePr>
        <p:xfrm>
          <a:off x="838200" y="2590800"/>
          <a:ext cx="8418332" cy="3353398"/>
        </p:xfrm>
        <a:graphic>
          <a:graphicData uri="http://schemas.openxmlformats.org/drawingml/2006/table">
            <a:tbl>
              <a:tblPr firstRow="1" bandRow="1">
                <a:noFill/>
                <a:tableStyleId>{5C22544A-7EE6-4342-B048-85BDC9FD1C3A}</a:tableStyleId>
              </a:tblPr>
              <a:tblGrid>
                <a:gridCol w="2264788">
                  <a:extLst>
                    <a:ext uri="{9D8B030D-6E8A-4147-A177-3AD203B41FA5}">
                      <a16:colId xmlns:a16="http://schemas.microsoft.com/office/drawing/2014/main" val="3282694404"/>
                    </a:ext>
                  </a:extLst>
                </a:gridCol>
                <a:gridCol w="6153544">
                  <a:extLst>
                    <a:ext uri="{9D8B030D-6E8A-4147-A177-3AD203B41FA5}">
                      <a16:colId xmlns:a16="http://schemas.microsoft.com/office/drawing/2014/main" val="3492155876"/>
                    </a:ext>
                  </a:extLst>
                </a:gridCol>
              </a:tblGrid>
              <a:tr h="533400">
                <a:tc>
                  <a:txBody>
                    <a:bodyPr/>
                    <a:lstStyle/>
                    <a:p>
                      <a:pPr algn="ctr">
                        <a:buNone/>
                      </a:pPr>
                      <a:r>
                        <a:rPr lang="en-US" sz="2100" b="1" cap="all" spc="150" dirty="0">
                          <a:solidFill>
                            <a:schemeClr val="bg1"/>
                          </a:solidFill>
                          <a:latin typeface="Aptos" panose="020B0004020202020204" pitchFamily="34" charset="0"/>
                        </a:rPr>
                        <a:t>Step</a:t>
                      </a:r>
                    </a:p>
                  </a:txBody>
                  <a:tcPr marL="180081" marR="180081" marT="180081" marB="180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lnB>
                    <a:solidFill>
                      <a:schemeClr val="accent1"/>
                    </a:solidFill>
                  </a:tcPr>
                </a:tc>
                <a:tc>
                  <a:txBody>
                    <a:bodyPr/>
                    <a:lstStyle/>
                    <a:p>
                      <a:pPr algn="ctr">
                        <a:buNone/>
                      </a:pPr>
                      <a:r>
                        <a:rPr lang="en-US" sz="2100" b="1" cap="all" spc="150" dirty="0">
                          <a:solidFill>
                            <a:schemeClr val="bg1"/>
                          </a:solidFill>
                          <a:latin typeface="Aptos" panose="020B0004020202020204" pitchFamily="34" charset="0"/>
                        </a:rPr>
                        <a:t>Action</a:t>
                      </a:r>
                    </a:p>
                  </a:txBody>
                  <a:tcPr marL="180081" marR="180081" marT="180081" marB="180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lnB>
                    <a:solidFill>
                      <a:schemeClr val="accent1"/>
                    </a:solidFill>
                  </a:tcPr>
                </a:tc>
                <a:extLst>
                  <a:ext uri="{0D108BD9-81ED-4DB2-BD59-A6C34878D82A}">
                    <a16:rowId xmlns:a16="http://schemas.microsoft.com/office/drawing/2014/main" val="2379651442"/>
                  </a:ext>
                </a:extLst>
              </a:tr>
              <a:tr h="668299">
                <a:tc>
                  <a:txBody>
                    <a:bodyPr/>
                    <a:lstStyle/>
                    <a:p>
                      <a:pPr>
                        <a:buNone/>
                      </a:pPr>
                      <a:r>
                        <a:rPr lang="en-US" sz="1700" b="1" cap="none" spc="0" dirty="0">
                          <a:solidFill>
                            <a:schemeClr val="tx1"/>
                          </a:solidFill>
                          <a:latin typeface="Aptos" panose="020B0004020202020204" pitchFamily="34" charset="0"/>
                        </a:rPr>
                        <a:t>1</a:t>
                      </a:r>
                    </a:p>
                  </a:txBody>
                  <a:tcPr marL="180081" marR="180081" marT="180081" marB="180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lnT>
                    <a:lnB w="12700" cap="flat" cmpd="sng" algn="ctr">
                      <a:solidFill>
                        <a:schemeClr val="tx1"/>
                      </a:solidFill>
                      <a:prstDash val="solid"/>
                      <a:round/>
                      <a:headEnd type="none" w="med" len="med"/>
                      <a:tailEnd type="none" w="med" len="med"/>
                    </a:lnB>
                    <a:noFill/>
                  </a:tcPr>
                </a:tc>
                <a:tc>
                  <a:txBody>
                    <a:bodyPr/>
                    <a:lstStyle/>
                    <a:p>
                      <a:pPr>
                        <a:buNone/>
                      </a:pPr>
                      <a:r>
                        <a:rPr lang="en-US" sz="1700" cap="none" spc="0" dirty="0">
                          <a:solidFill>
                            <a:schemeClr val="tx1"/>
                          </a:solidFill>
                          <a:latin typeface="Aptos" panose="020B0004020202020204" pitchFamily="34" charset="0"/>
                        </a:rPr>
                        <a:t>Write the playbook in YAML format</a:t>
                      </a:r>
                    </a:p>
                  </a:txBody>
                  <a:tcPr marL="180081" marR="180081" marT="180081" marB="180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93079274"/>
                  </a:ext>
                </a:extLst>
              </a:tr>
              <a:tr h="668299">
                <a:tc>
                  <a:txBody>
                    <a:bodyPr/>
                    <a:lstStyle/>
                    <a:p>
                      <a:pPr>
                        <a:buNone/>
                      </a:pPr>
                      <a:r>
                        <a:rPr lang="en-US" sz="1700" b="1" cap="none" spc="0" dirty="0">
                          <a:solidFill>
                            <a:schemeClr val="tx1"/>
                          </a:solidFill>
                          <a:latin typeface="Aptos" panose="020B0004020202020204" pitchFamily="34" charset="0"/>
                        </a:rPr>
                        <a:t>2</a:t>
                      </a:r>
                    </a:p>
                  </a:txBody>
                  <a:tcPr marL="180081" marR="180081" marT="180081" marB="180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700" kern="1200" cap="none" spc="0" dirty="0">
                          <a:solidFill>
                            <a:schemeClr val="tx1"/>
                          </a:solidFill>
                          <a:latin typeface="Aptos" panose="020B0004020202020204" pitchFamily="34" charset="0"/>
                          <a:ea typeface="+mn-ea"/>
                          <a:cs typeface="+mn-cs"/>
                        </a:rPr>
                        <a:t>Use --check and --diff</a:t>
                      </a:r>
                    </a:p>
                  </a:txBody>
                  <a:tcPr marL="180081" marR="180081" marT="180081" marB="180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95587884"/>
                  </a:ext>
                </a:extLst>
              </a:tr>
              <a:tr h="668299">
                <a:tc>
                  <a:txBody>
                    <a:bodyPr/>
                    <a:lstStyle/>
                    <a:p>
                      <a:pPr>
                        <a:buNone/>
                      </a:pPr>
                      <a:r>
                        <a:rPr lang="en-US" sz="1700" b="1" cap="none" spc="0">
                          <a:solidFill>
                            <a:schemeClr val="tx1"/>
                          </a:solidFill>
                          <a:latin typeface="Aptos" panose="020B0004020202020204" pitchFamily="34" charset="0"/>
                        </a:rPr>
                        <a:t>3</a:t>
                      </a:r>
                    </a:p>
                  </a:txBody>
                  <a:tcPr marL="180081" marR="180081" marT="180081" marB="180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700" kern="1200" cap="none" spc="0" dirty="0">
                          <a:solidFill>
                            <a:schemeClr val="tx1"/>
                          </a:solidFill>
                          <a:latin typeface="Aptos" panose="020B0004020202020204" pitchFamily="34" charset="0"/>
                          <a:ea typeface="+mn-ea"/>
                          <a:cs typeface="+mn-cs"/>
                        </a:rPr>
                        <a:t>Validate configs with validate option</a:t>
                      </a:r>
                    </a:p>
                  </a:txBody>
                  <a:tcPr marL="180081" marR="180081" marT="180081" marB="180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43304980"/>
                  </a:ext>
                </a:extLst>
              </a:tr>
              <a:tr h="668299">
                <a:tc>
                  <a:txBody>
                    <a:bodyPr/>
                    <a:lstStyle/>
                    <a:p>
                      <a:pPr>
                        <a:buNone/>
                      </a:pPr>
                      <a:r>
                        <a:rPr lang="en-US" sz="1700" b="1" cap="none" spc="0" dirty="0">
                          <a:solidFill>
                            <a:schemeClr val="tx1"/>
                          </a:solidFill>
                          <a:latin typeface="Aptos" panose="020B0004020202020204" pitchFamily="34" charset="0"/>
                        </a:rPr>
                        <a:t>4</a:t>
                      </a:r>
                    </a:p>
                  </a:txBody>
                  <a:tcPr marL="180081" marR="180081" marT="180081" marB="180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kern="1200" cap="none" spc="0" dirty="0">
                          <a:solidFill>
                            <a:schemeClr val="tx1"/>
                          </a:solidFill>
                          <a:latin typeface="Aptos" panose="020B0004020202020204" pitchFamily="34" charset="0"/>
                          <a:ea typeface="+mn-ea"/>
                          <a:cs typeface="+mn-cs"/>
                        </a:rPr>
                        <a:t>Test templates in staging before production</a:t>
                      </a:r>
                    </a:p>
                  </a:txBody>
                  <a:tcPr marL="180081" marR="180081" marT="180081" marB="180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01597927"/>
                  </a:ext>
                </a:extLst>
              </a:tr>
            </a:tbl>
          </a:graphicData>
        </a:graphic>
      </p:graphicFrame>
      <p:pic>
        <p:nvPicPr>
          <p:cNvPr id="3" name="Picture 2" descr="A logo with a letter in a circle&#10;&#10;AI-generated content may be incorrect.">
            <a:extLst>
              <a:ext uri="{FF2B5EF4-FFF2-40B4-BE49-F238E27FC236}">
                <a16:creationId xmlns:a16="http://schemas.microsoft.com/office/drawing/2014/main" id="{659502FC-E08F-DA25-6575-BA55799181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83742" y="-2003"/>
            <a:ext cx="807883" cy="814003"/>
          </a:xfrm>
          <a:prstGeom prst="rect">
            <a:avLst/>
          </a:prstGeom>
        </p:spPr>
      </p:pic>
    </p:spTree>
    <p:extLst>
      <p:ext uri="{BB962C8B-B14F-4D97-AF65-F5344CB8AC3E}">
        <p14:creationId xmlns:p14="http://schemas.microsoft.com/office/powerpoint/2010/main" val="2153755672"/>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5F503F-A362-DF31-C923-0DCF6C4C2D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5D282F-84D3-4D23-24B9-B67A7A08AA15}"/>
              </a:ext>
            </a:extLst>
          </p:cNvPr>
          <p:cNvSpPr>
            <a:spLocks noGrp="1"/>
          </p:cNvSpPr>
          <p:nvPr>
            <p:ph type="title"/>
          </p:nvPr>
        </p:nvSpPr>
        <p:spPr>
          <a:xfrm>
            <a:off x="304800" y="80757"/>
            <a:ext cx="5623041" cy="747623"/>
          </a:xfrm>
        </p:spPr>
        <p:txBody>
          <a:bodyPr anchor="ctr">
            <a:normAutofit fontScale="90000"/>
          </a:bodyPr>
          <a:lstStyle/>
          <a:p>
            <a:pPr algn="ctr"/>
            <a:r>
              <a:rPr lang="en-US" dirty="0">
                <a:solidFill>
                  <a:srgbClr val="002060"/>
                </a:solidFill>
              </a:rPr>
              <a:t>Sample code</a:t>
            </a:r>
          </a:p>
        </p:txBody>
      </p:sp>
      <p:pic>
        <p:nvPicPr>
          <p:cNvPr id="3" name="Picture 2" descr="A logo with a letter in a circle&#10;&#10;AI-generated content may be incorrect.">
            <a:extLst>
              <a:ext uri="{FF2B5EF4-FFF2-40B4-BE49-F238E27FC236}">
                <a16:creationId xmlns:a16="http://schemas.microsoft.com/office/drawing/2014/main" id="{BE3F6767-E69E-95C9-2598-6208830BCB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83742" y="-2003"/>
            <a:ext cx="807883" cy="814003"/>
          </a:xfrm>
          <a:prstGeom prst="rect">
            <a:avLst/>
          </a:prstGeom>
        </p:spPr>
      </p:pic>
      <p:sp>
        <p:nvSpPr>
          <p:cNvPr id="7" name="TextBox 6">
            <a:extLst>
              <a:ext uri="{FF2B5EF4-FFF2-40B4-BE49-F238E27FC236}">
                <a16:creationId xmlns:a16="http://schemas.microsoft.com/office/drawing/2014/main" id="{A661D5F8-1A5A-3487-6503-07DC0FBFD61E}"/>
              </a:ext>
            </a:extLst>
          </p:cNvPr>
          <p:cNvSpPr txBox="1"/>
          <p:nvPr/>
        </p:nvSpPr>
        <p:spPr>
          <a:xfrm>
            <a:off x="96328" y="829818"/>
            <a:ext cx="3511007" cy="6032421"/>
          </a:xfrm>
          <a:prstGeom prst="rect">
            <a:avLst/>
          </a:prstGeom>
          <a:noFill/>
          <a:ln>
            <a:solidFill>
              <a:schemeClr val="accent1"/>
            </a:solidFill>
          </a:ln>
        </p:spPr>
        <p:txBody>
          <a:bodyPr wrap="square">
            <a:spAutoFit/>
          </a:bodyPr>
          <a:lstStyle/>
          <a:p>
            <a:r>
              <a:rPr lang="en-IN" dirty="0">
                <a:latin typeface="Aptos" panose="020B0004020202020204" pitchFamily="34" charset="0"/>
              </a:rPr>
              <a:t>Create Templates/hello.txt.j2 as below:</a:t>
            </a:r>
          </a:p>
          <a:p>
            <a:r>
              <a:rPr lang="en-IN" dirty="0">
                <a:latin typeface="Aptos" panose="020B0004020202020204" pitchFamily="34" charset="0"/>
              </a:rPr>
              <a:t>===================</a:t>
            </a:r>
          </a:p>
          <a:p>
            <a:r>
              <a:rPr lang="en-IN" dirty="0">
                <a:latin typeface="Aptos" panose="020B0004020202020204" pitchFamily="34" charset="0"/>
              </a:rPr>
              <a:t>Hello {{ </a:t>
            </a:r>
            <a:r>
              <a:rPr lang="en-IN" dirty="0" err="1">
                <a:latin typeface="Aptos" panose="020B0004020202020204" pitchFamily="34" charset="0"/>
              </a:rPr>
              <a:t>user_name</a:t>
            </a:r>
            <a:r>
              <a:rPr lang="en-IN" dirty="0">
                <a:latin typeface="Aptos" panose="020B0004020202020204" pitchFamily="34" charset="0"/>
              </a:rPr>
              <a:t> }},</a:t>
            </a:r>
          </a:p>
          <a:p>
            <a:r>
              <a:rPr lang="en-IN" dirty="0">
                <a:latin typeface="Aptos" panose="020B0004020202020204" pitchFamily="34" charset="0"/>
              </a:rPr>
              <a:t>Welcome to {{env | default(“’Dev’)}}</a:t>
            </a:r>
          </a:p>
          <a:p>
            <a:r>
              <a:rPr lang="en-IN" dirty="0">
                <a:latin typeface="Aptos" panose="020B0004020202020204" pitchFamily="34" charset="0"/>
              </a:rPr>
              <a:t>===================</a:t>
            </a:r>
          </a:p>
          <a:p>
            <a:r>
              <a:rPr lang="en-IN" sz="1600" dirty="0">
                <a:latin typeface="Aptos" panose="020B0004020202020204" pitchFamily="34" charset="0"/>
              </a:rPr>
              <a:t>Create </a:t>
            </a:r>
            <a:r>
              <a:rPr lang="en-IN" sz="1600" dirty="0" err="1">
                <a:latin typeface="Aptos" panose="020B0004020202020204" pitchFamily="34" charset="0"/>
              </a:rPr>
              <a:t>Test.yaml</a:t>
            </a:r>
            <a:r>
              <a:rPr lang="en-IN" sz="1600" dirty="0">
                <a:latin typeface="Aptos" panose="020B0004020202020204" pitchFamily="34" charset="0"/>
              </a:rPr>
              <a:t> as below:</a:t>
            </a:r>
          </a:p>
          <a:p>
            <a:r>
              <a:rPr lang="en-IN" sz="1600" dirty="0">
                <a:latin typeface="Aptos" panose="020B0004020202020204" pitchFamily="34" charset="0"/>
              </a:rPr>
              <a:t> ---</a:t>
            </a:r>
          </a:p>
          <a:p>
            <a:r>
              <a:rPr lang="en-IN" sz="1600" dirty="0">
                <a:latin typeface="Aptos" panose="020B0004020202020204" pitchFamily="34" charset="0"/>
              </a:rPr>
              <a:t>- name: Render a simple Hello file</a:t>
            </a:r>
          </a:p>
          <a:p>
            <a:r>
              <a:rPr lang="en-IN" sz="1600" dirty="0">
                <a:latin typeface="Aptos" panose="020B0004020202020204" pitchFamily="34" charset="0"/>
              </a:rPr>
              <a:t>  hosts: all</a:t>
            </a:r>
          </a:p>
          <a:p>
            <a:r>
              <a:rPr lang="en-IN" sz="1600" dirty="0">
                <a:latin typeface="Aptos" panose="020B0004020202020204" pitchFamily="34" charset="0"/>
              </a:rPr>
              <a:t>  vars:</a:t>
            </a:r>
          </a:p>
          <a:p>
            <a:r>
              <a:rPr lang="en-IN" sz="1600" dirty="0">
                <a:latin typeface="Aptos" panose="020B0004020202020204" pitchFamily="34" charset="0"/>
              </a:rPr>
              <a:t>    </a:t>
            </a:r>
            <a:r>
              <a:rPr lang="en-IN" sz="1600" dirty="0" err="1">
                <a:latin typeface="Aptos" panose="020B0004020202020204" pitchFamily="34" charset="0"/>
              </a:rPr>
              <a:t>user_name</a:t>
            </a:r>
            <a:r>
              <a:rPr lang="en-IN" sz="1600" dirty="0">
                <a:latin typeface="Aptos" panose="020B0004020202020204" pitchFamily="34" charset="0"/>
              </a:rPr>
              <a:t>: "Soumyendu"</a:t>
            </a:r>
          </a:p>
          <a:p>
            <a:r>
              <a:rPr lang="en-IN" sz="1600" dirty="0">
                <a:latin typeface="Aptos" panose="020B0004020202020204" pitchFamily="34" charset="0"/>
              </a:rPr>
              <a:t>  tasks:</a:t>
            </a:r>
          </a:p>
          <a:p>
            <a:r>
              <a:rPr lang="en-IN" sz="1600" dirty="0">
                <a:latin typeface="Aptos" panose="020B0004020202020204" pitchFamily="34" charset="0"/>
              </a:rPr>
              <a:t>    - name: Create Text file ./Hello.txt</a:t>
            </a:r>
          </a:p>
          <a:p>
            <a:r>
              <a:rPr lang="en-IN" sz="1600" dirty="0">
                <a:latin typeface="Aptos" panose="020B0004020202020204" pitchFamily="34" charset="0"/>
              </a:rPr>
              <a:t>      </a:t>
            </a:r>
            <a:r>
              <a:rPr lang="en-IN" sz="1600" dirty="0" err="1">
                <a:latin typeface="Aptos" panose="020B0004020202020204" pitchFamily="34" charset="0"/>
              </a:rPr>
              <a:t>ansible.builtin.template</a:t>
            </a:r>
            <a:r>
              <a:rPr lang="en-IN" sz="1600" dirty="0">
                <a:latin typeface="Aptos" panose="020B0004020202020204" pitchFamily="34" charset="0"/>
              </a:rPr>
              <a:t>:</a:t>
            </a:r>
          </a:p>
          <a:p>
            <a:r>
              <a:rPr lang="en-IN" sz="1600" dirty="0">
                <a:latin typeface="Aptos" panose="020B0004020202020204" pitchFamily="34" charset="0"/>
              </a:rPr>
              <a:t>        </a:t>
            </a:r>
            <a:r>
              <a:rPr lang="en-IN" sz="1600" dirty="0" err="1">
                <a:latin typeface="Aptos" panose="020B0004020202020204" pitchFamily="34" charset="0"/>
              </a:rPr>
              <a:t>src</a:t>
            </a:r>
            <a:r>
              <a:rPr lang="en-IN" sz="1600" dirty="0">
                <a:latin typeface="Aptos" panose="020B0004020202020204" pitchFamily="34" charset="0"/>
              </a:rPr>
              <a:t>: Templates/hello.txt.j2</a:t>
            </a:r>
          </a:p>
          <a:p>
            <a:r>
              <a:rPr lang="en-IN" sz="1600" dirty="0">
                <a:latin typeface="Aptos" panose="020B0004020202020204" pitchFamily="34" charset="0"/>
              </a:rPr>
              <a:t>        </a:t>
            </a:r>
            <a:r>
              <a:rPr lang="en-IN" sz="1600" dirty="0" err="1">
                <a:latin typeface="Aptos" panose="020B0004020202020204" pitchFamily="34" charset="0"/>
              </a:rPr>
              <a:t>dest</a:t>
            </a:r>
            <a:r>
              <a:rPr lang="en-IN" sz="1600" dirty="0">
                <a:latin typeface="Aptos" panose="020B0004020202020204" pitchFamily="34" charset="0"/>
              </a:rPr>
              <a:t>: ./Hello.txt</a:t>
            </a:r>
          </a:p>
          <a:p>
            <a:r>
              <a:rPr lang="en-IN" sz="1600" dirty="0">
                <a:latin typeface="Aptos" panose="020B0004020202020204" pitchFamily="34" charset="0"/>
              </a:rPr>
              <a:t>        mode: '0644'</a:t>
            </a:r>
          </a:p>
          <a:p>
            <a:r>
              <a:rPr lang="en-IN" sz="1600" dirty="0">
                <a:latin typeface="Aptos" panose="020B0004020202020204" pitchFamily="34" charset="0"/>
              </a:rPr>
              <a:t>...</a:t>
            </a:r>
          </a:p>
          <a:p>
            <a:r>
              <a:rPr lang="en-IN" sz="1600" dirty="0">
                <a:latin typeface="Aptos" panose="020B0004020202020204" pitchFamily="34" charset="0"/>
              </a:rPr>
              <a:t>Run:</a:t>
            </a:r>
          </a:p>
          <a:p>
            <a:r>
              <a:rPr lang="en-IN" b="1" dirty="0">
                <a:latin typeface="Aptos" panose="020B0004020202020204" pitchFamily="34" charset="0"/>
              </a:rPr>
              <a:t> </a:t>
            </a:r>
            <a:r>
              <a:rPr lang="en-IN" b="1" dirty="0">
                <a:highlight>
                  <a:srgbClr val="FFFF00"/>
                </a:highlight>
                <a:latin typeface="Aptos" panose="020B0004020202020204" pitchFamily="34" charset="0"/>
              </a:rPr>
              <a:t>ansible-playbook &lt;</a:t>
            </a:r>
            <a:r>
              <a:rPr lang="en-IN" b="1" dirty="0" err="1">
                <a:highlight>
                  <a:srgbClr val="FFFF00"/>
                </a:highlight>
                <a:latin typeface="Aptos" panose="020B0004020202020204" pitchFamily="34" charset="0"/>
              </a:rPr>
              <a:t>filename.yaml</a:t>
            </a:r>
            <a:r>
              <a:rPr lang="en-IN" b="1" dirty="0">
                <a:highlight>
                  <a:srgbClr val="FFFF00"/>
                </a:highlight>
                <a:latin typeface="Aptos" panose="020B0004020202020204" pitchFamily="34" charset="0"/>
              </a:rPr>
              <a:t>&gt; --diff --check</a:t>
            </a:r>
          </a:p>
        </p:txBody>
      </p:sp>
      <p:pic>
        <p:nvPicPr>
          <p:cNvPr id="10" name="Picture 9">
            <a:extLst>
              <a:ext uri="{FF2B5EF4-FFF2-40B4-BE49-F238E27FC236}">
                <a16:creationId xmlns:a16="http://schemas.microsoft.com/office/drawing/2014/main" id="{6D4F7A52-218D-C02B-DD2A-301E54ECB501}"/>
              </a:ext>
            </a:extLst>
          </p:cNvPr>
          <p:cNvPicPr>
            <a:picLocks noChangeAspect="1"/>
          </p:cNvPicPr>
          <p:nvPr/>
        </p:nvPicPr>
        <p:blipFill>
          <a:blip r:embed="rId4"/>
          <a:stretch>
            <a:fillRect/>
          </a:stretch>
        </p:blipFill>
        <p:spPr>
          <a:xfrm>
            <a:off x="3722354" y="990600"/>
            <a:ext cx="8393446" cy="5650302"/>
          </a:xfrm>
          <a:prstGeom prst="rect">
            <a:avLst/>
          </a:prstGeom>
        </p:spPr>
      </p:pic>
    </p:spTree>
    <p:extLst>
      <p:ext uri="{BB962C8B-B14F-4D97-AF65-F5344CB8AC3E}">
        <p14:creationId xmlns:p14="http://schemas.microsoft.com/office/powerpoint/2010/main" val="3945445908"/>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127D-6157-DBE4-154F-8028752E9C2E}"/>
              </a:ext>
            </a:extLst>
          </p:cNvPr>
          <p:cNvSpPr>
            <a:spLocks noGrp="1"/>
          </p:cNvSpPr>
          <p:nvPr>
            <p:ph type="title"/>
          </p:nvPr>
        </p:nvSpPr>
        <p:spPr>
          <a:xfrm>
            <a:off x="7620000" y="685801"/>
            <a:ext cx="2667000" cy="457200"/>
          </a:xfrm>
        </p:spPr>
        <p:txBody>
          <a:bodyPr anchor="ctr">
            <a:normAutofit fontScale="90000"/>
          </a:bodyPr>
          <a:lstStyle/>
          <a:p>
            <a:pPr algn="ctr"/>
            <a:r>
              <a:rPr lang="en-US" dirty="0">
                <a:solidFill>
                  <a:srgbClr val="002060"/>
                </a:solidFill>
              </a:rPr>
              <a:t>Next Steps</a:t>
            </a:r>
          </a:p>
        </p:txBody>
      </p:sp>
      <p:pic>
        <p:nvPicPr>
          <p:cNvPr id="8" name="Content Placeholder 7" descr="4K Resolution">
            <a:extLst>
              <a:ext uri="{FF2B5EF4-FFF2-40B4-BE49-F238E27FC236}">
                <a16:creationId xmlns:a16="http://schemas.microsoft.com/office/drawing/2014/main" id="{DA0CAD75-7023-4103-A237-9A597BB71E30}"/>
              </a:ext>
            </a:extLst>
          </p:cNvPr>
          <p:cNvPicPr>
            <a:picLocks noGrp="1" noChangeAspect="1"/>
          </p:cNvPicPr>
          <p:nvPr>
            <p:ph type="pic" sz="quarter" idx="13"/>
          </p:nvPr>
        </p:nvPicPr>
        <p:blipFill>
          <a:blip r:embed="rId3"/>
          <a:srcRect l="19958" r="20282"/>
          <a:stretch>
            <a:fillRect/>
          </a:stretch>
        </p:blipFill>
        <p:spPr>
          <a:xfrm>
            <a:off x="1" y="10"/>
            <a:ext cx="7285976" cy="6857990"/>
          </a:xfrm>
          <a:prstGeom prst="rect">
            <a:avLst/>
          </a:prstGeom>
          <a:noFill/>
        </p:spPr>
      </p:pic>
      <p:pic>
        <p:nvPicPr>
          <p:cNvPr id="6" name="Picture 5" descr="A logo with a letter in a circle&#10;&#10;AI-generated content may be incorrect.">
            <a:extLst>
              <a:ext uri="{FF2B5EF4-FFF2-40B4-BE49-F238E27FC236}">
                <a16:creationId xmlns:a16="http://schemas.microsoft.com/office/drawing/2014/main" id="{C6B5F8A6-6656-A425-BB06-7A27BFA1867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83742" y="-2003"/>
            <a:ext cx="807883" cy="814003"/>
          </a:xfrm>
          <a:prstGeom prst="rect">
            <a:avLst/>
          </a:prstGeom>
        </p:spPr>
      </p:pic>
      <p:sp>
        <p:nvSpPr>
          <p:cNvPr id="3" name="Content Placeholder 6">
            <a:extLst>
              <a:ext uri="{FF2B5EF4-FFF2-40B4-BE49-F238E27FC236}">
                <a16:creationId xmlns:a16="http://schemas.microsoft.com/office/drawing/2014/main" id="{A3035683-12B0-4D38-09C9-5140D94A3C54}"/>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772400" y="1905000"/>
            <a:ext cx="4102585" cy="1524000"/>
          </a:xfrm>
        </p:spPr>
        <p:txBody>
          <a:bodyPr>
            <a:normAutofit/>
          </a:bodyPr>
          <a:lstStyle/>
          <a:p>
            <a:pPr marL="0" indent="0">
              <a:lnSpc>
                <a:spcPct val="110000"/>
              </a:lnSpc>
              <a:spcBef>
                <a:spcPts val="2500"/>
              </a:spcBef>
              <a:buFont typeface="Arial" panose="020B0604020202020204" pitchFamily="34" charset="0"/>
              <a:buNone/>
            </a:pPr>
            <a:r>
              <a:rPr lang="en-US" b="1" dirty="0">
                <a:latin typeface="Aptos" panose="020B0004020202020204" pitchFamily="34" charset="0"/>
              </a:rPr>
              <a:t>Learn Register and When</a:t>
            </a:r>
          </a:p>
        </p:txBody>
      </p:sp>
    </p:spTree>
    <p:extLst>
      <p:ext uri="{BB962C8B-B14F-4D97-AF65-F5344CB8AC3E}">
        <p14:creationId xmlns:p14="http://schemas.microsoft.com/office/powerpoint/2010/main" val="6413599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lumMod val="95000"/>
          </a:schemeClr>
        </a:solidFill>
        <a:effectLst/>
      </p:bgPr>
    </p:bg>
    <p:spTree>
      <p:nvGrpSpPr>
        <p:cNvPr id="1" name=""/>
        <p:cNvGrpSpPr/>
        <p:nvPr/>
      </p:nvGrpSpPr>
      <p:grpSpPr>
        <a:xfrm>
          <a:off x="0" y="0"/>
          <a:ext cx="0" cy="0"/>
          <a:chOff x="0" y="0"/>
          <a:chExt cx="0" cy="0"/>
        </a:xfrm>
      </p:grpSpPr>
      <p:sp>
        <p:nvSpPr>
          <p:cNvPr id="4" name="TextBox 3"/>
          <p:cNvSpPr txBox="1"/>
          <p:nvPr/>
        </p:nvSpPr>
        <p:spPr>
          <a:xfrm>
            <a:off x="838200" y="184004"/>
            <a:ext cx="4265911" cy="923330"/>
          </a:xfrm>
          <a:prstGeom prst="rect">
            <a:avLst/>
          </a:prstGeom>
          <a:noFill/>
        </p:spPr>
        <p:txBody>
          <a:bodyPr wrap="none" anchor="ctr">
            <a:spAutoFit/>
          </a:bodyPr>
          <a:lstStyle/>
          <a:p>
            <a:endParaRPr dirty="0">
              <a:solidFill>
                <a:srgbClr val="002060"/>
              </a:solidFill>
              <a:latin typeface="Aptos" panose="020B0004020202020204" pitchFamily="34" charset="0"/>
            </a:endParaRPr>
          </a:p>
          <a:p>
            <a:r>
              <a:rPr lang="en-US" sz="3600" cap="all" dirty="0">
                <a:solidFill>
                  <a:srgbClr val="002060"/>
                </a:solidFill>
                <a:latin typeface="+mj-lt"/>
                <a:ea typeface="+mj-ea"/>
                <a:cs typeface="+mj-cs"/>
              </a:rPr>
              <a:t>Subscribe to </a:t>
            </a:r>
            <a:r>
              <a:rPr lang="en-US" sz="3600" cap="all" dirty="0" err="1">
                <a:solidFill>
                  <a:srgbClr val="002060"/>
                </a:solidFill>
                <a:latin typeface="+mj-lt"/>
                <a:ea typeface="+mj-ea"/>
                <a:cs typeface="+mj-cs"/>
              </a:rPr>
              <a:t>AutomateOps</a:t>
            </a:r>
            <a:r>
              <a:rPr lang="en-US" sz="3600" cap="all" dirty="0">
                <a:solidFill>
                  <a:srgbClr val="002060"/>
                </a:solidFill>
                <a:latin typeface="+mj-lt"/>
                <a:ea typeface="+mj-ea"/>
                <a:cs typeface="+mj-cs"/>
              </a:rPr>
              <a:t>!</a:t>
            </a:r>
          </a:p>
        </p:txBody>
      </p:sp>
      <p:sp>
        <p:nvSpPr>
          <p:cNvPr id="5" name="TextBox 4"/>
          <p:cNvSpPr txBox="1"/>
          <p:nvPr/>
        </p:nvSpPr>
        <p:spPr>
          <a:xfrm>
            <a:off x="533400" y="1410355"/>
            <a:ext cx="4495800" cy="861774"/>
          </a:xfrm>
          <a:prstGeom prst="rect">
            <a:avLst/>
          </a:prstGeom>
          <a:noFill/>
        </p:spPr>
        <p:txBody>
          <a:bodyPr wrap="square" anchor="ctr">
            <a:spAutoFit/>
          </a:bodyPr>
          <a:lstStyle/>
          <a:p>
            <a:pPr algn="ctr"/>
            <a:endParaRPr b="1" dirty="0">
              <a:solidFill>
                <a:schemeClr val="accent6">
                  <a:lumMod val="10000"/>
                </a:schemeClr>
              </a:solidFill>
              <a:latin typeface="Haettenschweiler" panose="020B0706040902060204" pitchFamily="34" charset="0"/>
            </a:endParaRPr>
          </a:p>
          <a:p>
            <a:pPr algn="ctr"/>
            <a:r>
              <a:rPr sz="3200" dirty="0">
                <a:solidFill>
                  <a:schemeClr val="accent6">
                    <a:lumMod val="10000"/>
                  </a:schemeClr>
                </a:solidFill>
                <a:latin typeface="Haettenschweiler" panose="020B0706040902060204" pitchFamily="34" charset="0"/>
              </a:rPr>
              <a:t>Like • Share • Comment</a:t>
            </a:r>
          </a:p>
        </p:txBody>
      </p:sp>
      <p:sp>
        <p:nvSpPr>
          <p:cNvPr id="8" name="TextBox 7">
            <a:extLst>
              <a:ext uri="{FF2B5EF4-FFF2-40B4-BE49-F238E27FC236}">
                <a16:creationId xmlns:a16="http://schemas.microsoft.com/office/drawing/2014/main" id="{754B0E55-7B88-B9EE-885B-547C7CA93A20}"/>
              </a:ext>
            </a:extLst>
          </p:cNvPr>
          <p:cNvSpPr txBox="1"/>
          <p:nvPr/>
        </p:nvSpPr>
        <p:spPr>
          <a:xfrm>
            <a:off x="609601" y="2667000"/>
            <a:ext cx="6705600" cy="2677656"/>
          </a:xfrm>
          <a:prstGeom prst="rect">
            <a:avLst/>
          </a:prstGeom>
          <a:noFill/>
        </p:spPr>
        <p:txBody>
          <a:bodyPr wrap="square">
            <a:spAutoFit/>
          </a:bodyPr>
          <a:lstStyle/>
          <a:p>
            <a:pPr lvl="0">
              <a:defRPr/>
            </a:pPr>
            <a:r>
              <a:rPr kumimoji="0" sz="2400" i="0" u="none" strike="noStrike" kern="0" cap="none" spc="0" normalizeH="0" baseline="0" noProof="0" dirty="0">
                <a:ln>
                  <a:noFill/>
                </a:ln>
                <a:solidFill>
                  <a:srgbClr val="002060"/>
                </a:solidFill>
                <a:effectLst/>
                <a:uLnTx/>
                <a:uFillTx/>
                <a:latin typeface="Aptos" panose="020B0004020202020204" pitchFamily="34" charset="0"/>
              </a:rPr>
              <a:t>✔ Learn IT Automation with Ansible</a:t>
            </a:r>
            <a:br>
              <a:rPr kumimoji="0" sz="2400" i="0" u="none" strike="noStrike" kern="0" cap="none" spc="0" normalizeH="0" baseline="0" noProof="0" dirty="0">
                <a:ln>
                  <a:noFill/>
                </a:ln>
                <a:solidFill>
                  <a:srgbClr val="002060"/>
                </a:solidFill>
                <a:effectLst/>
                <a:uLnTx/>
                <a:uFillTx/>
                <a:latin typeface="Aptos" panose="020B0004020202020204" pitchFamily="34" charset="0"/>
              </a:rPr>
            </a:br>
            <a:r>
              <a:rPr kumimoji="0" sz="2400" i="0" u="none" strike="noStrike" kern="0" cap="none" spc="0" normalizeH="0" baseline="0" noProof="0" dirty="0">
                <a:ln>
                  <a:noFill/>
                </a:ln>
                <a:solidFill>
                  <a:srgbClr val="002060"/>
                </a:solidFill>
                <a:effectLst/>
                <a:uLnTx/>
                <a:uFillTx/>
                <a:latin typeface="Aptos" panose="020B0004020202020204" pitchFamily="34" charset="0"/>
              </a:rPr>
              <a:t>✔ Like, Share &amp; Subscribe for more DevOps content</a:t>
            </a:r>
            <a:br>
              <a:rPr kumimoji="0" sz="2400" i="0" u="none" strike="noStrike" kern="0" cap="none" spc="0" normalizeH="0" baseline="0" noProof="0" dirty="0">
                <a:ln>
                  <a:noFill/>
                </a:ln>
                <a:solidFill>
                  <a:srgbClr val="002060"/>
                </a:solidFill>
                <a:effectLst/>
                <a:uLnTx/>
                <a:uFillTx/>
                <a:latin typeface="Aptos" panose="020B0004020202020204" pitchFamily="34" charset="0"/>
              </a:rPr>
            </a:br>
            <a:br>
              <a:rPr kumimoji="0" sz="2400" i="0" u="none" strike="noStrike" kern="0" cap="none" spc="0" normalizeH="0" baseline="0" noProof="0" dirty="0">
                <a:ln>
                  <a:noFill/>
                </a:ln>
                <a:solidFill>
                  <a:srgbClr val="002060"/>
                </a:solidFill>
                <a:effectLst/>
                <a:uLnTx/>
                <a:uFillTx/>
                <a:latin typeface="Aptos" panose="020B0004020202020204" pitchFamily="34" charset="0"/>
              </a:rPr>
            </a:br>
            <a:r>
              <a:rPr kumimoji="0" sz="2400" i="0" u="none" strike="noStrike" kern="0" cap="none" spc="0" normalizeH="0" baseline="0" noProof="0" dirty="0">
                <a:ln>
                  <a:noFill/>
                </a:ln>
                <a:solidFill>
                  <a:srgbClr val="002060"/>
                </a:solidFill>
                <a:effectLst/>
                <a:uLnTx/>
                <a:uFillTx/>
                <a:latin typeface="Aptos" panose="020B0004020202020204" pitchFamily="34" charset="0"/>
              </a:rPr>
              <a:t>Follow us:</a:t>
            </a:r>
            <a:r>
              <a:rPr lang="en-US" sz="2400" kern="0" dirty="0">
                <a:solidFill>
                  <a:srgbClr val="002060"/>
                </a:solidFill>
                <a:latin typeface="Aptos" panose="020B0004020202020204" pitchFamily="34" charset="0"/>
              </a:rPr>
              <a:t> </a:t>
            </a:r>
            <a:r>
              <a:rPr lang="en-US" sz="2400" b="1" kern="0" dirty="0">
                <a:solidFill>
                  <a:srgbClr val="002060"/>
                </a:solidFill>
                <a:latin typeface="Aptos" panose="020B0004020202020204" pitchFamily="34" charset="0"/>
              </a:rPr>
              <a:t>https://www.youtube.com/channel/UCKBJsSR3qW3B7R16jeskEvw</a:t>
            </a:r>
            <a:endParaRPr kumimoji="0" sz="2400" b="1" i="0" u="none" strike="noStrike" kern="0" cap="none" spc="0" normalizeH="0" baseline="0" noProof="0" dirty="0">
              <a:ln>
                <a:noFill/>
              </a:ln>
              <a:solidFill>
                <a:srgbClr val="002060"/>
              </a:solidFill>
              <a:effectLst/>
              <a:uLnTx/>
              <a:uFillTx/>
              <a:latin typeface="Aptos" panose="020B0004020202020204" pitchFamily="34" charset="0"/>
            </a:endParaRPr>
          </a:p>
        </p:txBody>
      </p:sp>
      <p:pic>
        <p:nvPicPr>
          <p:cNvPr id="2" name="Picture 1" descr="A logo with a letter in a circle&#10;&#10;AI-generated content may be incorrect.">
            <a:extLst>
              <a:ext uri="{FF2B5EF4-FFF2-40B4-BE49-F238E27FC236}">
                <a16:creationId xmlns:a16="http://schemas.microsoft.com/office/drawing/2014/main" id="{C4BFCABF-2BDC-0145-E5D9-864C09A6BF7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83742" y="-2003"/>
            <a:ext cx="807883" cy="814003"/>
          </a:xfrm>
          <a:prstGeom prst="rect">
            <a:avLst/>
          </a:prstGeom>
        </p:spPr>
      </p:pic>
      <p:pic>
        <p:nvPicPr>
          <p:cNvPr id="6" name="Picture 5" descr="A qr code with a red and black square">
            <a:extLst>
              <a:ext uri="{FF2B5EF4-FFF2-40B4-BE49-F238E27FC236}">
                <a16:creationId xmlns:a16="http://schemas.microsoft.com/office/drawing/2014/main" id="{BE0629B5-F07A-CA55-EE8E-D14CAC33ED2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34680" y="1752600"/>
            <a:ext cx="3847719" cy="3352800"/>
          </a:xfrm>
          <a:prstGeom prst="rect">
            <a:avLst/>
          </a:prstGeom>
          <a:ln>
            <a:solidFill>
              <a:schemeClr val="accent1"/>
            </a:solidFill>
          </a:ln>
        </p:spPr>
      </p:pic>
      <p:sp>
        <p:nvSpPr>
          <p:cNvPr id="7" name="TextBox 6">
            <a:extLst>
              <a:ext uri="{FF2B5EF4-FFF2-40B4-BE49-F238E27FC236}">
                <a16:creationId xmlns:a16="http://schemas.microsoft.com/office/drawing/2014/main" id="{CF377536-7B27-C035-04A4-D0A11745442F}"/>
              </a:ext>
            </a:extLst>
          </p:cNvPr>
          <p:cNvSpPr txBox="1"/>
          <p:nvPr/>
        </p:nvSpPr>
        <p:spPr>
          <a:xfrm>
            <a:off x="7924800" y="1219200"/>
            <a:ext cx="2503170" cy="461665"/>
          </a:xfrm>
          <a:prstGeom prst="rect">
            <a:avLst/>
          </a:prstGeom>
          <a:noFill/>
        </p:spPr>
        <p:txBody>
          <a:bodyPr wrap="square" anchor="ctr">
            <a:spAutoFit/>
          </a:bodyPr>
          <a:lstStyle/>
          <a:p>
            <a:pPr algn="ctr"/>
            <a:r>
              <a:rPr lang="en-IN" sz="2400" dirty="0">
                <a:solidFill>
                  <a:srgbClr val="002060"/>
                </a:solidFill>
                <a:latin typeface="Haettenschweiler" panose="020B0706040902060204" pitchFamily="34" charset="0"/>
              </a:rPr>
              <a:t>Scan to Subscribe</a:t>
            </a:r>
          </a:p>
        </p:txBody>
      </p:sp>
    </p:spTree>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Editorial">
  <a:themeElements>
    <a:clrScheme name="Editorial">
      <a:dk1>
        <a:sysClr val="windowText" lastClr="000000"/>
      </a:dk1>
      <a:lt1>
        <a:sysClr val="window" lastClr="FFFFFF"/>
      </a:lt1>
      <a:dk2>
        <a:srgbClr val="171717"/>
      </a:dk2>
      <a:lt2>
        <a:srgbClr val="F7F6F3"/>
      </a:lt2>
      <a:accent1>
        <a:srgbClr val="C8350F"/>
      </a:accent1>
      <a:accent2>
        <a:srgbClr val="B6A992"/>
      </a:accent2>
      <a:accent3>
        <a:srgbClr val="D59A6D"/>
      </a:accent3>
      <a:accent4>
        <a:srgbClr val="C7793D"/>
      </a:accent4>
      <a:accent5>
        <a:srgbClr val="DB8464"/>
      </a:accent5>
      <a:accent6>
        <a:srgbClr val="3F7699"/>
      </a:accent6>
      <a:hlink>
        <a:srgbClr val="C8350F"/>
      </a:hlink>
      <a:folHlink>
        <a:srgbClr val="DB8464"/>
      </a:folHlink>
    </a:clrScheme>
    <a:fontScheme name="Custom 22">
      <a:majorFont>
        <a:latin typeface="Haettenschweiler"/>
        <a:ea typeface=""/>
        <a:cs typeface=""/>
      </a:majorFont>
      <a:minorFont>
        <a:latin typeface="Trade Gothic Nex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Editorial" id="{A923440E-1285-45C1-B66B-8630BD70D041}" vid="{F02A544F-3BB0-402C-9DE1-17A1995AA5F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Editorial">
    <a:dk1>
      <a:sysClr val="windowText" lastClr="000000"/>
    </a:dk1>
    <a:lt1>
      <a:sysClr val="window" lastClr="FFFFFF"/>
    </a:lt1>
    <a:dk2>
      <a:srgbClr val="171717"/>
    </a:dk2>
    <a:lt2>
      <a:srgbClr val="F7F6F3"/>
    </a:lt2>
    <a:accent1>
      <a:srgbClr val="C8350F"/>
    </a:accent1>
    <a:accent2>
      <a:srgbClr val="B6A992"/>
    </a:accent2>
    <a:accent3>
      <a:srgbClr val="D59A6D"/>
    </a:accent3>
    <a:accent4>
      <a:srgbClr val="C7793D"/>
    </a:accent4>
    <a:accent5>
      <a:srgbClr val="DB8464"/>
    </a:accent5>
    <a:accent6>
      <a:srgbClr val="3F7699"/>
    </a:accent6>
    <a:hlink>
      <a:srgbClr val="C8350F"/>
    </a:hlink>
    <a:folHlink>
      <a:srgbClr val="DB8464"/>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B0AEFF06-C01D-4782-9025-60F06DFEAF4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3E87D78-9CEC-4EE9-94B9-0F2EEEB8A065}">
  <ds:schemaRefs>
    <ds:schemaRef ds:uri="http://schemas.microsoft.com/sharepoint/v3/contenttype/forms"/>
  </ds:schemaRefs>
</ds:datastoreItem>
</file>

<file path=customXml/itemProps3.xml><?xml version="1.0" encoding="utf-8"?>
<ds:datastoreItem xmlns:ds="http://schemas.openxmlformats.org/officeDocument/2006/customXml" ds:itemID="{9846201E-DF07-4095-9F76-DD2E789400A7}">
  <ds:schemaRefs>
    <ds:schemaRef ds:uri="http://purl.org/dc/terms/"/>
    <ds:schemaRef ds:uri="http://schemas.microsoft.com/office/2006/documentManagement/types"/>
    <ds:schemaRef ds:uri="http://schemas.microsoft.com/sharepoint/v3"/>
    <ds:schemaRef ds:uri="http://schemas.microsoft.com/office/infopath/2007/PartnerControls"/>
    <ds:schemaRef ds:uri="http://purl.org/dc/elements/1.1/"/>
    <ds:schemaRef ds:uri="http://www.w3.org/XML/1998/namespace"/>
    <ds:schemaRef ds:uri="http://schemas.openxmlformats.org/package/2006/metadata/core-properties"/>
    <ds:schemaRef ds:uri="http://purl.org/dc/dcmitype/"/>
    <ds:schemaRef ds:uri="71af3243-3dd4-4a8d-8c0d-dd76da1f02a5"/>
    <ds:schemaRef ds:uri="230e9df3-be65-4c73-a93b-d1236ebd677e"/>
    <ds:schemaRef ds:uri="16c05727-aa75-4e4a-9b5f-8a80a1165891"/>
    <ds:schemaRef ds:uri="http://schemas.microsoft.com/office/2006/metadata/properties"/>
  </ds:schemaRefs>
</ds:datastoreItem>
</file>

<file path=docMetadata/LabelInfo.xml><?xml version="1.0" encoding="utf-8"?>
<clbl:labelList xmlns:clbl="http://schemas.microsoft.com/office/2020/mipLabelMetadata">
  <clbl:label id="{e760c494-6550-44b4-8258-77c175d778b7}"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emplate/>
  <TotalTime>692</TotalTime>
  <Words>1797</Words>
  <Application>Microsoft Office PowerPoint</Application>
  <PresentationFormat>Widescreen</PresentationFormat>
  <Paragraphs>181</Paragraphs>
  <Slides>10</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Aptos</vt:lpstr>
      <vt:lpstr>Arial</vt:lpstr>
      <vt:lpstr>Calibri</vt:lpstr>
      <vt:lpstr>Haettenschweiler</vt:lpstr>
      <vt:lpstr>Segoe UI</vt:lpstr>
      <vt:lpstr>Trade Gothic Next Light</vt:lpstr>
      <vt:lpstr>Editorial</vt:lpstr>
      <vt:lpstr>Template in Ansible Playbooks</vt:lpstr>
      <vt:lpstr>Understanding Ansible template</vt:lpstr>
      <vt:lpstr>What is an Ansible template?</vt:lpstr>
      <vt:lpstr>Anatomy of a template</vt:lpstr>
      <vt:lpstr>Best Practices and Validation</vt:lpstr>
      <vt:lpstr>Best Practices for Templates</vt:lpstr>
      <vt:lpstr>Validation Workflow</vt:lpstr>
      <vt:lpstr>Sample code</vt:lpstr>
      <vt:lpstr>Next Steps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Pal, Soumyendu</dc:creator>
  <cp:lastModifiedBy>Pal, Soumyendu</cp:lastModifiedBy>
  <cp:revision>2</cp:revision>
  <dcterms:created xsi:type="dcterms:W3CDTF">2025-08-04T19:41:08Z</dcterms:created>
  <dcterms:modified xsi:type="dcterms:W3CDTF">2025-12-21T05:13:42Z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