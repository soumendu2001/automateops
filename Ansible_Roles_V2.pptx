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sible Roles: Design, Structure, and Best Practices" id="{EC8DAB3E-EECA-408A-9286-6518A88252EA}">
          <p14:sldIdLst>
            <p14:sldId id="2561"/>
          </p14:sldIdLst>
        </p14:section>
        <p14:section name="Foundations of Ansible Roles" id="{B043BFAC-FAA2-458A-9C87-22FC2B78E4FE}">
          <p14:sldIdLst>
            <p14:sldId id="2562"/>
            <p14:sldId id="2563"/>
          </p14:sldIdLst>
        </p14:section>
        <p14:section name="Planning and Organization" id="{CBB3343F-A59C-4973-9150-4D5FD52F7EAE}">
          <p14:sldIdLst>
            <p14:sldId id="2564"/>
            <p14:sldId id="2565"/>
          </p14:sldIdLst>
        </p14:section>
        <p14:section name="Core Concepts" id="{7E9276FA-67C0-4C72-A1B1-FBEF91FA4CA9}">
          <p14:sldIdLst>
            <p14:sldId id="2566"/>
            <p14:sldId id="2567"/>
          </p14:sldIdLst>
        </p14:section>
        <p14:section name="Role Architecture" id="{E3361AF4-155B-4BF1-AFF9-F2A98947F78B}">
          <p14:sldIdLst>
            <p14:sldId id="2568"/>
            <p14:sldId id="2569"/>
          </p14:sldIdLst>
        </p14:section>
        <p14:section name="Role Creation" id="{E590CF53-8FB9-4C50-9677-A0BD5F28AF42}">
          <p14:sldIdLst>
            <p14:sldId id="2570"/>
            <p14:sldId id="2571"/>
          </p14:sldIdLst>
        </p14:section>
        <p14:section name="Refactoring Automation" id="{56BB734A-6D52-4F65-A51A-B1EC753E0F34}">
          <p14:sldIdLst>
            <p14:sldId id="2572"/>
            <p14:sldId id="2573"/>
          </p14:sldIdLst>
        </p14:section>
        <p14:section name="Execution Models" id="{68C79B07-1060-474B-8174-12A2319E21B5}">
          <p14:sldIdLst>
            <p14:sldId id="2574"/>
            <p14:sldId id="2575"/>
          </p14:sldIdLst>
        </p14:section>
        <p14:section name="Customization and Reuse" id="{203E5BD9-4537-4737-8736-E16411712504}">
          <p14:sldIdLst>
            <p14:sldId id="2576"/>
            <p14:sldId id="2577"/>
          </p14:sldIdLst>
        </p14:section>
        <p14:section name="Advanced Composition" id="{4F6A2AF8-5CE3-4EBE-94E0-E06017C666DF}">
          <p14:sldIdLst>
            <p14:sldId id="2578"/>
            <p14:sldId id="2579"/>
          </p14:sldIdLst>
        </p14:section>
        <p14:section name="Conclusion and Next Steps" id="{23111E2C-A5EF-4D2E-A114-B7B8C6BB293C}">
          <p14:sldIdLst>
            <p14:sldId id="2580"/>
            <p14:sldId id="25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69840E-CD40-4E6B-AA65-6BEDBAC8F58C}" v="30" dt="2026-03-29T12:00:05.9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 Soumyendu" userId="68503d3d-ac8d-4828-9c3f-abc5a97f3674" providerId="ADAL" clId="{C619CCC9-C04B-4407-8927-7DE24DA5E3CB}"/>
    <pc:docChg chg="undo custSel modSld">
      <pc:chgData name="Pal, Soumyendu" userId="68503d3d-ac8d-4828-9c3f-abc5a97f3674" providerId="ADAL" clId="{C619CCC9-C04B-4407-8927-7DE24DA5E3CB}" dt="2026-03-29T12:00:05.994" v="334"/>
      <pc:docMkLst>
        <pc:docMk/>
      </pc:docMkLst>
      <pc:sldChg chg="addSp modSp mod modNotesTx">
        <pc:chgData name="Pal, Soumyendu" userId="68503d3d-ac8d-4828-9c3f-abc5a97f3674" providerId="ADAL" clId="{C619CCC9-C04B-4407-8927-7DE24DA5E3CB}" dt="2026-03-27T14:16:35.751" v="110" actId="6549"/>
        <pc:sldMkLst>
          <pc:docMk/>
          <pc:sldMk cId="3485359546" sldId="2561"/>
        </pc:sldMkLst>
        <pc:spChg chg="mod">
          <ac:chgData name="Pal, Soumyendu" userId="68503d3d-ac8d-4828-9c3f-abc5a97f3674" providerId="ADAL" clId="{C619CCC9-C04B-4407-8927-7DE24DA5E3CB}" dt="2026-03-27T14:15:16.406" v="84" actId="27636"/>
          <ac:spMkLst>
            <pc:docMk/>
            <pc:sldMk cId="3485359546" sldId="2561"/>
            <ac:spMk id="7" creationId="{B3F8561F-A710-4C0C-8281-D41F1E5006F9}"/>
          </ac:spMkLst>
        </pc:spChg>
        <pc:spChg chg="mod">
          <ac:chgData name="Pal, Soumyendu" userId="68503d3d-ac8d-4828-9c3f-abc5a97f3674" providerId="ADAL" clId="{C619CCC9-C04B-4407-8927-7DE24DA5E3CB}" dt="2026-03-27T14:15:16.400" v="83" actId="27636"/>
          <ac:spMkLst>
            <pc:docMk/>
            <pc:sldMk cId="3485359546" sldId="2561"/>
            <ac:spMk id="8" creationId="{0FB11E82-CD15-479A-A035-4B6BE6B8FE8A}"/>
          </ac:spMkLst>
        </pc:spChg>
        <pc:picChg chg="add mod">
          <ac:chgData name="Pal, Soumyendu" userId="68503d3d-ac8d-4828-9c3f-abc5a97f3674" providerId="ADAL" clId="{C619CCC9-C04B-4407-8927-7DE24DA5E3CB}" dt="2026-03-27T14:15:06.365" v="30" actId="14100"/>
          <ac:picMkLst>
            <pc:docMk/>
            <pc:sldMk cId="3485359546" sldId="2561"/>
            <ac:picMk id="3" creationId="{8476594A-6F97-71F2-AF6A-8A078BA5C489}"/>
          </ac:picMkLst>
        </pc:picChg>
      </pc:sldChg>
      <pc:sldChg chg="addSp modSp mod modNotesTx">
        <pc:chgData name="Pal, Soumyendu" userId="68503d3d-ac8d-4828-9c3f-abc5a97f3674" providerId="ADAL" clId="{C619CCC9-C04B-4407-8927-7DE24DA5E3CB}" dt="2026-03-27T14:16:46.080" v="111" actId="20577"/>
        <pc:sldMkLst>
          <pc:docMk/>
          <pc:sldMk cId="609625052" sldId="2562"/>
        </pc:sldMkLst>
        <pc:spChg chg="mod">
          <ac:chgData name="Pal, Soumyendu" userId="68503d3d-ac8d-4828-9c3f-abc5a97f3674" providerId="ADAL" clId="{C619CCC9-C04B-4407-8927-7DE24DA5E3CB}" dt="2026-03-27T14:12:11.338" v="5" actId="27636"/>
          <ac:spMkLst>
            <pc:docMk/>
            <pc:sldMk cId="609625052" sldId="2562"/>
            <ac:spMk id="8" creationId="{7628040B-609B-489D-A845-6513A88F717B}"/>
          </ac:spMkLst>
        </pc:spChg>
        <pc:picChg chg="add mod">
          <ac:chgData name="Pal, Soumyendu" userId="68503d3d-ac8d-4828-9c3f-abc5a97f3674" providerId="ADAL" clId="{C619CCC9-C04B-4407-8927-7DE24DA5E3CB}" dt="2026-03-27T14:15:15.859" v="31"/>
          <ac:picMkLst>
            <pc:docMk/>
            <pc:sldMk cId="609625052" sldId="2562"/>
            <ac:picMk id="2" creationId="{8B5942E8-5B13-B266-C454-1B66AA89AF18}"/>
          </ac:picMkLst>
        </pc:picChg>
        <pc:picChg chg="mod">
          <ac:chgData name="Pal, Soumyendu" userId="68503d3d-ac8d-4828-9c3f-abc5a97f3674" providerId="ADAL" clId="{C619CCC9-C04B-4407-8927-7DE24DA5E3CB}" dt="2026-03-27T14:12:07.670" v="3" actId="1076"/>
          <ac:picMkLst>
            <pc:docMk/>
            <pc:sldMk cId="609625052" sldId="2562"/>
            <ac:picMk id="7" creationId="{680B6139-AAAD-469D-B2D2-04737278960F}"/>
          </ac:picMkLst>
        </pc:picChg>
      </pc:sldChg>
      <pc:sldChg chg="addSp modSp mod modNotesTx">
        <pc:chgData name="Pal, Soumyendu" userId="68503d3d-ac8d-4828-9c3f-abc5a97f3674" providerId="ADAL" clId="{C619CCC9-C04B-4407-8927-7DE24DA5E3CB}" dt="2026-03-27T14:34:43.967" v="164" actId="255"/>
        <pc:sldMkLst>
          <pc:docMk/>
          <pc:sldMk cId="17890261" sldId="2563"/>
        </pc:sldMkLst>
        <pc:spChg chg="mod">
          <ac:chgData name="Pal, Soumyendu" userId="68503d3d-ac8d-4828-9c3f-abc5a97f3674" providerId="ADAL" clId="{C619CCC9-C04B-4407-8927-7DE24DA5E3CB}" dt="2026-03-27T14:15:15.986" v="32" actId="27636"/>
          <ac:spMkLst>
            <pc:docMk/>
            <pc:sldMk cId="17890261" sldId="2563"/>
            <ac:spMk id="7" creationId="{51ACA8EC-9C54-4FB5-A8CD-D7E5A5FBED2D}"/>
          </ac:spMkLst>
        </pc:spChg>
        <pc:spChg chg="mod">
          <ac:chgData name="Pal, Soumyendu" userId="68503d3d-ac8d-4828-9c3f-abc5a97f3674" providerId="ADAL" clId="{C619CCC9-C04B-4407-8927-7DE24DA5E3CB}" dt="2026-03-27T14:34:43.967" v="164" actId="255"/>
          <ac:spMkLst>
            <pc:docMk/>
            <pc:sldMk cId="17890261" sldId="2563"/>
            <ac:spMk id="8" creationId="{B832E105-0555-4092-A9C8-85961289CB08}"/>
          </ac:spMkLst>
        </pc:spChg>
        <pc:spChg chg="mod">
          <ac:chgData name="Pal, Soumyendu" userId="68503d3d-ac8d-4828-9c3f-abc5a97f3674" providerId="ADAL" clId="{C619CCC9-C04B-4407-8927-7DE24DA5E3CB}" dt="2026-03-27T14:12:55.836" v="20" actId="108"/>
          <ac:spMkLst>
            <pc:docMk/>
            <pc:sldMk cId="17890261" sldId="2563"/>
            <ac:spMk id="9" creationId="{EF8CB630-4419-469C-8786-34AC751CE0C3}"/>
          </ac:spMkLst>
        </pc:spChg>
        <pc:spChg chg="mod">
          <ac:chgData name="Pal, Soumyendu" userId="68503d3d-ac8d-4828-9c3f-abc5a97f3674" providerId="ADAL" clId="{C619CCC9-C04B-4407-8927-7DE24DA5E3CB}" dt="2026-03-27T14:12:45.421" v="19" actId="1076"/>
          <ac:spMkLst>
            <pc:docMk/>
            <pc:sldMk cId="17890261" sldId="2563"/>
            <ac:spMk id="10" creationId="{40D4A6A1-448D-4E65-B6FA-EC793DBE9549}"/>
          </ac:spMkLst>
        </pc:spChg>
        <pc:picChg chg="add mod">
          <ac:chgData name="Pal, Soumyendu" userId="68503d3d-ac8d-4828-9c3f-abc5a97f3674" providerId="ADAL" clId="{C619CCC9-C04B-4407-8927-7DE24DA5E3CB}" dt="2026-03-27T14:15:17.904" v="85"/>
          <ac:picMkLst>
            <pc:docMk/>
            <pc:sldMk cId="17890261" sldId="2563"/>
            <ac:picMk id="2" creationId="{581DE9B7-8C1D-4C8F-0680-D24A1A812F40}"/>
          </ac:picMkLst>
        </pc:picChg>
      </pc:sldChg>
      <pc:sldChg chg="addSp modSp mod">
        <pc:chgData name="Pal, Soumyendu" userId="68503d3d-ac8d-4828-9c3f-abc5a97f3674" providerId="ADAL" clId="{C619CCC9-C04B-4407-8927-7DE24DA5E3CB}" dt="2026-03-27T14:15:20.250" v="86"/>
        <pc:sldMkLst>
          <pc:docMk/>
          <pc:sldMk cId="4062092205" sldId="2564"/>
        </pc:sldMkLst>
        <pc:spChg chg="mod">
          <ac:chgData name="Pal, Soumyendu" userId="68503d3d-ac8d-4828-9c3f-abc5a97f3674" providerId="ADAL" clId="{C619CCC9-C04B-4407-8927-7DE24DA5E3CB}" dt="2026-03-27T14:15:16.004" v="33" actId="27636"/>
          <ac:spMkLst>
            <pc:docMk/>
            <pc:sldMk cId="4062092205" sldId="2564"/>
            <ac:spMk id="8" creationId="{3B5181F5-7B3C-475E-BF6E-2B90635C915B}"/>
          </ac:spMkLst>
        </pc:spChg>
        <pc:picChg chg="add mod">
          <ac:chgData name="Pal, Soumyendu" userId="68503d3d-ac8d-4828-9c3f-abc5a97f3674" providerId="ADAL" clId="{C619CCC9-C04B-4407-8927-7DE24DA5E3CB}" dt="2026-03-27T14:15:20.250" v="86"/>
          <ac:picMkLst>
            <pc:docMk/>
            <pc:sldMk cId="4062092205" sldId="2564"/>
            <ac:picMk id="2" creationId="{114F4B7D-8950-E65A-A117-A51105B317B5}"/>
          </ac:picMkLst>
        </pc:picChg>
      </pc:sldChg>
      <pc:sldChg chg="addSp modSp mod">
        <pc:chgData name="Pal, Soumyendu" userId="68503d3d-ac8d-4828-9c3f-abc5a97f3674" providerId="ADAL" clId="{C619CCC9-C04B-4407-8927-7DE24DA5E3CB}" dt="2026-03-27T14:17:08.812" v="115" actId="403"/>
        <pc:sldMkLst>
          <pc:docMk/>
          <pc:sldMk cId="354819020" sldId="2565"/>
        </pc:sldMkLst>
        <pc:spChg chg="mod">
          <ac:chgData name="Pal, Soumyendu" userId="68503d3d-ac8d-4828-9c3f-abc5a97f3674" providerId="ADAL" clId="{C619CCC9-C04B-4407-8927-7DE24DA5E3CB}" dt="2026-03-27T14:15:16.020" v="34" actId="27636"/>
          <ac:spMkLst>
            <pc:docMk/>
            <pc:sldMk cId="354819020" sldId="2565"/>
            <ac:spMk id="7" creationId="{EB509174-F803-4E55-903A-A3F6D41D9098}"/>
          </ac:spMkLst>
        </pc:spChg>
        <pc:spChg chg="mod">
          <ac:chgData name="Pal, Soumyendu" userId="68503d3d-ac8d-4828-9c3f-abc5a97f3674" providerId="ADAL" clId="{C619CCC9-C04B-4407-8927-7DE24DA5E3CB}" dt="2026-03-27T14:17:08.812" v="115" actId="403"/>
          <ac:spMkLst>
            <pc:docMk/>
            <pc:sldMk cId="354819020" sldId="2565"/>
            <ac:spMk id="8" creationId="{082ACDAE-5B15-4EE7-AA96-75B995D4AE8D}"/>
          </ac:spMkLst>
        </pc:spChg>
        <pc:picChg chg="add mod">
          <ac:chgData name="Pal, Soumyendu" userId="68503d3d-ac8d-4828-9c3f-abc5a97f3674" providerId="ADAL" clId="{C619CCC9-C04B-4407-8927-7DE24DA5E3CB}" dt="2026-03-27T14:15:24.007" v="88"/>
          <ac:picMkLst>
            <pc:docMk/>
            <pc:sldMk cId="354819020" sldId="2565"/>
            <ac:picMk id="2" creationId="{8BE64E33-0B4B-0AEA-B42D-B8F5285B1E0D}"/>
          </ac:picMkLst>
        </pc:picChg>
      </pc:sldChg>
      <pc:sldChg chg="addSp modSp mod">
        <pc:chgData name="Pal, Soumyendu" userId="68503d3d-ac8d-4828-9c3f-abc5a97f3674" providerId="ADAL" clId="{C619CCC9-C04B-4407-8927-7DE24DA5E3CB}" dt="2026-03-27T14:17:13.998" v="116" actId="1076"/>
        <pc:sldMkLst>
          <pc:docMk/>
          <pc:sldMk cId="1476648318" sldId="2566"/>
        </pc:sldMkLst>
        <pc:spChg chg="mod">
          <ac:chgData name="Pal, Soumyendu" userId="68503d3d-ac8d-4828-9c3f-abc5a97f3674" providerId="ADAL" clId="{C619CCC9-C04B-4407-8927-7DE24DA5E3CB}" dt="2026-03-27T14:17:13.998" v="116" actId="1076"/>
          <ac:spMkLst>
            <pc:docMk/>
            <pc:sldMk cId="1476648318" sldId="2566"/>
            <ac:spMk id="8" creationId="{7CBB6A69-E9F1-4BC9-B578-2CB8C8501D2C}"/>
          </ac:spMkLst>
        </pc:spChg>
        <pc:picChg chg="add mod">
          <ac:chgData name="Pal, Soumyendu" userId="68503d3d-ac8d-4828-9c3f-abc5a97f3674" providerId="ADAL" clId="{C619CCC9-C04B-4407-8927-7DE24DA5E3CB}" dt="2026-03-27T14:15:22.473" v="87"/>
          <ac:picMkLst>
            <pc:docMk/>
            <pc:sldMk cId="1476648318" sldId="2566"/>
            <ac:picMk id="2" creationId="{FD3013B4-BAB8-6E47-54E2-8CF530B6BB52}"/>
          </ac:picMkLst>
        </pc:picChg>
      </pc:sldChg>
      <pc:sldChg chg="addSp modSp mod">
        <pc:chgData name="Pal, Soumyendu" userId="68503d3d-ac8d-4828-9c3f-abc5a97f3674" providerId="ADAL" clId="{C619CCC9-C04B-4407-8927-7DE24DA5E3CB}" dt="2026-03-29T09:05:13.671" v="332" actId="403"/>
        <pc:sldMkLst>
          <pc:docMk/>
          <pc:sldMk cId="534854309" sldId="2567"/>
        </pc:sldMkLst>
        <pc:spChg chg="mod">
          <ac:chgData name="Pal, Soumyendu" userId="68503d3d-ac8d-4828-9c3f-abc5a97f3674" providerId="ADAL" clId="{C619CCC9-C04B-4407-8927-7DE24DA5E3CB}" dt="2026-03-27T14:15:16.044" v="39" actId="27636"/>
          <ac:spMkLst>
            <pc:docMk/>
            <pc:sldMk cId="534854309" sldId="2567"/>
            <ac:spMk id="7" creationId="{EF555D26-1569-41F7-97C8-85891AF5F3E9}"/>
          </ac:spMkLst>
        </pc:spChg>
        <pc:spChg chg="mod">
          <ac:chgData name="Pal, Soumyendu" userId="68503d3d-ac8d-4828-9c3f-abc5a97f3674" providerId="ADAL" clId="{C619CCC9-C04B-4407-8927-7DE24DA5E3CB}" dt="2026-03-29T09:05:13.671" v="332" actId="403"/>
          <ac:spMkLst>
            <pc:docMk/>
            <pc:sldMk cId="534854309" sldId="2567"/>
            <ac:spMk id="8" creationId="{BFDA657A-3683-4402-87C4-F10E709966FB}"/>
          </ac:spMkLst>
        </pc:spChg>
        <pc:spChg chg="mod">
          <ac:chgData name="Pal, Soumyendu" userId="68503d3d-ac8d-4828-9c3f-abc5a97f3674" providerId="ADAL" clId="{C619CCC9-C04B-4407-8927-7DE24DA5E3CB}" dt="2026-03-27T14:32:18.077" v="141" actId="27636"/>
          <ac:spMkLst>
            <pc:docMk/>
            <pc:sldMk cId="534854309" sldId="2567"/>
            <ac:spMk id="9" creationId="{E872FCFE-35C2-4F35-916A-23EB45E14389}"/>
          </ac:spMkLst>
        </pc:spChg>
        <pc:spChg chg="mod">
          <ac:chgData name="Pal, Soumyendu" userId="68503d3d-ac8d-4828-9c3f-abc5a97f3674" providerId="ADAL" clId="{C619CCC9-C04B-4407-8927-7DE24DA5E3CB}" dt="2026-03-29T09:05:13.671" v="332" actId="403"/>
          <ac:spMkLst>
            <pc:docMk/>
            <pc:sldMk cId="534854309" sldId="2567"/>
            <ac:spMk id="10" creationId="{BC3EA343-9EEA-49F7-AA78-22BF18B34022}"/>
          </ac:spMkLst>
        </pc:spChg>
        <pc:spChg chg="mod">
          <ac:chgData name="Pal, Soumyendu" userId="68503d3d-ac8d-4828-9c3f-abc5a97f3674" providerId="ADAL" clId="{C619CCC9-C04B-4407-8927-7DE24DA5E3CB}" dt="2026-03-27T14:32:22.986" v="143" actId="27636"/>
          <ac:spMkLst>
            <pc:docMk/>
            <pc:sldMk cId="534854309" sldId="2567"/>
            <ac:spMk id="11" creationId="{DE943892-36F6-4925-98D2-D59367A2696E}"/>
          </ac:spMkLst>
        </pc:spChg>
        <pc:spChg chg="mod">
          <ac:chgData name="Pal, Soumyendu" userId="68503d3d-ac8d-4828-9c3f-abc5a97f3674" providerId="ADAL" clId="{C619CCC9-C04B-4407-8927-7DE24DA5E3CB}" dt="2026-03-29T09:05:13.671" v="332" actId="403"/>
          <ac:spMkLst>
            <pc:docMk/>
            <pc:sldMk cId="534854309" sldId="2567"/>
            <ac:spMk id="12" creationId="{6DDDB397-7487-4973-9AD0-C5F33763507C}"/>
          </ac:spMkLst>
        </pc:spChg>
        <pc:spChg chg="mod">
          <ac:chgData name="Pal, Soumyendu" userId="68503d3d-ac8d-4828-9c3f-abc5a97f3674" providerId="ADAL" clId="{C619CCC9-C04B-4407-8927-7DE24DA5E3CB}" dt="2026-03-27T14:32:25.978" v="145" actId="27636"/>
          <ac:spMkLst>
            <pc:docMk/>
            <pc:sldMk cId="534854309" sldId="2567"/>
            <ac:spMk id="13" creationId="{16B96704-5D4D-4D50-AC34-9B64B0994A65}"/>
          </ac:spMkLst>
        </pc:spChg>
        <pc:spChg chg="mod">
          <ac:chgData name="Pal, Soumyendu" userId="68503d3d-ac8d-4828-9c3f-abc5a97f3674" providerId="ADAL" clId="{C619CCC9-C04B-4407-8927-7DE24DA5E3CB}" dt="2026-03-29T09:05:13.671" v="332" actId="403"/>
          <ac:spMkLst>
            <pc:docMk/>
            <pc:sldMk cId="534854309" sldId="2567"/>
            <ac:spMk id="14" creationId="{B102D2AF-411D-461C-9A97-0B884C2EAEA2}"/>
          </ac:spMkLst>
        </pc:spChg>
        <pc:spChg chg="mod">
          <ac:chgData name="Pal, Soumyendu" userId="68503d3d-ac8d-4828-9c3f-abc5a97f3674" providerId="ADAL" clId="{C619CCC9-C04B-4407-8927-7DE24DA5E3CB}" dt="2026-03-27T14:32:29.422" v="147" actId="27636"/>
          <ac:spMkLst>
            <pc:docMk/>
            <pc:sldMk cId="534854309" sldId="2567"/>
            <ac:spMk id="15" creationId="{41A35614-E7C0-4991-99E9-73FEEB05E246}"/>
          </ac:spMkLst>
        </pc:spChg>
        <pc:picChg chg="add mod">
          <ac:chgData name="Pal, Soumyendu" userId="68503d3d-ac8d-4828-9c3f-abc5a97f3674" providerId="ADAL" clId="{C619CCC9-C04B-4407-8927-7DE24DA5E3CB}" dt="2026-03-27T14:17:25.560" v="118"/>
          <ac:picMkLst>
            <pc:docMk/>
            <pc:sldMk cId="534854309" sldId="2567"/>
            <ac:picMk id="2" creationId="{EEBA3600-FD19-8241-B87C-747A7CDFCA36}"/>
          </ac:picMkLst>
        </pc:picChg>
      </pc:sldChg>
      <pc:sldChg chg="addSp modSp mod">
        <pc:chgData name="Pal, Soumyendu" userId="68503d3d-ac8d-4828-9c3f-abc5a97f3674" providerId="ADAL" clId="{C619CCC9-C04B-4407-8927-7DE24DA5E3CB}" dt="2026-03-27T14:17:22.712" v="117"/>
        <pc:sldMkLst>
          <pc:docMk/>
          <pc:sldMk cId="1556241461" sldId="2568"/>
        </pc:sldMkLst>
        <pc:spChg chg="mod">
          <ac:chgData name="Pal, Soumyendu" userId="68503d3d-ac8d-4828-9c3f-abc5a97f3674" providerId="ADAL" clId="{C619CCC9-C04B-4407-8927-7DE24DA5E3CB}" dt="2026-03-27T14:15:16.074" v="44" actId="27636"/>
          <ac:spMkLst>
            <pc:docMk/>
            <pc:sldMk cId="1556241461" sldId="2568"/>
            <ac:spMk id="4" creationId="{A5FD61C3-E3B6-C3C7-70B0-487976F075F6}"/>
          </ac:spMkLst>
        </pc:spChg>
        <pc:picChg chg="add mod">
          <ac:chgData name="Pal, Soumyendu" userId="68503d3d-ac8d-4828-9c3f-abc5a97f3674" providerId="ADAL" clId="{C619CCC9-C04B-4407-8927-7DE24DA5E3CB}" dt="2026-03-27T14:17:22.712" v="117"/>
          <ac:picMkLst>
            <pc:docMk/>
            <pc:sldMk cId="1556241461" sldId="2568"/>
            <ac:picMk id="2" creationId="{796C6A15-BB3C-D524-D8E0-DEFEB3EBCD81}"/>
          </ac:picMkLst>
        </pc:picChg>
      </pc:sldChg>
      <pc:sldChg chg="addSp modSp mod">
        <pc:chgData name="Pal, Soumyendu" userId="68503d3d-ac8d-4828-9c3f-abc5a97f3674" providerId="ADAL" clId="{C619CCC9-C04B-4407-8927-7DE24DA5E3CB}" dt="2026-03-29T09:03:24.788" v="331" actId="403"/>
        <pc:sldMkLst>
          <pc:docMk/>
          <pc:sldMk cId="3852749644" sldId="2569"/>
        </pc:sldMkLst>
        <pc:spChg chg="mod">
          <ac:chgData name="Pal, Soumyendu" userId="68503d3d-ac8d-4828-9c3f-abc5a97f3674" providerId="ADAL" clId="{C619CCC9-C04B-4407-8927-7DE24DA5E3CB}" dt="2026-03-27T14:15:16.087" v="45" actId="27636"/>
          <ac:spMkLst>
            <pc:docMk/>
            <pc:sldMk cId="3852749644" sldId="2569"/>
            <ac:spMk id="7" creationId="{7A8CC21C-01ED-4E3A-9FE8-E81AD9E241E0}"/>
          </ac:spMkLst>
        </pc:spChg>
        <pc:spChg chg="mod">
          <ac:chgData name="Pal, Soumyendu" userId="68503d3d-ac8d-4828-9c3f-abc5a97f3674" providerId="ADAL" clId="{C619CCC9-C04B-4407-8927-7DE24DA5E3CB}" dt="2026-03-29T09:03:24.788" v="331" actId="403"/>
          <ac:spMkLst>
            <pc:docMk/>
            <pc:sldMk cId="3852749644" sldId="2569"/>
            <ac:spMk id="8" creationId="{2C03703E-D359-4C45-BF0C-43F9C2924511}"/>
          </ac:spMkLst>
        </pc:spChg>
        <pc:spChg chg="mod">
          <ac:chgData name="Pal, Soumyendu" userId="68503d3d-ac8d-4828-9c3f-abc5a97f3674" providerId="ADAL" clId="{C619CCC9-C04B-4407-8927-7DE24DA5E3CB}" dt="2026-03-27T14:34:23.668" v="162" actId="255"/>
          <ac:spMkLst>
            <pc:docMk/>
            <pc:sldMk cId="3852749644" sldId="2569"/>
            <ac:spMk id="9" creationId="{EF4EFEA2-A3E5-48FF-93AF-47EC65775F3F}"/>
          </ac:spMkLst>
        </pc:spChg>
        <pc:spChg chg="mod">
          <ac:chgData name="Pal, Soumyendu" userId="68503d3d-ac8d-4828-9c3f-abc5a97f3674" providerId="ADAL" clId="{C619CCC9-C04B-4407-8927-7DE24DA5E3CB}" dt="2026-03-29T09:03:24.788" v="331" actId="403"/>
          <ac:spMkLst>
            <pc:docMk/>
            <pc:sldMk cId="3852749644" sldId="2569"/>
            <ac:spMk id="10" creationId="{7A4E1A5C-4E5B-4C62-BA93-F4A59AECAD9F}"/>
          </ac:spMkLst>
        </pc:spChg>
        <pc:spChg chg="mod">
          <ac:chgData name="Pal, Soumyendu" userId="68503d3d-ac8d-4828-9c3f-abc5a97f3674" providerId="ADAL" clId="{C619CCC9-C04B-4407-8927-7DE24DA5E3CB}" dt="2026-03-27T14:34:17.569" v="161" actId="255"/>
          <ac:spMkLst>
            <pc:docMk/>
            <pc:sldMk cId="3852749644" sldId="2569"/>
            <ac:spMk id="11" creationId="{DE6044A8-F21B-4309-BCB9-57470F901861}"/>
          </ac:spMkLst>
        </pc:spChg>
        <pc:spChg chg="mod">
          <ac:chgData name="Pal, Soumyendu" userId="68503d3d-ac8d-4828-9c3f-abc5a97f3674" providerId="ADAL" clId="{C619CCC9-C04B-4407-8927-7DE24DA5E3CB}" dt="2026-03-29T09:03:24.788" v="331" actId="403"/>
          <ac:spMkLst>
            <pc:docMk/>
            <pc:sldMk cId="3852749644" sldId="2569"/>
            <ac:spMk id="12" creationId="{A297E8D4-20A4-4CC1-8009-CF6821E05D61}"/>
          </ac:spMkLst>
        </pc:spChg>
        <pc:spChg chg="mod">
          <ac:chgData name="Pal, Soumyendu" userId="68503d3d-ac8d-4828-9c3f-abc5a97f3674" providerId="ADAL" clId="{C619CCC9-C04B-4407-8927-7DE24DA5E3CB}" dt="2026-03-27T14:34:13.268" v="160" actId="255"/>
          <ac:spMkLst>
            <pc:docMk/>
            <pc:sldMk cId="3852749644" sldId="2569"/>
            <ac:spMk id="13" creationId="{1B665574-C30F-4692-9ABB-8850DA898B47}"/>
          </ac:spMkLst>
        </pc:spChg>
        <pc:spChg chg="mod">
          <ac:chgData name="Pal, Soumyendu" userId="68503d3d-ac8d-4828-9c3f-abc5a97f3674" providerId="ADAL" clId="{C619CCC9-C04B-4407-8927-7DE24DA5E3CB}" dt="2026-03-29T09:03:24.788" v="331" actId="403"/>
          <ac:spMkLst>
            <pc:docMk/>
            <pc:sldMk cId="3852749644" sldId="2569"/>
            <ac:spMk id="14" creationId="{84FE4AF0-2EC7-4AB9-920A-62DCE45EAE08}"/>
          </ac:spMkLst>
        </pc:spChg>
        <pc:spChg chg="mod">
          <ac:chgData name="Pal, Soumyendu" userId="68503d3d-ac8d-4828-9c3f-abc5a97f3674" providerId="ADAL" clId="{C619CCC9-C04B-4407-8927-7DE24DA5E3CB}" dt="2026-03-27T14:34:09.354" v="159" actId="255"/>
          <ac:spMkLst>
            <pc:docMk/>
            <pc:sldMk cId="3852749644" sldId="2569"/>
            <ac:spMk id="15" creationId="{940CC180-B135-472A-8ABD-1A8239FBC51D}"/>
          </ac:spMkLst>
        </pc:spChg>
        <pc:picChg chg="add mod">
          <ac:chgData name="Pal, Soumyendu" userId="68503d3d-ac8d-4828-9c3f-abc5a97f3674" providerId="ADAL" clId="{C619CCC9-C04B-4407-8927-7DE24DA5E3CB}" dt="2026-03-27T14:17:30.313" v="119"/>
          <ac:picMkLst>
            <pc:docMk/>
            <pc:sldMk cId="3852749644" sldId="2569"/>
            <ac:picMk id="2" creationId="{BBA0119E-0028-E305-1BD3-ED366D69BB77}"/>
          </ac:picMkLst>
        </pc:picChg>
      </pc:sldChg>
      <pc:sldChg chg="addSp modSp">
        <pc:chgData name="Pal, Soumyendu" userId="68503d3d-ac8d-4828-9c3f-abc5a97f3674" providerId="ADAL" clId="{C619CCC9-C04B-4407-8927-7DE24DA5E3CB}" dt="2026-03-27T14:17:31.997" v="120"/>
        <pc:sldMkLst>
          <pc:docMk/>
          <pc:sldMk cId="4109871770" sldId="2570"/>
        </pc:sldMkLst>
        <pc:picChg chg="add mod">
          <ac:chgData name="Pal, Soumyendu" userId="68503d3d-ac8d-4828-9c3f-abc5a97f3674" providerId="ADAL" clId="{C619CCC9-C04B-4407-8927-7DE24DA5E3CB}" dt="2026-03-27T14:17:31.997" v="120"/>
          <ac:picMkLst>
            <pc:docMk/>
            <pc:sldMk cId="4109871770" sldId="2570"/>
            <ac:picMk id="2" creationId="{8D18FB11-B1D1-67C2-48D9-451E322522B7}"/>
          </ac:picMkLst>
        </pc:picChg>
      </pc:sldChg>
      <pc:sldChg chg="addSp modSp mod">
        <pc:chgData name="Pal, Soumyendu" userId="68503d3d-ac8d-4828-9c3f-abc5a97f3674" providerId="ADAL" clId="{C619CCC9-C04B-4407-8927-7DE24DA5E3CB}" dt="2026-03-27T14:36:02.417" v="179" actId="1076"/>
        <pc:sldMkLst>
          <pc:docMk/>
          <pc:sldMk cId="3694879129" sldId="2571"/>
        </pc:sldMkLst>
        <pc:spChg chg="mod">
          <ac:chgData name="Pal, Soumyendu" userId="68503d3d-ac8d-4828-9c3f-abc5a97f3674" providerId="ADAL" clId="{C619CCC9-C04B-4407-8927-7DE24DA5E3CB}" dt="2026-03-27T14:35:19.552" v="165" actId="255"/>
          <ac:spMkLst>
            <pc:docMk/>
            <pc:sldMk cId="3694879129" sldId="2571"/>
            <ac:spMk id="8" creationId="{5D16F139-8377-4CCC-82B8-8B545340F956}"/>
          </ac:spMkLst>
        </pc:spChg>
        <pc:spChg chg="mod">
          <ac:chgData name="Pal, Soumyendu" userId="68503d3d-ac8d-4828-9c3f-abc5a97f3674" providerId="ADAL" clId="{C619CCC9-C04B-4407-8927-7DE24DA5E3CB}" dt="2026-03-27T14:35:47.653" v="175" actId="255"/>
          <ac:spMkLst>
            <pc:docMk/>
            <pc:sldMk cId="3694879129" sldId="2571"/>
            <ac:spMk id="9" creationId="{DAF2D82F-852D-4EB7-94AA-977B930CD6F2}"/>
          </ac:spMkLst>
        </pc:spChg>
        <pc:spChg chg="mod">
          <ac:chgData name="Pal, Soumyendu" userId="68503d3d-ac8d-4828-9c3f-abc5a97f3674" providerId="ADAL" clId="{C619CCC9-C04B-4407-8927-7DE24DA5E3CB}" dt="2026-03-27T14:36:02.417" v="179" actId="1076"/>
          <ac:spMkLst>
            <pc:docMk/>
            <pc:sldMk cId="3694879129" sldId="2571"/>
            <ac:spMk id="10" creationId="{CBB796FF-519F-4E57-BC92-0B2BA4A9FF99}"/>
          </ac:spMkLst>
        </pc:spChg>
        <pc:spChg chg="mod">
          <ac:chgData name="Pal, Soumyendu" userId="68503d3d-ac8d-4828-9c3f-abc5a97f3674" providerId="ADAL" clId="{C619CCC9-C04B-4407-8927-7DE24DA5E3CB}" dt="2026-03-27T14:35:58.763" v="178" actId="1076"/>
          <ac:spMkLst>
            <pc:docMk/>
            <pc:sldMk cId="3694879129" sldId="2571"/>
            <ac:spMk id="11" creationId="{F1C4841E-02EA-4417-A79B-6CE3B1E84AAC}"/>
          </ac:spMkLst>
        </pc:spChg>
        <pc:spChg chg="mod">
          <ac:chgData name="Pal, Soumyendu" userId="68503d3d-ac8d-4828-9c3f-abc5a97f3674" providerId="ADAL" clId="{C619CCC9-C04B-4407-8927-7DE24DA5E3CB}" dt="2026-03-27T14:35:31.837" v="172" actId="1076"/>
          <ac:spMkLst>
            <pc:docMk/>
            <pc:sldMk cId="3694879129" sldId="2571"/>
            <ac:spMk id="12" creationId="{F413C292-D682-4334-BF9B-05DFE5D34B00}"/>
          </ac:spMkLst>
        </pc:spChg>
        <pc:spChg chg="mod">
          <ac:chgData name="Pal, Soumyendu" userId="68503d3d-ac8d-4828-9c3f-abc5a97f3674" providerId="ADAL" clId="{C619CCC9-C04B-4407-8927-7DE24DA5E3CB}" dt="2026-03-27T14:35:37.018" v="173" actId="255"/>
          <ac:spMkLst>
            <pc:docMk/>
            <pc:sldMk cId="3694879129" sldId="2571"/>
            <ac:spMk id="13" creationId="{317E3164-06EF-423F-A8AA-C1B4B9FB0073}"/>
          </ac:spMkLst>
        </pc:spChg>
        <pc:picChg chg="add mod">
          <ac:chgData name="Pal, Soumyendu" userId="68503d3d-ac8d-4828-9c3f-abc5a97f3674" providerId="ADAL" clId="{C619CCC9-C04B-4407-8927-7DE24DA5E3CB}" dt="2026-03-27T14:15:34.230" v="91" actId="14100"/>
          <ac:picMkLst>
            <pc:docMk/>
            <pc:sldMk cId="3694879129" sldId="2571"/>
            <ac:picMk id="2" creationId="{B970187C-5822-7C52-918C-0E93D7C8D566}"/>
          </ac:picMkLst>
        </pc:picChg>
        <pc:picChg chg="mod">
          <ac:chgData name="Pal, Soumyendu" userId="68503d3d-ac8d-4828-9c3f-abc5a97f3674" providerId="ADAL" clId="{C619CCC9-C04B-4407-8927-7DE24DA5E3CB}" dt="2026-03-27T14:35:55.339" v="177" actId="1076"/>
          <ac:picMkLst>
            <pc:docMk/>
            <pc:sldMk cId="3694879129" sldId="2571"/>
            <ac:picMk id="5" creationId="{49256DAB-239E-4EE5-9199-50BEFA2B036A}"/>
          </ac:picMkLst>
        </pc:picChg>
      </pc:sldChg>
      <pc:sldChg chg="addSp modSp mod">
        <pc:chgData name="Pal, Soumyendu" userId="68503d3d-ac8d-4828-9c3f-abc5a97f3674" providerId="ADAL" clId="{C619CCC9-C04B-4407-8927-7DE24DA5E3CB}" dt="2026-03-27T14:15:29.887" v="89"/>
        <pc:sldMkLst>
          <pc:docMk/>
          <pc:sldMk cId="1381404404" sldId="2572"/>
        </pc:sldMkLst>
        <pc:spChg chg="mod">
          <ac:chgData name="Pal, Soumyendu" userId="68503d3d-ac8d-4828-9c3f-abc5a97f3674" providerId="ADAL" clId="{C619CCC9-C04B-4407-8927-7DE24DA5E3CB}" dt="2026-03-27T14:15:16.177" v="60" actId="27636"/>
          <ac:spMkLst>
            <pc:docMk/>
            <pc:sldMk cId="1381404404" sldId="2572"/>
            <ac:spMk id="8" creationId="{1AD19DF1-10F3-4B84-B28D-ED998D0E5D53}"/>
          </ac:spMkLst>
        </pc:spChg>
        <pc:picChg chg="add mod">
          <ac:chgData name="Pal, Soumyendu" userId="68503d3d-ac8d-4828-9c3f-abc5a97f3674" providerId="ADAL" clId="{C619CCC9-C04B-4407-8927-7DE24DA5E3CB}" dt="2026-03-27T14:15:29.887" v="89"/>
          <ac:picMkLst>
            <pc:docMk/>
            <pc:sldMk cId="1381404404" sldId="2572"/>
            <ac:picMk id="2" creationId="{5A508651-630A-D9C5-77AA-A4D3185FDFC8}"/>
          </ac:picMkLst>
        </pc:picChg>
      </pc:sldChg>
      <pc:sldChg chg="addSp modSp mod">
        <pc:chgData name="Pal, Soumyendu" userId="68503d3d-ac8d-4828-9c3f-abc5a97f3674" providerId="ADAL" clId="{C619CCC9-C04B-4407-8927-7DE24DA5E3CB}" dt="2026-03-27T14:15:36.493" v="92"/>
        <pc:sldMkLst>
          <pc:docMk/>
          <pc:sldMk cId="1302557575" sldId="2573"/>
        </pc:sldMkLst>
        <pc:spChg chg="mod">
          <ac:chgData name="Pal, Soumyendu" userId="68503d3d-ac8d-4828-9c3f-abc5a97f3674" providerId="ADAL" clId="{C619CCC9-C04B-4407-8927-7DE24DA5E3CB}" dt="2026-03-27T14:15:16.215" v="63" actId="27636"/>
          <ac:spMkLst>
            <pc:docMk/>
            <pc:sldMk cId="1302557575" sldId="2573"/>
            <ac:spMk id="4" creationId="{8E0DB069-B7AA-C8B4-8D65-06E788E02C59}"/>
          </ac:spMkLst>
        </pc:spChg>
        <pc:spChg chg="mod">
          <ac:chgData name="Pal, Soumyendu" userId="68503d3d-ac8d-4828-9c3f-abc5a97f3674" providerId="ADAL" clId="{C619CCC9-C04B-4407-8927-7DE24DA5E3CB}" dt="2026-03-27T14:15:16.209" v="62" actId="27636"/>
          <ac:spMkLst>
            <pc:docMk/>
            <pc:sldMk cId="1302557575" sldId="2573"/>
            <ac:spMk id="6" creationId="{0C3106DB-7683-4339-A122-2B673D7DE3FA}"/>
          </ac:spMkLst>
        </pc:spChg>
        <pc:spChg chg="mod">
          <ac:chgData name="Pal, Soumyendu" userId="68503d3d-ac8d-4828-9c3f-abc5a97f3674" providerId="ADAL" clId="{C619CCC9-C04B-4407-8927-7DE24DA5E3CB}" dt="2026-03-27T14:15:16.201" v="61" actId="27636"/>
          <ac:spMkLst>
            <pc:docMk/>
            <pc:sldMk cId="1302557575" sldId="2573"/>
            <ac:spMk id="7" creationId="{7D153C20-E43A-46EA-BFFC-83A423D6C6BA}"/>
          </ac:spMkLst>
        </pc:spChg>
        <pc:picChg chg="add mod">
          <ac:chgData name="Pal, Soumyendu" userId="68503d3d-ac8d-4828-9c3f-abc5a97f3674" providerId="ADAL" clId="{C619CCC9-C04B-4407-8927-7DE24DA5E3CB}" dt="2026-03-27T14:15:36.493" v="92"/>
          <ac:picMkLst>
            <pc:docMk/>
            <pc:sldMk cId="1302557575" sldId="2573"/>
            <ac:picMk id="2" creationId="{2B2B97E1-DCEF-6371-D4AA-6F3879774516}"/>
          </ac:picMkLst>
        </pc:picChg>
      </pc:sldChg>
      <pc:sldChg chg="addSp modSp mod">
        <pc:chgData name="Pal, Soumyendu" userId="68503d3d-ac8d-4828-9c3f-abc5a97f3674" providerId="ADAL" clId="{C619CCC9-C04B-4407-8927-7DE24DA5E3CB}" dt="2026-03-27T14:15:38.324" v="93"/>
        <pc:sldMkLst>
          <pc:docMk/>
          <pc:sldMk cId="986689610" sldId="2574"/>
        </pc:sldMkLst>
        <pc:spChg chg="mod">
          <ac:chgData name="Pal, Soumyendu" userId="68503d3d-ac8d-4828-9c3f-abc5a97f3674" providerId="ADAL" clId="{C619CCC9-C04B-4407-8927-7DE24DA5E3CB}" dt="2026-03-27T14:15:16.242" v="64" actId="27636"/>
          <ac:spMkLst>
            <pc:docMk/>
            <pc:sldMk cId="986689610" sldId="2574"/>
            <ac:spMk id="8" creationId="{3059F0C2-93EA-4146-BAF0-2C39272CE4AE}"/>
          </ac:spMkLst>
        </pc:spChg>
        <pc:spChg chg="mod">
          <ac:chgData name="Pal, Soumyendu" userId="68503d3d-ac8d-4828-9c3f-abc5a97f3674" providerId="ADAL" clId="{C619CCC9-C04B-4407-8927-7DE24DA5E3CB}" dt="2026-03-27T14:15:16.245" v="65" actId="27636"/>
          <ac:spMkLst>
            <pc:docMk/>
            <pc:sldMk cId="986689610" sldId="2574"/>
            <ac:spMk id="9" creationId="{4BAC4482-76D3-4ED3-A68E-611D13AABFCB}"/>
          </ac:spMkLst>
        </pc:spChg>
        <pc:picChg chg="add mod">
          <ac:chgData name="Pal, Soumyendu" userId="68503d3d-ac8d-4828-9c3f-abc5a97f3674" providerId="ADAL" clId="{C619CCC9-C04B-4407-8927-7DE24DA5E3CB}" dt="2026-03-27T14:15:38.324" v="93"/>
          <ac:picMkLst>
            <pc:docMk/>
            <pc:sldMk cId="986689610" sldId="2574"/>
            <ac:picMk id="2" creationId="{6BF20FE2-DB32-45C4-3D4D-877399C2E8F5}"/>
          </ac:picMkLst>
        </pc:picChg>
      </pc:sldChg>
      <pc:sldChg chg="addSp delSp modSp mod">
        <pc:chgData name="Pal, Soumyendu" userId="68503d3d-ac8d-4828-9c3f-abc5a97f3674" providerId="ADAL" clId="{C619CCC9-C04B-4407-8927-7DE24DA5E3CB}" dt="2026-03-27T14:42:33.499" v="320" actId="207"/>
        <pc:sldMkLst>
          <pc:docMk/>
          <pc:sldMk cId="1614711342" sldId="2575"/>
        </pc:sldMkLst>
        <pc:spChg chg="mod">
          <ac:chgData name="Pal, Soumyendu" userId="68503d3d-ac8d-4828-9c3f-abc5a97f3674" providerId="ADAL" clId="{C619CCC9-C04B-4407-8927-7DE24DA5E3CB}" dt="2026-03-27T14:39:44.333" v="212" actId="1076"/>
          <ac:spMkLst>
            <pc:docMk/>
            <pc:sldMk cId="1614711342" sldId="2575"/>
            <ac:spMk id="4" creationId="{F31A3EF9-C941-CF88-5E44-038720FA0BAA}"/>
          </ac:spMkLst>
        </pc:spChg>
        <pc:spChg chg="mod">
          <ac:chgData name="Pal, Soumyendu" userId="68503d3d-ac8d-4828-9c3f-abc5a97f3674" providerId="ADAL" clId="{C619CCC9-C04B-4407-8927-7DE24DA5E3CB}" dt="2026-03-27T14:42:19.900" v="315" actId="1076"/>
          <ac:spMkLst>
            <pc:docMk/>
            <pc:sldMk cId="1614711342" sldId="2575"/>
            <ac:spMk id="6" creationId="{EF67DE31-1585-4CE0-9F8F-04E40DB3F18A}"/>
          </ac:spMkLst>
        </pc:spChg>
        <pc:spChg chg="add del mod">
          <ac:chgData name="Pal, Soumyendu" userId="68503d3d-ac8d-4828-9c3f-abc5a97f3674" providerId="ADAL" clId="{C619CCC9-C04B-4407-8927-7DE24DA5E3CB}" dt="2026-03-27T14:40:38.386" v="226" actId="20577"/>
          <ac:spMkLst>
            <pc:docMk/>
            <pc:sldMk cId="1614711342" sldId="2575"/>
            <ac:spMk id="8" creationId="{72482F73-5675-7D00-47E8-D277EFB0E771}"/>
          </ac:spMkLst>
        </pc:spChg>
        <pc:spChg chg="add mod">
          <ac:chgData name="Pal, Soumyendu" userId="68503d3d-ac8d-4828-9c3f-abc5a97f3674" providerId="ADAL" clId="{C619CCC9-C04B-4407-8927-7DE24DA5E3CB}" dt="2026-03-27T14:41:40.991" v="303" actId="6549"/>
          <ac:spMkLst>
            <pc:docMk/>
            <pc:sldMk cId="1614711342" sldId="2575"/>
            <ac:spMk id="12" creationId="{3728E98D-F608-A36D-48D6-68DE80F1B414}"/>
          </ac:spMkLst>
        </pc:spChg>
        <pc:spChg chg="add mod">
          <ac:chgData name="Pal, Soumyendu" userId="68503d3d-ac8d-4828-9c3f-abc5a97f3674" providerId="ADAL" clId="{C619CCC9-C04B-4407-8927-7DE24DA5E3CB}" dt="2026-03-27T14:42:33.499" v="320" actId="207"/>
          <ac:spMkLst>
            <pc:docMk/>
            <pc:sldMk cId="1614711342" sldId="2575"/>
            <ac:spMk id="14" creationId="{36464AD6-1557-D164-C308-1B0028D6F0E1}"/>
          </ac:spMkLst>
        </pc:spChg>
        <pc:picChg chg="add mod">
          <ac:chgData name="Pal, Soumyendu" userId="68503d3d-ac8d-4828-9c3f-abc5a97f3674" providerId="ADAL" clId="{C619CCC9-C04B-4407-8927-7DE24DA5E3CB}" dt="2026-03-27T14:15:41.034" v="95"/>
          <ac:picMkLst>
            <pc:docMk/>
            <pc:sldMk cId="1614711342" sldId="2575"/>
            <ac:picMk id="2" creationId="{83F731F7-C680-4925-728E-1DB09F6D7DAE}"/>
          </ac:picMkLst>
        </pc:picChg>
        <pc:picChg chg="mod">
          <ac:chgData name="Pal, Soumyendu" userId="68503d3d-ac8d-4828-9c3f-abc5a97f3674" providerId="ADAL" clId="{C619CCC9-C04B-4407-8927-7DE24DA5E3CB}" dt="2026-03-27T14:42:02.770" v="310" actId="1076"/>
          <ac:picMkLst>
            <pc:docMk/>
            <pc:sldMk cId="1614711342" sldId="2575"/>
            <ac:picMk id="5" creationId="{2A76F3EC-F8A1-403F-8E2C-3A90CCF58C2A}"/>
          </ac:picMkLst>
        </pc:picChg>
      </pc:sldChg>
      <pc:sldChg chg="addSp modSp mod">
        <pc:chgData name="Pal, Soumyendu" userId="68503d3d-ac8d-4828-9c3f-abc5a97f3674" providerId="ADAL" clId="{C619CCC9-C04B-4407-8927-7DE24DA5E3CB}" dt="2026-03-27T14:15:39.921" v="94"/>
        <pc:sldMkLst>
          <pc:docMk/>
          <pc:sldMk cId="3051255773" sldId="2576"/>
        </pc:sldMkLst>
        <pc:spChg chg="mod">
          <ac:chgData name="Pal, Soumyendu" userId="68503d3d-ac8d-4828-9c3f-abc5a97f3674" providerId="ADAL" clId="{C619CCC9-C04B-4407-8927-7DE24DA5E3CB}" dt="2026-03-27T14:15:16.270" v="67" actId="27636"/>
          <ac:spMkLst>
            <pc:docMk/>
            <pc:sldMk cId="3051255773" sldId="2576"/>
            <ac:spMk id="7" creationId="{41A99116-B53E-4F91-8C79-8B811D6CE4F9}"/>
          </ac:spMkLst>
        </pc:spChg>
        <pc:picChg chg="add mod">
          <ac:chgData name="Pal, Soumyendu" userId="68503d3d-ac8d-4828-9c3f-abc5a97f3674" providerId="ADAL" clId="{C619CCC9-C04B-4407-8927-7DE24DA5E3CB}" dt="2026-03-27T14:15:39.921" v="94"/>
          <ac:picMkLst>
            <pc:docMk/>
            <pc:sldMk cId="3051255773" sldId="2576"/>
            <ac:picMk id="2" creationId="{89ECDA43-FA7F-5F2B-342C-3E452DCB8945}"/>
          </ac:picMkLst>
        </pc:picChg>
      </pc:sldChg>
      <pc:sldChg chg="addSp modSp mod">
        <pc:chgData name="Pal, Soumyendu" userId="68503d3d-ac8d-4828-9c3f-abc5a97f3674" providerId="ADAL" clId="{C619CCC9-C04B-4407-8927-7DE24DA5E3CB}" dt="2026-03-27T14:15:48.844" v="96"/>
        <pc:sldMkLst>
          <pc:docMk/>
          <pc:sldMk cId="3337076773" sldId="2577"/>
        </pc:sldMkLst>
        <pc:spChg chg="mod">
          <ac:chgData name="Pal, Soumyendu" userId="68503d3d-ac8d-4828-9c3f-abc5a97f3674" providerId="ADAL" clId="{C619CCC9-C04B-4407-8927-7DE24DA5E3CB}" dt="2026-03-27T14:15:16.283" v="69" actId="27636"/>
          <ac:spMkLst>
            <pc:docMk/>
            <pc:sldMk cId="3337076773" sldId="2577"/>
            <ac:spMk id="4" creationId="{8FEAA759-322E-735D-C815-3327824B48AB}"/>
          </ac:spMkLst>
        </pc:spChg>
        <pc:spChg chg="mod">
          <ac:chgData name="Pal, Soumyendu" userId="68503d3d-ac8d-4828-9c3f-abc5a97f3674" providerId="ADAL" clId="{C619CCC9-C04B-4407-8927-7DE24DA5E3CB}" dt="2026-03-27T14:15:16.280" v="68" actId="27636"/>
          <ac:spMkLst>
            <pc:docMk/>
            <pc:sldMk cId="3337076773" sldId="2577"/>
            <ac:spMk id="6" creationId="{FED1457D-11E3-413B-BBF9-645C8C4FD387}"/>
          </ac:spMkLst>
        </pc:spChg>
        <pc:picChg chg="add mod">
          <ac:chgData name="Pal, Soumyendu" userId="68503d3d-ac8d-4828-9c3f-abc5a97f3674" providerId="ADAL" clId="{C619CCC9-C04B-4407-8927-7DE24DA5E3CB}" dt="2026-03-27T14:15:48.844" v="96"/>
          <ac:picMkLst>
            <pc:docMk/>
            <pc:sldMk cId="3337076773" sldId="2577"/>
            <ac:picMk id="2" creationId="{9FB6CD16-3837-D8C6-03DE-5AC3B472026F}"/>
          </ac:picMkLst>
        </pc:picChg>
      </pc:sldChg>
      <pc:sldChg chg="addSp modSp mod">
        <pc:chgData name="Pal, Soumyendu" userId="68503d3d-ac8d-4828-9c3f-abc5a97f3674" providerId="ADAL" clId="{C619CCC9-C04B-4407-8927-7DE24DA5E3CB}" dt="2026-03-27T14:15:50.209" v="97"/>
        <pc:sldMkLst>
          <pc:docMk/>
          <pc:sldMk cId="385455307" sldId="2578"/>
        </pc:sldMkLst>
        <pc:spChg chg="mod">
          <ac:chgData name="Pal, Soumyendu" userId="68503d3d-ac8d-4828-9c3f-abc5a97f3674" providerId="ADAL" clId="{C619CCC9-C04B-4407-8927-7DE24DA5E3CB}" dt="2026-03-27T14:15:16.292" v="70" actId="27636"/>
          <ac:spMkLst>
            <pc:docMk/>
            <pc:sldMk cId="385455307" sldId="2578"/>
            <ac:spMk id="8" creationId="{236BCC9F-82A3-4ABF-BCE6-42562D4E029F}"/>
          </ac:spMkLst>
        </pc:spChg>
        <pc:picChg chg="add mod">
          <ac:chgData name="Pal, Soumyendu" userId="68503d3d-ac8d-4828-9c3f-abc5a97f3674" providerId="ADAL" clId="{C619CCC9-C04B-4407-8927-7DE24DA5E3CB}" dt="2026-03-27T14:15:50.209" v="97"/>
          <ac:picMkLst>
            <pc:docMk/>
            <pc:sldMk cId="385455307" sldId="2578"/>
            <ac:picMk id="2" creationId="{C6C73726-E6F0-B492-4ED9-12DC63B52F1A}"/>
          </ac:picMkLst>
        </pc:picChg>
      </pc:sldChg>
      <pc:sldChg chg="addSp modSp mod">
        <pc:chgData name="Pal, Soumyendu" userId="68503d3d-ac8d-4828-9c3f-abc5a97f3674" providerId="ADAL" clId="{C619CCC9-C04B-4407-8927-7DE24DA5E3CB}" dt="2026-03-29T12:00:05.994" v="334"/>
        <pc:sldMkLst>
          <pc:docMk/>
          <pc:sldMk cId="3226728991" sldId="2579"/>
        </pc:sldMkLst>
        <pc:spChg chg="mod">
          <ac:chgData name="Pal, Soumyendu" userId="68503d3d-ac8d-4828-9c3f-abc5a97f3674" providerId="ADAL" clId="{C619CCC9-C04B-4407-8927-7DE24DA5E3CB}" dt="2026-03-27T14:15:16.324" v="75" actId="27636"/>
          <ac:spMkLst>
            <pc:docMk/>
            <pc:sldMk cId="3226728991" sldId="2579"/>
            <ac:spMk id="7" creationId="{66210A9A-C95F-446B-BCCD-48112CAB1533}"/>
          </ac:spMkLst>
        </pc:spChg>
        <pc:spChg chg="mod">
          <ac:chgData name="Pal, Soumyendu" userId="68503d3d-ac8d-4828-9c3f-abc5a97f3674" providerId="ADAL" clId="{C619CCC9-C04B-4407-8927-7DE24DA5E3CB}" dt="2026-03-27T14:15:16.319" v="74" actId="27636"/>
          <ac:spMkLst>
            <pc:docMk/>
            <pc:sldMk cId="3226728991" sldId="2579"/>
            <ac:spMk id="8" creationId="{5B3BAD6F-77D5-4FC3-BD4D-540F4880702A}"/>
          </ac:spMkLst>
        </pc:spChg>
        <pc:spChg chg="mod">
          <ac:chgData name="Pal, Soumyendu" userId="68503d3d-ac8d-4828-9c3f-abc5a97f3674" providerId="ADAL" clId="{C619CCC9-C04B-4407-8927-7DE24DA5E3CB}" dt="2026-03-27T14:15:16.337" v="78" actId="27636"/>
          <ac:spMkLst>
            <pc:docMk/>
            <pc:sldMk cId="3226728991" sldId="2579"/>
            <ac:spMk id="9" creationId="{7216B470-8F11-470A-9551-3693B77F69C2}"/>
          </ac:spMkLst>
        </pc:spChg>
        <pc:spChg chg="mod">
          <ac:chgData name="Pal, Soumyendu" userId="68503d3d-ac8d-4828-9c3f-abc5a97f3674" providerId="ADAL" clId="{C619CCC9-C04B-4407-8927-7DE24DA5E3CB}" dt="2026-03-27T14:15:16.304" v="71" actId="27636"/>
          <ac:spMkLst>
            <pc:docMk/>
            <pc:sldMk cId="3226728991" sldId="2579"/>
            <ac:spMk id="10" creationId="{7595FB13-4247-4DD9-A466-5E8FFB266C0E}"/>
          </ac:spMkLst>
        </pc:spChg>
        <pc:spChg chg="mod">
          <ac:chgData name="Pal, Soumyendu" userId="68503d3d-ac8d-4828-9c3f-abc5a97f3674" providerId="ADAL" clId="{C619CCC9-C04B-4407-8927-7DE24DA5E3CB}" dt="2026-03-27T14:15:16.333" v="77" actId="27636"/>
          <ac:spMkLst>
            <pc:docMk/>
            <pc:sldMk cId="3226728991" sldId="2579"/>
            <ac:spMk id="11" creationId="{E38C41F3-D453-4B40-B8AF-60F2CF3E86CE}"/>
          </ac:spMkLst>
        </pc:spChg>
        <pc:spChg chg="mod">
          <ac:chgData name="Pal, Soumyendu" userId="68503d3d-ac8d-4828-9c3f-abc5a97f3674" providerId="ADAL" clId="{C619CCC9-C04B-4407-8927-7DE24DA5E3CB}" dt="2026-03-27T14:15:16.328" v="76" actId="27636"/>
          <ac:spMkLst>
            <pc:docMk/>
            <pc:sldMk cId="3226728991" sldId="2579"/>
            <ac:spMk id="12" creationId="{9681BB1F-5C4C-44B1-A4EF-E2E12FDD3F9A}"/>
          </ac:spMkLst>
        </pc:spChg>
        <pc:spChg chg="mod">
          <ac:chgData name="Pal, Soumyendu" userId="68503d3d-ac8d-4828-9c3f-abc5a97f3674" providerId="ADAL" clId="{C619CCC9-C04B-4407-8927-7DE24DA5E3CB}" dt="2026-03-27T14:44:29.136" v="330" actId="403"/>
          <ac:spMkLst>
            <pc:docMk/>
            <pc:sldMk cId="3226728991" sldId="2579"/>
            <ac:spMk id="13" creationId="{1CE0C60D-DB7D-434C-A7B6-A50335D562BE}"/>
          </ac:spMkLst>
        </pc:spChg>
        <pc:spChg chg="mod">
          <ac:chgData name="Pal, Soumyendu" userId="68503d3d-ac8d-4828-9c3f-abc5a97f3674" providerId="ADAL" clId="{C619CCC9-C04B-4407-8927-7DE24DA5E3CB}" dt="2026-03-27T14:15:16.340" v="79" actId="27636"/>
          <ac:spMkLst>
            <pc:docMk/>
            <pc:sldMk cId="3226728991" sldId="2579"/>
            <ac:spMk id="14" creationId="{09339875-70E5-4CBA-AEF6-B4BDE0A6E9FF}"/>
          </ac:spMkLst>
        </pc:spChg>
        <pc:spChg chg="mod">
          <ac:chgData name="Pal, Soumyendu" userId="68503d3d-ac8d-4828-9c3f-abc5a97f3674" providerId="ADAL" clId="{C619CCC9-C04B-4407-8927-7DE24DA5E3CB}" dt="2026-03-27T14:15:16.312" v="73" actId="27636"/>
          <ac:spMkLst>
            <pc:docMk/>
            <pc:sldMk cId="3226728991" sldId="2579"/>
            <ac:spMk id="15" creationId="{26FF6D7D-AB95-44D7-9294-474FBEFD9304}"/>
          </ac:spMkLst>
        </pc:spChg>
        <pc:picChg chg="add mod">
          <ac:chgData name="Pal, Soumyendu" userId="68503d3d-ac8d-4828-9c3f-abc5a97f3674" providerId="ADAL" clId="{C619CCC9-C04B-4407-8927-7DE24DA5E3CB}" dt="2026-03-29T12:00:05.994" v="334"/>
          <ac:picMkLst>
            <pc:docMk/>
            <pc:sldMk cId="3226728991" sldId="2579"/>
            <ac:picMk id="2" creationId="{CC300D01-2057-910F-992D-BB8609DB6344}"/>
          </ac:picMkLst>
        </pc:picChg>
      </pc:sldChg>
      <pc:sldChg chg="addSp modSp mod">
        <pc:chgData name="Pal, Soumyendu" userId="68503d3d-ac8d-4828-9c3f-abc5a97f3674" providerId="ADAL" clId="{C619CCC9-C04B-4407-8927-7DE24DA5E3CB}" dt="2026-03-27T14:15:51.754" v="98"/>
        <pc:sldMkLst>
          <pc:docMk/>
          <pc:sldMk cId="1587053840" sldId="2580"/>
        </pc:sldMkLst>
        <pc:spChg chg="mod">
          <ac:chgData name="Pal, Soumyendu" userId="68503d3d-ac8d-4828-9c3f-abc5a97f3674" providerId="ADAL" clId="{C619CCC9-C04B-4407-8927-7DE24DA5E3CB}" dt="2026-03-27T14:15:16.355" v="80" actId="27636"/>
          <ac:spMkLst>
            <pc:docMk/>
            <pc:sldMk cId="1587053840" sldId="2580"/>
            <ac:spMk id="8" creationId="{E9BF72D6-441C-4349-A984-7B8C0D52D4C4}"/>
          </ac:spMkLst>
        </pc:spChg>
        <pc:picChg chg="add mod">
          <ac:chgData name="Pal, Soumyendu" userId="68503d3d-ac8d-4828-9c3f-abc5a97f3674" providerId="ADAL" clId="{C619CCC9-C04B-4407-8927-7DE24DA5E3CB}" dt="2026-03-27T14:15:51.754" v="98"/>
          <ac:picMkLst>
            <pc:docMk/>
            <pc:sldMk cId="1587053840" sldId="2580"/>
            <ac:picMk id="2" creationId="{DCE1E8FF-4E04-9961-4B33-BE156171AA77}"/>
          </ac:picMkLst>
        </pc:picChg>
      </pc:sldChg>
      <pc:sldChg chg="addSp modSp mod modNotesTx">
        <pc:chgData name="Pal, Soumyendu" userId="68503d3d-ac8d-4828-9c3f-abc5a97f3674" providerId="ADAL" clId="{C619CCC9-C04B-4407-8927-7DE24DA5E3CB}" dt="2026-03-29T11:22:28.689" v="333" actId="15"/>
        <pc:sldMkLst>
          <pc:docMk/>
          <pc:sldMk cId="2589095432" sldId="2581"/>
        </pc:sldMkLst>
        <pc:spChg chg="mod">
          <ac:chgData name="Pal, Soumyendu" userId="68503d3d-ac8d-4828-9c3f-abc5a97f3674" providerId="ADAL" clId="{C619CCC9-C04B-4407-8927-7DE24DA5E3CB}" dt="2026-03-27T14:15:16.369" v="81" actId="27636"/>
          <ac:spMkLst>
            <pc:docMk/>
            <pc:sldMk cId="2589095432" sldId="2581"/>
            <ac:spMk id="4" creationId="{0F6EF0D7-D717-1912-B82B-576FBAFD2AD1}"/>
          </ac:spMkLst>
        </pc:spChg>
        <pc:spChg chg="mod">
          <ac:chgData name="Pal, Soumyendu" userId="68503d3d-ac8d-4828-9c3f-abc5a97f3674" providerId="ADAL" clId="{C619CCC9-C04B-4407-8927-7DE24DA5E3CB}" dt="2026-03-27T14:16:14.058" v="109" actId="403"/>
          <ac:spMkLst>
            <pc:docMk/>
            <pc:sldMk cId="2589095432" sldId="2581"/>
            <ac:spMk id="6" creationId="{0C8B3A8C-6474-40D0-AB2B-B8C287090F9C}"/>
          </ac:spMkLst>
        </pc:spChg>
        <pc:picChg chg="add mod">
          <ac:chgData name="Pal, Soumyendu" userId="68503d3d-ac8d-4828-9c3f-abc5a97f3674" providerId="ADAL" clId="{C619CCC9-C04B-4407-8927-7DE24DA5E3CB}" dt="2026-03-27T14:15:53.128" v="99"/>
          <ac:picMkLst>
            <pc:docMk/>
            <pc:sldMk cId="2589095432" sldId="2581"/>
            <ac:picMk id="2" creationId="{658FFC85-3325-B9B2-165E-4DE76EBC001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6D7A2B-97DF-477B-84DF-E15C4B063ACD}" type="datetimeFigureOut">
              <a:t>3/29/2026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142B8A-87FB-47BB-BD8D-3AAA27D98393}" type="slidenum">
              <a:t>‹#›</a:t>
            </a:fld>
            <a:endParaRPr lang="en-US"/>
          </a:p>
        </p:txBody>
      </p:sp>
    </p:spTree>
    <p:extLst>
      <p:ext uri="{BB962C8B-B14F-4D97-AF65-F5344CB8AC3E}">
        <p14:creationId xmlns:p14="http://schemas.microsoft.com/office/powerpoint/2010/main" val="2927175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2DB87B-33A7-46FA-8BE1-3702F0AD78B8}" type="slidenum">
              <a:t>1</a:t>
            </a:fld>
            <a:endParaRPr lang="en-US"/>
          </a:p>
        </p:txBody>
      </p:sp>
    </p:spTree>
    <p:extLst>
      <p:ext uri="{BB962C8B-B14F-4D97-AF65-F5344CB8AC3E}">
        <p14:creationId xmlns:p14="http://schemas.microsoft.com/office/powerpoint/2010/main" val="379749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2DB87B-33A7-46FA-8BE1-3702F0AD78B8}" type="slidenum">
              <a:t>2</a:t>
            </a:fld>
            <a:endParaRPr lang="en-US"/>
          </a:p>
        </p:txBody>
      </p:sp>
    </p:spTree>
    <p:extLst>
      <p:ext uri="{BB962C8B-B14F-4D97-AF65-F5344CB8AC3E}">
        <p14:creationId xmlns:p14="http://schemas.microsoft.com/office/powerpoint/2010/main" val="4146428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Ansible Roles are a structured mechanism for organizing automation content into reusable, maintainable, and scalable components. Instead of writing long, monolithic playbooks, roles allow automation engineers to break configuration management and orchestration logic into logical building blocks that each serve a single responsibility. A role typically encapsulates tasks, variables, handlers, templates, and files that together implement a specific function, such as installing a web server, configuring security baselines, or managing users. This modularity is particularly important in enterprise environments where automation must be applied consistently across multiple hosts, environments, and teams. For example, a single Apache role can be reused across development, staging, and production environments simply by overriding variables, without duplicating task logic. Roles also promote separation of concerns: playbooks define *what* should run and *where*, while roles define *how* a specific function is implemented. This distinction improves readability and makes troubleshooting easier, as issues can be isolated to a specific role rather than a large playbook. Another critical advantage of roles is collaboration. Multiple engineers can work on different roles independently, reducing merge conflicts and enabling parallel development. Roles align closely with Ansible best practices and are the foundation for sharing automation via Ansible Galaxy, allowing teams to leverage community‑maintained roles or publish internal standards. Overall, roles transform Ansible from a simple task runner into a scalable automation framework suitable for complex infrastructure and application deployments. 
</a:t>
            </a:r>
          </a:p>
        </p:txBody>
      </p:sp>
      <p:sp>
        <p:nvSpPr>
          <p:cNvPr id="4" name="Slide Number Placeholder 3"/>
          <p:cNvSpPr>
            <a:spLocks noGrp="1"/>
          </p:cNvSpPr>
          <p:nvPr>
            <p:ph type="sldNum" sz="quarter" idx="5"/>
          </p:nvPr>
        </p:nvSpPr>
        <p:spPr/>
        <p:txBody>
          <a:bodyPr/>
          <a:lstStyle/>
          <a:p>
            <a:fld id="{862DB87B-33A7-46FA-8BE1-3702F0AD78B8}" type="slidenum">
              <a:t>3</a:t>
            </a:fld>
            <a:endParaRPr lang="en-US"/>
          </a:p>
        </p:txBody>
      </p:sp>
    </p:spTree>
    <p:extLst>
      <p:ext uri="{BB962C8B-B14F-4D97-AF65-F5344CB8AC3E}">
        <p14:creationId xmlns:p14="http://schemas.microsoft.com/office/powerpoint/2010/main" val="2343409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Agenda and Learning Objectives 
 Image source: Microsoft 365 content library</a:t>
            </a:r>
          </a:p>
        </p:txBody>
      </p:sp>
      <p:sp>
        <p:nvSpPr>
          <p:cNvPr id="4" name="Slide Number Placeholder 3"/>
          <p:cNvSpPr>
            <a:spLocks noGrp="1"/>
          </p:cNvSpPr>
          <p:nvPr>
            <p:ph type="sldNum" sz="quarter" idx="5"/>
          </p:nvPr>
        </p:nvSpPr>
        <p:spPr/>
        <p:txBody>
          <a:bodyPr/>
          <a:lstStyle/>
          <a:p>
            <a:fld id="{862DB87B-33A7-46FA-8BE1-3702F0AD78B8}" type="slidenum">
              <a:t>4</a:t>
            </a:fld>
            <a:endParaRPr lang="en-US"/>
          </a:p>
        </p:txBody>
      </p:sp>
    </p:spTree>
    <p:extLst>
      <p:ext uri="{BB962C8B-B14F-4D97-AF65-F5344CB8AC3E}">
        <p14:creationId xmlns:p14="http://schemas.microsoft.com/office/powerpoint/2010/main" val="1338142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is designed to guide learners step by step through the practical and conceptual aspects of Ansible Roles, starting from fundamental definitions and progressing toward real‑world usage patterns. The initial objective is to build a clear understanding of what roles are and why they are essential for managing larger automation projects. From there, the session focuses on the standardized directory structure that every role follows, explaining the purpose of each directory and how Ansible processes them during execution. Learners are then introduced to Ansible Galaxy, the official ecosystem for creating and distributing roles, including how to scaffold new roles quickly and safely. A key learning goal is enabling participants to migrate existing playbooks into roles, a common task when refactoring legacy automation. The presentation also covers different methods for executing roles within playbooks, highlighting best practices and common pitfalls. Parameterization using variables is addressed to demonstrate how roles can be customized without modifying internal logic, which is critical for reuse across environments. Finally, role dependencies are discussed to show how complex automation stacks can be composed from smaller, layered roles. By the end of this session, learners should be able to design, create, execute, and maintain Ansible roles confidently, applying industry‑standard patterns that improve reliability, readability, and long‑term maintainability of their automation codebases. 
 Image source: Microsoft 365 content library</a:t>
            </a:r>
          </a:p>
        </p:txBody>
      </p:sp>
      <p:sp>
        <p:nvSpPr>
          <p:cNvPr id="4" name="Slide Number Placeholder 3"/>
          <p:cNvSpPr>
            <a:spLocks noGrp="1"/>
          </p:cNvSpPr>
          <p:nvPr>
            <p:ph type="sldNum" sz="quarter" idx="5"/>
          </p:nvPr>
        </p:nvSpPr>
        <p:spPr/>
        <p:txBody>
          <a:bodyPr/>
          <a:lstStyle/>
          <a:p>
            <a:fld id="{862DB87B-33A7-46FA-8BE1-3702F0AD78B8}" type="slidenum">
              <a:t>5</a:t>
            </a:fld>
            <a:endParaRPr lang="en-US"/>
          </a:p>
        </p:txBody>
      </p:sp>
    </p:spTree>
    <p:extLst>
      <p:ext uri="{BB962C8B-B14F-4D97-AF65-F5344CB8AC3E}">
        <p14:creationId xmlns:p14="http://schemas.microsoft.com/office/powerpoint/2010/main" val="697340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Are Roles in Ansible? 
 Image source: Microsoft 365 content library</a:t>
            </a:r>
          </a:p>
        </p:txBody>
      </p:sp>
      <p:sp>
        <p:nvSpPr>
          <p:cNvPr id="4" name="Slide Number Placeholder 3"/>
          <p:cNvSpPr>
            <a:spLocks noGrp="1"/>
          </p:cNvSpPr>
          <p:nvPr>
            <p:ph type="sldNum" sz="quarter" idx="5"/>
          </p:nvPr>
        </p:nvSpPr>
        <p:spPr/>
        <p:txBody>
          <a:bodyPr/>
          <a:lstStyle/>
          <a:p>
            <a:fld id="{862DB87B-33A7-46FA-8BE1-3702F0AD78B8}" type="slidenum">
              <a:t>6</a:t>
            </a:fld>
            <a:endParaRPr lang="en-US"/>
          </a:p>
        </p:txBody>
      </p:sp>
    </p:spTree>
    <p:extLst>
      <p:ext uri="{BB962C8B-B14F-4D97-AF65-F5344CB8AC3E}">
        <p14:creationId xmlns:p14="http://schemas.microsoft.com/office/powerpoint/2010/main" val="4176440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 Ansible, a role is a well‑defined directory structure that contains automation logic related to a specific purpose. Conceptually, roles serve as self‑contained units of automation that can be easily reused and shared. Each role includes tasks that define actions to be performed, variables that control behavior, handlers that respond to changes, and optional templates and files used during configuration. This structure allows Ansible to automatically load and apply components in a predictable order, reducing ambiguity during execution. For instance, when a role is invoked, Ansible knows to start with tasks/</a:t>
            </a:r>
            <a:r>
              <a:rPr lang="en-US" dirty="0" err="1"/>
              <a:t>main.yml</a:t>
            </a:r>
            <a:r>
              <a:rPr lang="en-US" dirty="0"/>
              <a:t>, load default variables from defaults/</a:t>
            </a:r>
            <a:r>
              <a:rPr lang="en-US" dirty="0" err="1"/>
              <a:t>main.yml</a:t>
            </a:r>
            <a:r>
              <a:rPr lang="en-US" dirty="0"/>
              <a:t>, apply higher‑priority variables from vars/</a:t>
            </a:r>
            <a:r>
              <a:rPr lang="en-US" dirty="0" err="1"/>
              <a:t>main.yml</a:t>
            </a:r>
            <a:r>
              <a:rPr lang="en-US" dirty="0"/>
              <a:t>, and register any handlers defined in handlers/</a:t>
            </a:r>
            <a:r>
              <a:rPr lang="en-US" dirty="0" err="1"/>
              <a:t>main.yml</a:t>
            </a:r>
            <a:r>
              <a:rPr lang="en-US" dirty="0"/>
              <a:t>. Compared to writing everything directly in a playbook, this approach significantly improves clarity and consistency. Roles are particularly valuable in large environments where the same automation logic must be applied repeatedly, such as configuring hundreds of servers with identical baseline settings. By encapsulating this logic into roles, teams can enforce standards and reduce configuration drift. Roles also support documentation through README.md files, making it easier for new team members to understand how automation works. In practice, roles are the building blocks of professional Ansible automation and are essential for teams aiming to scale beyond small, one‑off playbooks. 
 Image source: Microsoft 365 content library</a:t>
            </a:r>
          </a:p>
        </p:txBody>
      </p:sp>
      <p:sp>
        <p:nvSpPr>
          <p:cNvPr id="4" name="Slide Number Placeholder 3"/>
          <p:cNvSpPr>
            <a:spLocks noGrp="1"/>
          </p:cNvSpPr>
          <p:nvPr>
            <p:ph type="sldNum" sz="quarter" idx="5"/>
          </p:nvPr>
        </p:nvSpPr>
        <p:spPr/>
        <p:txBody>
          <a:bodyPr/>
          <a:lstStyle/>
          <a:p>
            <a:fld id="{862DB87B-33A7-46FA-8BE1-3702F0AD78B8}" type="slidenum">
              <a:t>7</a:t>
            </a:fld>
            <a:endParaRPr lang="en-US"/>
          </a:p>
        </p:txBody>
      </p:sp>
    </p:spTree>
    <p:extLst>
      <p:ext uri="{BB962C8B-B14F-4D97-AF65-F5344CB8AC3E}">
        <p14:creationId xmlns:p14="http://schemas.microsoft.com/office/powerpoint/2010/main" val="2395968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Standard Role Directory Structure</a:t>
            </a:r>
          </a:p>
        </p:txBody>
      </p:sp>
      <p:sp>
        <p:nvSpPr>
          <p:cNvPr id="4" name="Slide Number Placeholder 3"/>
          <p:cNvSpPr>
            <a:spLocks noGrp="1"/>
          </p:cNvSpPr>
          <p:nvPr>
            <p:ph type="sldNum" sz="quarter" idx="5"/>
          </p:nvPr>
        </p:nvSpPr>
        <p:spPr/>
        <p:txBody>
          <a:bodyPr/>
          <a:lstStyle/>
          <a:p>
            <a:fld id="{862DB87B-33A7-46FA-8BE1-3702F0AD78B8}" type="slidenum">
              <a:t>8</a:t>
            </a:fld>
            <a:endParaRPr lang="en-US"/>
          </a:p>
        </p:txBody>
      </p:sp>
    </p:spTree>
    <p:extLst>
      <p:ext uri="{BB962C8B-B14F-4D97-AF65-F5344CB8AC3E}">
        <p14:creationId xmlns:p14="http://schemas.microsoft.com/office/powerpoint/2010/main" val="1540813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defining characteristic of Ansible Roles is their standardized directory structure, which ensures consistency and predictability across projects. At the core of every role is the tasks directory, where tasks/</a:t>
            </a:r>
            <a:r>
              <a:rPr lang="en-US" dirty="0" err="1"/>
              <a:t>main.yml</a:t>
            </a:r>
            <a:r>
              <a:rPr lang="en-US" dirty="0"/>
              <a:t> serves as the entry point for execution. Variables are split into defaults and vars directories, allowing fine‑grained control over variable precedence; defaults contain low‑priority, easily overridden values, while vars hold higher‑priority settings that are less commonly changed. Handlers are stored in the handlers directory and are triggered only when notified by tasks, making them ideal for service restarts and reloads. The files directory holds static files that need to be copied to managed hosts, while templates contains Jinja2 templates for dynamic configuration files. The meta directory is used to define role metadata and dependencies, enabling roles to automatically pull in prerequisite roles. Many roles also include a tests directory with simple test playbooks and inventories to validate behavior. Finally, the README.md file documents the role’s purpose, variables, and usage. This structure not only helps Ansible process roles correctly but also helps humans navigate and maintain automation code. By adhering to this layout, teams ensure that roles remain understandable, testable, and reusable over time. 
 Image source: Microsoft 365 content library</a:t>
            </a:r>
          </a:p>
        </p:txBody>
      </p:sp>
      <p:sp>
        <p:nvSpPr>
          <p:cNvPr id="4" name="Slide Number Placeholder 3"/>
          <p:cNvSpPr>
            <a:spLocks noGrp="1"/>
          </p:cNvSpPr>
          <p:nvPr>
            <p:ph type="sldNum" sz="quarter" idx="5"/>
          </p:nvPr>
        </p:nvSpPr>
        <p:spPr/>
        <p:txBody>
          <a:bodyPr/>
          <a:lstStyle/>
          <a:p>
            <a:fld id="{862DB87B-33A7-46FA-8BE1-3702F0AD78B8}" type="slidenum">
              <a:t>9</a:t>
            </a:fld>
            <a:endParaRPr lang="en-US"/>
          </a:p>
        </p:txBody>
      </p:sp>
    </p:spTree>
    <p:extLst>
      <p:ext uri="{BB962C8B-B14F-4D97-AF65-F5344CB8AC3E}">
        <p14:creationId xmlns:p14="http://schemas.microsoft.com/office/powerpoint/2010/main" val="8624965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Creating Roles with Ansible Galaxy 
 Image source: Microsoft 365 content library</a:t>
            </a:r>
          </a:p>
        </p:txBody>
      </p:sp>
      <p:sp>
        <p:nvSpPr>
          <p:cNvPr id="4" name="Slide Number Placeholder 3"/>
          <p:cNvSpPr>
            <a:spLocks noGrp="1"/>
          </p:cNvSpPr>
          <p:nvPr>
            <p:ph type="sldNum" sz="quarter" idx="5"/>
          </p:nvPr>
        </p:nvSpPr>
        <p:spPr/>
        <p:txBody>
          <a:bodyPr/>
          <a:lstStyle/>
          <a:p>
            <a:fld id="{862DB87B-33A7-46FA-8BE1-3702F0AD78B8}" type="slidenum">
              <a:t>10</a:t>
            </a:fld>
            <a:endParaRPr lang="en-US"/>
          </a:p>
        </p:txBody>
      </p:sp>
    </p:spTree>
    <p:extLst>
      <p:ext uri="{BB962C8B-B14F-4D97-AF65-F5344CB8AC3E}">
        <p14:creationId xmlns:p14="http://schemas.microsoft.com/office/powerpoint/2010/main" val="2744958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Ansible Galaxy provides both a public repository of community roles and a command‑line tool for creating new roles that follow best practices. Using the ansible‑galaxy init command, engineers can quickly scaffold a role with the recommended directory structure and placeholder files. This saves time and reduces the risk of structural errors that could cause execution issues later. For example, running ansible‑galaxy init myrole instantly creates directories for tasks, handlers, defaults, vars, templates, files, meta, and tests, along with a README.md file. Beyond scaffolding, Galaxy enables teams to discover and reuse vetted community roles for common tasks such as installing databases, configuring monitoring agents, or managing cloud resources. When using external roles, it is important to pin versions to ensure repeatable builds and avoid unexpected changes. Internally developed roles can also be published to private Galaxy servers or version control systems. By standardizing role creation through Galaxy, teams establish consistent automation patterns and reduce onboarding time for new contributors. Galaxy therefore acts as both a productivity tool and a governance mechanism within Ansible ecosystems. 
 Image source: Microsoft 365 content library</a:t>
            </a:r>
          </a:p>
        </p:txBody>
      </p:sp>
      <p:sp>
        <p:nvSpPr>
          <p:cNvPr id="4" name="Slide Number Placeholder 3"/>
          <p:cNvSpPr>
            <a:spLocks noGrp="1"/>
          </p:cNvSpPr>
          <p:nvPr>
            <p:ph type="sldNum" sz="quarter" idx="5"/>
          </p:nvPr>
        </p:nvSpPr>
        <p:spPr/>
        <p:txBody>
          <a:bodyPr/>
          <a:lstStyle/>
          <a:p>
            <a:fld id="{862DB87B-33A7-46FA-8BE1-3702F0AD78B8}" type="slidenum">
              <a:t>11</a:t>
            </a:fld>
            <a:endParaRPr lang="en-US"/>
          </a:p>
        </p:txBody>
      </p:sp>
    </p:spTree>
    <p:extLst>
      <p:ext uri="{BB962C8B-B14F-4D97-AF65-F5344CB8AC3E}">
        <p14:creationId xmlns:p14="http://schemas.microsoft.com/office/powerpoint/2010/main" val="3838999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Migrating Existing Playbooks into Roles 
 Image source: Microsoft 365 content library</a:t>
            </a:r>
          </a:p>
        </p:txBody>
      </p:sp>
      <p:sp>
        <p:nvSpPr>
          <p:cNvPr id="4" name="Slide Number Placeholder 3"/>
          <p:cNvSpPr>
            <a:spLocks noGrp="1"/>
          </p:cNvSpPr>
          <p:nvPr>
            <p:ph type="sldNum" sz="quarter" idx="5"/>
          </p:nvPr>
        </p:nvSpPr>
        <p:spPr/>
        <p:txBody>
          <a:bodyPr/>
          <a:lstStyle/>
          <a:p>
            <a:fld id="{862DB87B-33A7-46FA-8BE1-3702F0AD78B8}" type="slidenum">
              <a:t>12</a:t>
            </a:fld>
            <a:endParaRPr lang="en-US"/>
          </a:p>
        </p:txBody>
      </p:sp>
    </p:spTree>
    <p:extLst>
      <p:ext uri="{BB962C8B-B14F-4D97-AF65-F5344CB8AC3E}">
        <p14:creationId xmlns:p14="http://schemas.microsoft.com/office/powerpoint/2010/main" val="33313719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Migrating an existing playbook into a role is a common refactoring task when automation grows in size or complexity. The process typically begins by identifying a logical unit of work within the playbook, such as installing a package or configuring a service. A new role directory structure is then created, either manually or using ansible‑galaxy </a:t>
            </a:r>
            <a:r>
              <a:rPr lang="en-US" dirty="0" err="1"/>
              <a:t>init.</a:t>
            </a:r>
            <a:r>
              <a:rPr lang="en-US" dirty="0"/>
              <a:t> Tasks from the original playbook are moved into tasks/</a:t>
            </a:r>
            <a:r>
              <a:rPr lang="en-US" dirty="0" err="1"/>
              <a:t>main.yml</a:t>
            </a:r>
            <a:r>
              <a:rPr lang="en-US" dirty="0"/>
              <a:t>, while any handlers are relocated to handlers/</a:t>
            </a:r>
            <a:r>
              <a:rPr lang="en-US" dirty="0" err="1"/>
              <a:t>main.yml</a:t>
            </a:r>
            <a:r>
              <a:rPr lang="en-US" dirty="0"/>
              <a:t>. Templates and static files should be placed into the templates and files directories respectively, and variables should be centralized into defaults or vars depending on their intended flexibility. Once the role is structured, the original playbook is simplified to invoke the role using the roles section or </a:t>
            </a:r>
            <a:r>
              <a:rPr lang="en-US" dirty="0" err="1"/>
              <a:t>include_role</a:t>
            </a:r>
            <a:r>
              <a:rPr lang="en-US" dirty="0"/>
              <a:t>. Iterative testing is critical during migration to ensure behavior remains unchanged. This refactoring improves readability and allows the extracted role to be reused elsewhere. Over time, migrating playbooks into roles leads to a cleaner automation codebase that is easier to maintain, test, and extend.</a:t>
            </a:r>
          </a:p>
        </p:txBody>
      </p:sp>
      <p:sp>
        <p:nvSpPr>
          <p:cNvPr id="4" name="Slide Number Placeholder 3"/>
          <p:cNvSpPr>
            <a:spLocks noGrp="1"/>
          </p:cNvSpPr>
          <p:nvPr>
            <p:ph type="sldNum" sz="quarter" idx="5"/>
          </p:nvPr>
        </p:nvSpPr>
        <p:spPr/>
        <p:txBody>
          <a:bodyPr/>
          <a:lstStyle/>
          <a:p>
            <a:fld id="{862DB87B-33A7-46FA-8BE1-3702F0AD78B8}" type="slidenum">
              <a:t>13</a:t>
            </a:fld>
            <a:endParaRPr lang="en-US"/>
          </a:p>
        </p:txBody>
      </p:sp>
    </p:spTree>
    <p:extLst>
      <p:ext uri="{BB962C8B-B14F-4D97-AF65-F5344CB8AC3E}">
        <p14:creationId xmlns:p14="http://schemas.microsoft.com/office/powerpoint/2010/main" val="28695795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Executing Roles in Playbooks 
 Image source: Microsoft 365 content library</a:t>
            </a:r>
          </a:p>
        </p:txBody>
      </p:sp>
      <p:sp>
        <p:nvSpPr>
          <p:cNvPr id="4" name="Slide Number Placeholder 3"/>
          <p:cNvSpPr>
            <a:spLocks noGrp="1"/>
          </p:cNvSpPr>
          <p:nvPr>
            <p:ph type="sldNum" sz="quarter" idx="5"/>
          </p:nvPr>
        </p:nvSpPr>
        <p:spPr/>
        <p:txBody>
          <a:bodyPr/>
          <a:lstStyle/>
          <a:p>
            <a:fld id="{862DB87B-33A7-46FA-8BE1-3702F0AD78B8}" type="slidenum">
              <a:t>14</a:t>
            </a:fld>
            <a:endParaRPr lang="en-US"/>
          </a:p>
        </p:txBody>
      </p:sp>
    </p:spTree>
    <p:extLst>
      <p:ext uri="{BB962C8B-B14F-4D97-AF65-F5344CB8AC3E}">
        <p14:creationId xmlns:p14="http://schemas.microsoft.com/office/powerpoint/2010/main" val="2052941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Ansible provides multiple ways to execute roles, each suited to different use cases. The most common and recommended method is defining roles under the roles section of a playbook. This approach is declarative and easy to read, making it ideal for static role assignments. Alternatively, roles can be executed dynamically using the </a:t>
            </a:r>
            <a:r>
              <a:rPr lang="en-US" dirty="0" err="1"/>
              <a:t>include_role</a:t>
            </a:r>
            <a:r>
              <a:rPr lang="en-US" dirty="0"/>
              <a:t> or </a:t>
            </a:r>
            <a:r>
              <a:rPr lang="en-US" dirty="0" err="1"/>
              <a:t>import_role</a:t>
            </a:r>
            <a:r>
              <a:rPr lang="en-US" dirty="0"/>
              <a:t> modules within tasks. Dynamic inclusion is useful when role execution depends on conditions, variables, or runtime decisions. Understanding the difference between </a:t>
            </a:r>
            <a:r>
              <a:rPr lang="en-US" dirty="0" err="1"/>
              <a:t>include_role</a:t>
            </a:r>
            <a:r>
              <a:rPr lang="en-US" dirty="0"/>
              <a:t> and </a:t>
            </a:r>
            <a:r>
              <a:rPr lang="en-US" dirty="0" err="1"/>
              <a:t>import_role</a:t>
            </a:r>
            <a:r>
              <a:rPr lang="en-US" dirty="0"/>
              <a:t> is important, as </a:t>
            </a:r>
            <a:r>
              <a:rPr lang="en-US" dirty="0" err="1"/>
              <a:t>include_role</a:t>
            </a:r>
            <a:r>
              <a:rPr lang="en-US" dirty="0"/>
              <a:t> is processed at runtime while </a:t>
            </a:r>
            <a:r>
              <a:rPr lang="en-US" dirty="0" err="1"/>
              <a:t>import_role</a:t>
            </a:r>
            <a:r>
              <a:rPr lang="en-US" dirty="0"/>
              <a:t> is processed at playbook parsing time. Choosing the appropriate execution method helps maintain clarity and predictability in automation workflows. In most cases, simple role execution via the roles section should be preferred, reserving dynamic inclusion for advanced scenarios. Mastery of these execution patterns allows engineers to design flexible yet maintainable playbooks that adapt to complex requirements without sacrificing readability.</a:t>
            </a:r>
          </a:p>
        </p:txBody>
      </p:sp>
      <p:sp>
        <p:nvSpPr>
          <p:cNvPr id="4" name="Slide Number Placeholder 3"/>
          <p:cNvSpPr>
            <a:spLocks noGrp="1"/>
          </p:cNvSpPr>
          <p:nvPr>
            <p:ph type="sldNum" sz="quarter" idx="5"/>
          </p:nvPr>
        </p:nvSpPr>
        <p:spPr/>
        <p:txBody>
          <a:bodyPr/>
          <a:lstStyle/>
          <a:p>
            <a:fld id="{862DB87B-33A7-46FA-8BE1-3702F0AD78B8}" type="slidenum">
              <a:t>15</a:t>
            </a:fld>
            <a:endParaRPr lang="en-US"/>
          </a:p>
        </p:txBody>
      </p:sp>
    </p:spTree>
    <p:extLst>
      <p:ext uri="{BB962C8B-B14F-4D97-AF65-F5344CB8AC3E}">
        <p14:creationId xmlns:p14="http://schemas.microsoft.com/office/powerpoint/2010/main" val="6416743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Role Parameters and Variable Overrides 
 Image source: Microsoft 365 content library</a:t>
            </a:r>
          </a:p>
        </p:txBody>
      </p:sp>
      <p:sp>
        <p:nvSpPr>
          <p:cNvPr id="4" name="Slide Number Placeholder 3"/>
          <p:cNvSpPr>
            <a:spLocks noGrp="1"/>
          </p:cNvSpPr>
          <p:nvPr>
            <p:ph type="sldNum" sz="quarter" idx="5"/>
          </p:nvPr>
        </p:nvSpPr>
        <p:spPr/>
        <p:txBody>
          <a:bodyPr/>
          <a:lstStyle/>
          <a:p>
            <a:fld id="{862DB87B-33A7-46FA-8BE1-3702F0AD78B8}" type="slidenum">
              <a:t>16</a:t>
            </a:fld>
            <a:endParaRPr lang="en-US"/>
          </a:p>
        </p:txBody>
      </p:sp>
    </p:spTree>
    <p:extLst>
      <p:ext uri="{BB962C8B-B14F-4D97-AF65-F5344CB8AC3E}">
        <p14:creationId xmlns:p14="http://schemas.microsoft.com/office/powerpoint/2010/main" val="1246953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Role parameterization is achieved through variables, enabling the same role to behave differently in different contexts without modifying its internal logic. Variables defined in defaults/</a:t>
            </a:r>
            <a:r>
              <a:rPr lang="en-US" dirty="0" err="1"/>
              <a:t>main.yml</a:t>
            </a:r>
            <a:r>
              <a:rPr lang="en-US" dirty="0"/>
              <a:t> provide sensible defaults that can be overridden at higher levels, such as in playbooks, inventories, or extra‑vars. This design allows roles to remain generic while still supporting environment‑specific customization. For example, a web server role might define a default package name of httpd, which can be overridden to nginx when applied to a different host group. Understanding Ansible’s variable precedence is essential to using role parameters effectively, as conflicts can lead to unexpected behavior if not managed carefully. Well‑designed roles clearly document their variables in the README.md file, explaining purpose, expected values, and defaults. Parameterization significantly increases reusability and reduces duplication, allowing a single role to support multiple operating systems, environments, or application configurations. In professional automation projects, thoughtful variable design is a key indicator of role quality.</a:t>
            </a:r>
          </a:p>
        </p:txBody>
      </p:sp>
      <p:sp>
        <p:nvSpPr>
          <p:cNvPr id="4" name="Slide Number Placeholder 3"/>
          <p:cNvSpPr>
            <a:spLocks noGrp="1"/>
          </p:cNvSpPr>
          <p:nvPr>
            <p:ph type="sldNum" sz="quarter" idx="5"/>
          </p:nvPr>
        </p:nvSpPr>
        <p:spPr/>
        <p:txBody>
          <a:bodyPr/>
          <a:lstStyle/>
          <a:p>
            <a:fld id="{862DB87B-33A7-46FA-8BE1-3702F0AD78B8}" type="slidenum">
              <a:t>17</a:t>
            </a:fld>
            <a:endParaRPr lang="en-US"/>
          </a:p>
        </p:txBody>
      </p:sp>
    </p:spTree>
    <p:extLst>
      <p:ext uri="{BB962C8B-B14F-4D97-AF65-F5344CB8AC3E}">
        <p14:creationId xmlns:p14="http://schemas.microsoft.com/office/powerpoint/2010/main" val="20283151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Role Dependencies and Layered Automation 
 Image source: Microsoft 365 content library</a:t>
            </a:r>
          </a:p>
        </p:txBody>
      </p:sp>
      <p:sp>
        <p:nvSpPr>
          <p:cNvPr id="4" name="Slide Number Placeholder 3"/>
          <p:cNvSpPr>
            <a:spLocks noGrp="1"/>
          </p:cNvSpPr>
          <p:nvPr>
            <p:ph type="sldNum" sz="quarter" idx="5"/>
          </p:nvPr>
        </p:nvSpPr>
        <p:spPr/>
        <p:txBody>
          <a:bodyPr/>
          <a:lstStyle/>
          <a:p>
            <a:fld id="{862DB87B-33A7-46FA-8BE1-3702F0AD78B8}" type="slidenum">
              <a:t>18</a:t>
            </a:fld>
            <a:endParaRPr lang="en-US"/>
          </a:p>
        </p:txBody>
      </p:sp>
    </p:spTree>
    <p:extLst>
      <p:ext uri="{BB962C8B-B14F-4D97-AF65-F5344CB8AC3E}">
        <p14:creationId xmlns:p14="http://schemas.microsoft.com/office/powerpoint/2010/main" val="26245401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Role dependencies allow one role to automatically include and rely on other roles, enabling layered and composable automation designs. Dependencies are defined in the meta/</a:t>
            </a:r>
            <a:r>
              <a:rPr lang="en-US" dirty="0" err="1"/>
              <a:t>main.yml</a:t>
            </a:r>
            <a:r>
              <a:rPr lang="en-US" dirty="0"/>
              <a:t> file, where a role can specify prerequisite roles that must be executed first. This is particularly useful for enforcing baseline configurations, such as common system settings or security hardening, before applying application‑specific roles. When a role with dependencies is executed, Ansible ensures that all dependent roles run in the correct order. Dependencies can also accept variables, allowing additional customization of prerequisite roles. While powerful, dependencies should be used judiciously, as excessive coupling can make automation harder to reason about. Best practice is to keep roles focused and use dependencies to model clear, logical relationships. When applied correctly, dependencies simplify playbooks and promote reuse by abstracting common requirements into shared roles. 
 Image source: Microsoft 365 content library</a:t>
            </a:r>
          </a:p>
        </p:txBody>
      </p:sp>
      <p:sp>
        <p:nvSpPr>
          <p:cNvPr id="4" name="Slide Number Placeholder 3"/>
          <p:cNvSpPr>
            <a:spLocks noGrp="1"/>
          </p:cNvSpPr>
          <p:nvPr>
            <p:ph type="sldNum" sz="quarter" idx="5"/>
          </p:nvPr>
        </p:nvSpPr>
        <p:spPr/>
        <p:txBody>
          <a:bodyPr/>
          <a:lstStyle/>
          <a:p>
            <a:fld id="{862DB87B-33A7-46FA-8BE1-3702F0AD78B8}" type="slidenum">
              <a:t>19</a:t>
            </a:fld>
            <a:endParaRPr lang="en-US"/>
          </a:p>
        </p:txBody>
      </p:sp>
    </p:spTree>
    <p:extLst>
      <p:ext uri="{BB962C8B-B14F-4D97-AF65-F5344CB8AC3E}">
        <p14:creationId xmlns:p14="http://schemas.microsoft.com/office/powerpoint/2010/main" val="13733365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Takeaways and Learning Path 
 Image source: Microsoft 365 content library</a:t>
            </a:r>
          </a:p>
        </p:txBody>
      </p:sp>
      <p:sp>
        <p:nvSpPr>
          <p:cNvPr id="4" name="Slide Number Placeholder 3"/>
          <p:cNvSpPr>
            <a:spLocks noGrp="1"/>
          </p:cNvSpPr>
          <p:nvPr>
            <p:ph type="sldNum" sz="quarter" idx="5"/>
          </p:nvPr>
        </p:nvSpPr>
        <p:spPr/>
        <p:txBody>
          <a:bodyPr/>
          <a:lstStyle/>
          <a:p>
            <a:fld id="{862DB87B-33A7-46FA-8BE1-3702F0AD78B8}" type="slidenum">
              <a:t>20</a:t>
            </a:fld>
            <a:endParaRPr lang="en-US"/>
          </a:p>
        </p:txBody>
      </p:sp>
    </p:spTree>
    <p:extLst>
      <p:ext uri="{BB962C8B-B14F-4D97-AF65-F5344CB8AC3E}">
        <p14:creationId xmlns:p14="http://schemas.microsoft.com/office/powerpoint/2010/main" val="33278822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
Ansible Roles are the cornerstone of scalable, maintainable automation. By organizing tasks into standardized, reusable components, roles improve readability, collaboration, and long‑term sustainability of infrastructure code. This presentation has covered the full lifecycle of roles, from understanding their purpose and structure to creating them with Ansible Galaxy, migrating existing playbooks, executing roles effectively, customizing behavior through variables, and composing automation using dependencies. The key takeaway is that investing time in proper role design pays dividends as automation grows. Learners are encouraged to practice by refactoring simple playbooks into roles, exploring community roles on Ansible Galaxy, and gradually introducing dependencies and parameterization. Continued learning can include testing roles with Molecule, integrating roles into CI/CD pipelines, and aligning automation with organizational standards. Mastery of roles positions engineers to build robust automation systems that scale with business needs and evolving infrastructure.</a:t>
            </a:r>
          </a:p>
        </p:txBody>
      </p:sp>
      <p:sp>
        <p:nvSpPr>
          <p:cNvPr id="4" name="Slide Number Placeholder 3"/>
          <p:cNvSpPr>
            <a:spLocks noGrp="1"/>
          </p:cNvSpPr>
          <p:nvPr>
            <p:ph type="sldNum" sz="quarter" idx="5"/>
          </p:nvPr>
        </p:nvSpPr>
        <p:spPr/>
        <p:txBody>
          <a:bodyPr/>
          <a:lstStyle/>
          <a:p>
            <a:fld id="{862DB87B-33A7-46FA-8BE1-3702F0AD78B8}" type="slidenum">
              <a:t>21</a:t>
            </a:fld>
            <a:endParaRPr lang="en-US"/>
          </a:p>
        </p:txBody>
      </p:sp>
    </p:spTree>
    <p:extLst>
      <p:ext uri="{BB962C8B-B14F-4D97-AF65-F5344CB8AC3E}">
        <p14:creationId xmlns:p14="http://schemas.microsoft.com/office/powerpoint/2010/main" val="1259408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8.jpe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9.jpe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11.jpe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12.jpe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13.jpe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13.jpe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10.sv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14.jpe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15.jpe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7.sv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16.jpe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7.sv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17.jpe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18.jpeg"/><Relationship Id="rId4" Type="http://schemas.openxmlformats.org/officeDocument/2006/relationships/image" Target="../media/image2.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10.sv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19.jpeg"/><Relationship Id="rId4" Type="http://schemas.openxmlformats.org/officeDocument/2006/relationships/image" Target="../media/image2.sv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19.jpeg"/><Relationship Id="rId4" Type="http://schemas.openxmlformats.org/officeDocument/2006/relationships/image" Target="../media/image2.svg"/></Relationships>
</file>

<file path=ppt/slides/_rels/slide2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10.sv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20.jpeg"/><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202AA50-DFB6-42E4-BF7C-C68D7550FB8D}"/>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Programming scripts on laptop monitor, unauthorized remote hacking of server">
            <a:extLst>
              <a:ext uri="{FF2B5EF4-FFF2-40B4-BE49-F238E27FC236}">
                <a16:creationId xmlns:a16="http://schemas.microsoft.com/office/drawing/2014/main" id="{488911F6-DF9A-410D-AFA9-2ABA32EA48AE}"/>
              </a:ext>
            </a:extLst>
          </p:cNvPr>
          <p:cNvPicPr>
            <a:picLocks noGrp="1" noChangeAspect="1"/>
          </p:cNvPicPr>
          <p:nvPr>
            <p:ph sz="half" idx="2"/>
          </p:nvPr>
        </p:nvPicPr>
        <p:blipFill>
          <a:blip r:embed="rId5"/>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B3F8561F-A710-4C0C-8281-D41F1E5006F9}"/>
              </a:ext>
            </a:extLst>
          </p:cNvPr>
          <p:cNvSpPr txBox="1"/>
          <p:nvPr/>
        </p:nvSpPr>
        <p:spPr>
          <a:xfrm>
            <a:off x="619125" y="860524"/>
            <a:ext cx="4391025" cy="1971675"/>
          </a:xfrm>
          <a:prstGeom prst="rect">
            <a:avLst/>
          </a:prstGeom>
          <a:noFill/>
        </p:spPr>
        <p:txBody>
          <a:bodyPr wrap="square" rtlCol="0">
            <a:normAutofit lnSpcReduction="10000"/>
          </a:bodyPr>
          <a:lstStyle/>
          <a:p>
            <a:pPr marL="0" algn="l">
              <a:buNone/>
            </a:pPr>
            <a:r>
              <a:rPr sz="4500" b="1">
                <a:solidFill>
                  <a:srgbClr val="6D7BF7"/>
                </a:solidFill>
                <a:effectLst/>
                <a:latin typeface="Avenir Next LT Pro Bold" panose="020B0804020202020204" pitchFamily="34" charset="0"/>
              </a:rPr>
              <a:t>ANSIBLE ROLES BEST PRACTICES</a:t>
            </a:r>
            <a:r>
              <a:rPr>
                <a:effectLst/>
              </a:rPr>
              <a:t> </a:t>
            </a:r>
            <a:endParaRPr lang="en-US"/>
          </a:p>
        </p:txBody>
      </p:sp>
      <p:sp>
        <p:nvSpPr>
          <p:cNvPr id="8" name="TextBox 7">
            <a:extLst>
              <a:ext uri="{FF2B5EF4-FFF2-40B4-BE49-F238E27FC236}">
                <a16:creationId xmlns:a16="http://schemas.microsoft.com/office/drawing/2014/main" id="{0FB11E82-CD15-479A-A035-4B6BE6B8FE8A}"/>
              </a:ext>
            </a:extLst>
          </p:cNvPr>
          <p:cNvSpPr txBox="1"/>
          <p:nvPr/>
        </p:nvSpPr>
        <p:spPr>
          <a:xfrm>
            <a:off x="619125" y="5296346"/>
            <a:ext cx="4391025" cy="891480"/>
          </a:xfrm>
          <a:prstGeom prst="rect">
            <a:avLst/>
          </a:prstGeom>
          <a:noFill/>
        </p:spPr>
        <p:txBody>
          <a:bodyPr wrap="square" rtlCol="0">
            <a:normAutofit lnSpcReduction="10000"/>
          </a:bodyPr>
          <a:lstStyle/>
          <a:p>
            <a:pPr marL="0" algn="l">
              <a:buNone/>
            </a:pPr>
            <a:r>
              <a:rPr sz="2700" b="1">
                <a:solidFill>
                  <a:srgbClr val="FFFFFF"/>
                </a:solidFill>
                <a:effectLst/>
                <a:latin typeface="Avenir Next LT Pro Bold" panose="020B0804020202020204" pitchFamily="34" charset="0"/>
              </a:rPr>
              <a:t>Design and structure essentials</a:t>
            </a:r>
            <a:r>
              <a:rPr>
                <a:effectLst/>
              </a:rPr>
              <a:t> </a:t>
            </a:r>
            <a:endParaRPr lang="en-US"/>
          </a:p>
        </p:txBody>
      </p:sp>
      <p:pic>
        <p:nvPicPr>
          <p:cNvPr id="3" name="Picture 2">
            <a:extLst>
              <a:ext uri="{FF2B5EF4-FFF2-40B4-BE49-F238E27FC236}">
                <a16:creationId xmlns:a16="http://schemas.microsoft.com/office/drawing/2014/main" id="{8476594A-6F97-71F2-AF6A-8A078BA5C4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3485359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FD7175C-C882-4281-ADD9-898C53BB1D50}"/>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Computer keyboard with color light with code web page Developer in monitor html, frontend, backend, cybersecurity, devops">
            <a:extLst>
              <a:ext uri="{FF2B5EF4-FFF2-40B4-BE49-F238E27FC236}">
                <a16:creationId xmlns:a16="http://schemas.microsoft.com/office/drawing/2014/main" id="{737421CE-3FB6-428B-AEE9-59FB019A1C49}"/>
              </a:ext>
            </a:extLst>
          </p:cNvPr>
          <p:cNvPicPr>
            <a:picLocks noGrp="1" noChangeAspect="1"/>
          </p:cNvPicPr>
          <p:nvPr>
            <p:ph sz="half" idx="2"/>
          </p:nvPr>
        </p:nvPicPr>
        <p:blipFill>
          <a:blip r:embed="rId5"/>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680B6139-AAAD-469D-B2D2-04737278960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7628040B-609B-489D-A845-6513A88F717B}"/>
              </a:ext>
            </a:extLst>
          </p:cNvPr>
          <p:cNvSpPr txBox="1"/>
          <p:nvPr/>
        </p:nvSpPr>
        <p:spPr>
          <a:xfrm>
            <a:off x="-549728" y="2615292"/>
            <a:ext cx="12192000" cy="695325"/>
          </a:xfrm>
          <a:prstGeom prst="rect">
            <a:avLst/>
          </a:prstGeom>
          <a:noFill/>
        </p:spPr>
        <p:txBody>
          <a:bodyPr wrap="square" rtlCol="0">
            <a:normAutofit fontScale="92500" lnSpcReduction="10000"/>
          </a:bodyPr>
          <a:lstStyle/>
          <a:p>
            <a:pPr marL="0" algn="ctr">
              <a:buNone/>
            </a:pPr>
            <a:r>
              <a:rPr sz="4500" b="1" dirty="0">
                <a:solidFill>
                  <a:srgbClr val="6D7BF7"/>
                </a:solidFill>
                <a:effectLst/>
                <a:latin typeface="Avenir Next LT Pro" panose="020B0504020202020204" pitchFamily="34" charset="0"/>
              </a:rPr>
              <a:t>FOUNDATIONS OF ANSIBLE ROLES</a:t>
            </a:r>
            <a:r>
              <a:rPr dirty="0">
                <a:effectLst/>
              </a:rPr>
              <a:t> </a:t>
            </a:r>
            <a:endParaRPr lang="en-US" dirty="0"/>
          </a:p>
        </p:txBody>
      </p:sp>
      <p:pic>
        <p:nvPicPr>
          <p:cNvPr id="2" name="Picture 1">
            <a:extLst>
              <a:ext uri="{FF2B5EF4-FFF2-40B4-BE49-F238E27FC236}">
                <a16:creationId xmlns:a16="http://schemas.microsoft.com/office/drawing/2014/main" id="{8B5942E8-5B13-B266-C454-1B66AA89AF1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609625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BE665DD-A159-4725-A39E-F2F4BA3BDA04}"/>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Data center, server or data base concept">
            <a:extLst>
              <a:ext uri="{FF2B5EF4-FFF2-40B4-BE49-F238E27FC236}">
                <a16:creationId xmlns:a16="http://schemas.microsoft.com/office/drawing/2014/main" id="{A639F26F-5EFD-4232-A57E-8178A027E191}"/>
              </a:ext>
            </a:extLst>
          </p:cNvPr>
          <p:cNvPicPr>
            <a:picLocks noGrp="1" noChangeAspect="1"/>
          </p:cNvPicPr>
          <p:nvPr>
            <p:ph sz="half" idx="2"/>
          </p:nvPr>
        </p:nvPicPr>
        <p:blipFill>
          <a:blip r:embed="rId5"/>
          <a:stretch>
            <a:fillRect/>
          </a:stretch>
        </p:blipFill>
        <p:spPr>
          <a:xfrm>
            <a:off x="8165306" y="9525"/>
            <a:ext cx="4017019" cy="6858000"/>
          </a:xfrm>
          <a:prstGeom prst="rect">
            <a:avLst/>
          </a:prstGeom>
        </p:spPr>
      </p:pic>
      <p:sp>
        <p:nvSpPr>
          <p:cNvPr id="7" name="TextBox 6">
            <a:extLst>
              <a:ext uri="{FF2B5EF4-FFF2-40B4-BE49-F238E27FC236}">
                <a16:creationId xmlns:a16="http://schemas.microsoft.com/office/drawing/2014/main" id="{51ACA8EC-9C54-4FB5-A8CD-D7E5A5FBED2D}"/>
              </a:ext>
            </a:extLst>
          </p:cNvPr>
          <p:cNvSpPr txBox="1"/>
          <p:nvPr/>
        </p:nvSpPr>
        <p:spPr>
          <a:xfrm>
            <a:off x="619125" y="1038225"/>
            <a:ext cx="6936581" cy="1257300"/>
          </a:xfrm>
          <a:prstGeom prst="rect">
            <a:avLst/>
          </a:prstGeom>
          <a:noFill/>
        </p:spPr>
        <p:txBody>
          <a:bodyPr wrap="square" rtlCol="0">
            <a:normAutofit fontScale="92500" lnSpcReduction="10000"/>
          </a:bodyPr>
          <a:lstStyle/>
          <a:p>
            <a:pPr marL="0" marR="0" algn="l">
              <a:buNone/>
            </a:pPr>
            <a:r>
              <a:rPr sz="4500" b="1">
                <a:solidFill>
                  <a:srgbClr val="6D7BF7"/>
                </a:solidFill>
                <a:effectLst/>
                <a:latin typeface="Avenir Next LT Pro" panose="020B0504020202020204" pitchFamily="34" charset="0"/>
              </a:rPr>
              <a:t>ANSIBLE ROLES: PURPOSE &amp; SCOPE</a:t>
            </a:r>
            <a:r>
              <a:rPr>
                <a:effectLst/>
              </a:rPr>
              <a:t> </a:t>
            </a:r>
            <a:endParaRPr lang="en-US"/>
          </a:p>
        </p:txBody>
      </p:sp>
      <p:sp>
        <p:nvSpPr>
          <p:cNvPr id="8" name="TextBox 7">
            <a:extLst>
              <a:ext uri="{FF2B5EF4-FFF2-40B4-BE49-F238E27FC236}">
                <a16:creationId xmlns:a16="http://schemas.microsoft.com/office/drawing/2014/main" id="{B832E105-0555-4092-A9C8-85961289CB08}"/>
              </a:ext>
            </a:extLst>
          </p:cNvPr>
          <p:cNvSpPr txBox="1"/>
          <p:nvPr/>
        </p:nvSpPr>
        <p:spPr>
          <a:xfrm>
            <a:off x="619125" y="2638425"/>
            <a:ext cx="7436304" cy="695325"/>
          </a:xfrm>
          <a:prstGeom prst="rect">
            <a:avLst/>
          </a:prstGeom>
          <a:noFill/>
        </p:spPr>
        <p:txBody>
          <a:bodyPr wrap="square" rtlCol="0">
            <a:normAutofit fontScale="32500" lnSpcReduction="20000"/>
          </a:bodyPr>
          <a:lstStyle/>
          <a:p>
            <a:pPr marL="0" marR="0" algn="l">
              <a:spcBef>
                <a:spcPts val="2700"/>
              </a:spcBef>
              <a:buNone/>
            </a:pPr>
            <a:r>
              <a:rPr sz="8000" b="1" dirty="0">
                <a:solidFill>
                  <a:srgbClr val="FFFFFF"/>
                </a:solidFill>
                <a:latin typeface="Avenir Next LT Pro" panose="020B0504020202020204" pitchFamily="34" charset="0"/>
              </a:rPr>
              <a:t>Modular, Reusable Structure </a:t>
            </a:r>
          </a:p>
          <a:p>
            <a:pPr marL="0" marR="0" algn="l">
              <a:spcBef>
                <a:spcPts val="450"/>
              </a:spcBef>
              <a:buNone/>
            </a:pPr>
            <a:r>
              <a:rPr sz="4300" dirty="0">
                <a:solidFill>
                  <a:srgbClr val="FFFFFF"/>
                </a:solidFill>
                <a:latin typeface="Avenir Next LT Pro" panose="020B0504020202020204" pitchFamily="34" charset="0"/>
              </a:rPr>
              <a:t>Encapsulates tasks, vars, handlers, templates, and files per single responsibility. </a:t>
            </a:r>
            <a:endParaRPr lang="en-US" sz="4300" dirty="0">
              <a:solidFill>
                <a:srgbClr val="FFFFFF"/>
              </a:solidFill>
              <a:latin typeface="Avenir Next LT Pro" panose="020B0504020202020204" pitchFamily="34" charset="0"/>
            </a:endParaRPr>
          </a:p>
        </p:txBody>
      </p:sp>
      <p:sp>
        <p:nvSpPr>
          <p:cNvPr id="9" name="TextBox 8">
            <a:extLst>
              <a:ext uri="{FF2B5EF4-FFF2-40B4-BE49-F238E27FC236}">
                <a16:creationId xmlns:a16="http://schemas.microsoft.com/office/drawing/2014/main" id="{EF8CB630-4419-469C-8786-34AC751CE0C3}"/>
              </a:ext>
            </a:extLst>
          </p:cNvPr>
          <p:cNvSpPr txBox="1"/>
          <p:nvPr/>
        </p:nvSpPr>
        <p:spPr>
          <a:xfrm>
            <a:off x="619125" y="3396406"/>
            <a:ext cx="6936581" cy="567481"/>
          </a:xfrm>
          <a:prstGeom prst="rect">
            <a:avLst/>
          </a:prstGeom>
          <a:noFill/>
        </p:spPr>
        <p:txBody>
          <a:bodyPr wrap="square" rtlCol="0">
            <a:noAutofit/>
          </a:bodyPr>
          <a:lstStyle/>
          <a:p>
            <a:pPr marL="0" marR="0" algn="l">
              <a:spcBef>
                <a:spcPts val="1500"/>
              </a:spcBef>
              <a:buNone/>
            </a:pPr>
            <a:r>
              <a:rPr sz="2400" b="1" dirty="0">
                <a:solidFill>
                  <a:srgbClr val="FFFFFF"/>
                </a:solidFill>
                <a:latin typeface="Avenir Next LT Pro" panose="020B0504020202020204" pitchFamily="34" charset="0"/>
              </a:rPr>
              <a:t>Separation of Concerns </a:t>
            </a:r>
          </a:p>
          <a:p>
            <a:pPr marL="0" marR="0" algn="l">
              <a:spcBef>
                <a:spcPts val="450"/>
              </a:spcBef>
              <a:buNone/>
            </a:pPr>
            <a:r>
              <a:rPr sz="1600" b="0" dirty="0">
                <a:solidFill>
                  <a:srgbClr val="FFFFFF"/>
                </a:solidFill>
                <a:effectLst/>
                <a:latin typeface="Avenir Next LT Pro" panose="020B0504020202020204" pitchFamily="34" charset="0"/>
              </a:rPr>
              <a:t>Playbooks define what and where; roles define how functions are implemented.</a:t>
            </a:r>
            <a:r>
              <a:rPr sz="1600" dirty="0">
                <a:effectLst/>
              </a:rPr>
              <a:t> </a:t>
            </a:r>
            <a:endParaRPr lang="en-US" sz="1600" dirty="0"/>
          </a:p>
        </p:txBody>
      </p:sp>
      <p:sp>
        <p:nvSpPr>
          <p:cNvPr id="10" name="TextBox 9">
            <a:extLst>
              <a:ext uri="{FF2B5EF4-FFF2-40B4-BE49-F238E27FC236}">
                <a16:creationId xmlns:a16="http://schemas.microsoft.com/office/drawing/2014/main" id="{40D4A6A1-448D-4E65-B6FA-EC793DBE9549}"/>
              </a:ext>
            </a:extLst>
          </p:cNvPr>
          <p:cNvSpPr txBox="1"/>
          <p:nvPr/>
        </p:nvSpPr>
        <p:spPr>
          <a:xfrm>
            <a:off x="558404" y="4698674"/>
            <a:ext cx="6936581" cy="567481"/>
          </a:xfrm>
          <a:prstGeom prst="rect">
            <a:avLst/>
          </a:prstGeom>
          <a:noFill/>
        </p:spPr>
        <p:txBody>
          <a:bodyPr wrap="square" rtlCol="0">
            <a:noAutofit/>
          </a:bodyPr>
          <a:lstStyle/>
          <a:p>
            <a:pPr marL="0" marR="0" algn="l">
              <a:spcBef>
                <a:spcPts val="1500"/>
              </a:spcBef>
              <a:buNone/>
            </a:pPr>
            <a:r>
              <a:rPr sz="2400" b="1" dirty="0">
                <a:solidFill>
                  <a:srgbClr val="FFFFFF"/>
                </a:solidFill>
                <a:effectLst/>
                <a:latin typeface="Avenir Next LT Pro" panose="020B0504020202020204" pitchFamily="34" charset="0"/>
              </a:rPr>
              <a:t>Consistency, Scale, Collaboration</a:t>
            </a:r>
            <a:r>
              <a:rPr sz="2400" dirty="0">
                <a:effectLst/>
              </a:rPr>
              <a:t> </a:t>
            </a:r>
          </a:p>
          <a:p>
            <a:pPr marL="0" marR="0" algn="l">
              <a:spcBef>
                <a:spcPts val="450"/>
              </a:spcBef>
              <a:buNone/>
            </a:pPr>
            <a:r>
              <a:rPr sz="1600" b="0" dirty="0">
                <a:solidFill>
                  <a:srgbClr val="FFFFFF"/>
                </a:solidFill>
                <a:effectLst/>
                <a:latin typeface="Avenir Next LT Pro" panose="020B0504020202020204" pitchFamily="34" charset="0"/>
              </a:rPr>
              <a:t>Reuse across environments via variables; enable parallel development and Galaxy sharing.</a:t>
            </a:r>
            <a:r>
              <a:rPr sz="2400" dirty="0">
                <a:effectLst/>
              </a:rPr>
              <a:t> </a:t>
            </a:r>
            <a:endParaRPr lang="en-US" sz="2400" dirty="0"/>
          </a:p>
        </p:txBody>
      </p:sp>
      <p:pic>
        <p:nvPicPr>
          <p:cNvPr id="2" name="Picture 1">
            <a:extLst>
              <a:ext uri="{FF2B5EF4-FFF2-40B4-BE49-F238E27FC236}">
                <a16:creationId xmlns:a16="http://schemas.microsoft.com/office/drawing/2014/main" id="{581DE9B7-8C1D-4C8F-0680-D24A1A812F4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17890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901896D-E06F-416D-9F64-5CF1FD040FBF}"/>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Diary,Calendar and agenda for Planner to plan timetable,appointment,organization,management on table.Desktop Calender 2019,laptop and cup of coffee place on wooden office desk.Calendar Concept">
            <a:extLst>
              <a:ext uri="{FF2B5EF4-FFF2-40B4-BE49-F238E27FC236}">
                <a16:creationId xmlns:a16="http://schemas.microsoft.com/office/drawing/2014/main" id="{4ABAA6D2-B01F-4CC8-918C-AA57C61499E1}"/>
              </a:ext>
            </a:extLst>
          </p:cNvPr>
          <p:cNvPicPr>
            <a:picLocks noGrp="1" noChangeAspect="1"/>
          </p:cNvPicPr>
          <p:nvPr>
            <p:ph sz="half" idx="2"/>
          </p:nvPr>
        </p:nvPicPr>
        <p:blipFill>
          <a:blip r:embed="rId5"/>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3C16EDEA-42B5-41DD-B769-0C090B14A98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3B5181F5-7B3C-475E-BF6E-2B90635C915B}"/>
              </a:ext>
            </a:extLst>
          </p:cNvPr>
          <p:cNvSpPr txBox="1"/>
          <p:nvPr/>
        </p:nvSpPr>
        <p:spPr>
          <a:xfrm>
            <a:off x="828675" y="3081337"/>
            <a:ext cx="10534650" cy="695325"/>
          </a:xfrm>
          <a:prstGeom prst="rect">
            <a:avLst/>
          </a:prstGeom>
          <a:noFill/>
        </p:spPr>
        <p:txBody>
          <a:bodyPr wrap="square" rtlCol="0">
            <a:normAutofit fontScale="92500" lnSpcReduction="10000"/>
          </a:bodyPr>
          <a:lstStyle/>
          <a:p>
            <a:pPr marL="0" marR="0" algn="ctr">
              <a:buNone/>
            </a:pPr>
            <a:r>
              <a:rPr sz="4500">
                <a:solidFill>
                  <a:srgbClr val="6D7BF7"/>
                </a:solidFill>
                <a:effectLst/>
                <a:latin typeface="Avenir Next LT Pro" panose="020B0504020202020204" pitchFamily="34" charset="0"/>
              </a:rPr>
              <a:t>PLANNING AND ORGANIZATION</a:t>
            </a:r>
            <a:r>
              <a:rPr>
                <a:effectLst/>
              </a:rPr>
              <a:t> </a:t>
            </a:r>
            <a:endParaRPr lang="en-US"/>
          </a:p>
        </p:txBody>
      </p:sp>
      <p:pic>
        <p:nvPicPr>
          <p:cNvPr id="2" name="Picture 1">
            <a:extLst>
              <a:ext uri="{FF2B5EF4-FFF2-40B4-BE49-F238E27FC236}">
                <a16:creationId xmlns:a16="http://schemas.microsoft.com/office/drawing/2014/main" id="{114F4B7D-8950-E65A-A117-A51105B317B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4062092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F174A06-FEAD-41F8-A5B3-0C573FE8B486}"/>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Close Up Blue file folder and Laptop Computer on desk in meeting room, business concept.">
            <a:extLst>
              <a:ext uri="{FF2B5EF4-FFF2-40B4-BE49-F238E27FC236}">
                <a16:creationId xmlns:a16="http://schemas.microsoft.com/office/drawing/2014/main" id="{48D58B75-7E05-4E7F-828C-E7047DCD0B19}"/>
              </a:ext>
            </a:extLst>
          </p:cNvPr>
          <p:cNvPicPr>
            <a:picLocks noGrp="1" noChangeAspect="1"/>
          </p:cNvPicPr>
          <p:nvPr>
            <p:ph sz="half" idx="2"/>
          </p:nvPr>
        </p:nvPicPr>
        <p:blipFill>
          <a:blip r:embed="rId5"/>
          <a:stretch>
            <a:fillRect/>
          </a:stretch>
        </p:blipFill>
        <p:spPr>
          <a:xfrm>
            <a:off x="0" y="0"/>
            <a:ext cx="4572000" cy="6858000"/>
          </a:xfrm>
          <a:prstGeom prst="rect">
            <a:avLst/>
          </a:prstGeom>
        </p:spPr>
      </p:pic>
      <p:sp>
        <p:nvSpPr>
          <p:cNvPr id="7" name="TextBox 6">
            <a:extLst>
              <a:ext uri="{FF2B5EF4-FFF2-40B4-BE49-F238E27FC236}">
                <a16:creationId xmlns:a16="http://schemas.microsoft.com/office/drawing/2014/main" id="{EB509174-F803-4E55-903A-A3F6D41D9098}"/>
              </a:ext>
            </a:extLst>
          </p:cNvPr>
          <p:cNvSpPr txBox="1"/>
          <p:nvPr/>
        </p:nvSpPr>
        <p:spPr>
          <a:xfrm>
            <a:off x="5343525" y="1343025"/>
            <a:ext cx="6477000" cy="1143000"/>
          </a:xfrm>
          <a:prstGeom prst="rect">
            <a:avLst/>
          </a:prstGeom>
          <a:noFill/>
        </p:spPr>
        <p:txBody>
          <a:bodyPr wrap="square" rtlCol="0">
            <a:normAutofit fontScale="92500"/>
          </a:bodyPr>
          <a:lstStyle/>
          <a:p>
            <a:pPr marL="0" algn="l">
              <a:buNone/>
            </a:pPr>
            <a:r>
              <a:rPr sz="4500" b="1">
                <a:solidFill>
                  <a:srgbClr val="6D7BF7"/>
                </a:solidFill>
                <a:effectLst/>
                <a:latin typeface="Avenir Next LT Pro" panose="020B0504020202020204" pitchFamily="34" charset="0"/>
              </a:rPr>
              <a:t>AGENDA &amp; OBJECTIVES</a:t>
            </a:r>
            <a:r>
              <a:rPr>
                <a:effectLst/>
              </a:rPr>
              <a:t> </a:t>
            </a:r>
            <a:endParaRPr lang="en-US"/>
          </a:p>
        </p:txBody>
      </p:sp>
      <p:sp>
        <p:nvSpPr>
          <p:cNvPr id="8" name="TextBox 7">
            <a:extLst>
              <a:ext uri="{FF2B5EF4-FFF2-40B4-BE49-F238E27FC236}">
                <a16:creationId xmlns:a16="http://schemas.microsoft.com/office/drawing/2014/main" id="{082ACDAE-5B15-4EE7-AA96-75B995D4AE8D}"/>
              </a:ext>
            </a:extLst>
          </p:cNvPr>
          <p:cNvSpPr txBox="1"/>
          <p:nvPr/>
        </p:nvSpPr>
        <p:spPr>
          <a:xfrm>
            <a:off x="5343525" y="2867025"/>
            <a:ext cx="6477000" cy="2681882"/>
          </a:xfrm>
          <a:prstGeom prst="rect">
            <a:avLst/>
          </a:prstGeom>
          <a:noFill/>
        </p:spPr>
        <p:txBody>
          <a:bodyPr wrap="square" rtlCol="0">
            <a:noAutofit/>
          </a:bodyPr>
          <a:lstStyle/>
          <a:p>
            <a:pPr marL="0" algn="l">
              <a:buNone/>
            </a:pPr>
            <a:r>
              <a:rPr sz="2400" b="0" dirty="0">
                <a:solidFill>
                  <a:srgbClr val="FFFFFF"/>
                </a:solidFill>
                <a:effectLst/>
                <a:latin typeface="Avenir Next LT Pro" panose="020B0504020202020204" pitchFamily="34" charset="0"/>
              </a:rPr>
              <a:t>• What Roles Are &amp; Why</a:t>
            </a:r>
            <a:r>
              <a:rPr sz="2400" dirty="0">
                <a:effectLst/>
              </a:rPr>
              <a:t> </a:t>
            </a:r>
          </a:p>
          <a:p>
            <a:pPr marL="0" algn="l">
              <a:spcBef>
                <a:spcPts val="1200"/>
              </a:spcBef>
              <a:buNone/>
            </a:pPr>
            <a:r>
              <a:rPr sz="2400" b="0" dirty="0">
                <a:solidFill>
                  <a:srgbClr val="FFFFFF"/>
                </a:solidFill>
                <a:effectLst/>
                <a:latin typeface="Avenir Next LT Pro" panose="020B0504020202020204" pitchFamily="34" charset="0"/>
              </a:rPr>
              <a:t>• Role Directory Structure</a:t>
            </a:r>
            <a:r>
              <a:rPr sz="2400" dirty="0">
                <a:effectLst/>
              </a:rPr>
              <a:t> </a:t>
            </a:r>
          </a:p>
          <a:p>
            <a:pPr marL="0" algn="l">
              <a:spcBef>
                <a:spcPts val="1200"/>
              </a:spcBef>
              <a:buNone/>
            </a:pPr>
            <a:r>
              <a:rPr sz="2400" b="0" dirty="0">
                <a:solidFill>
                  <a:srgbClr val="FFFFFF"/>
                </a:solidFill>
                <a:effectLst/>
                <a:latin typeface="Avenir Next LT Pro" panose="020B0504020202020204" pitchFamily="34" charset="0"/>
              </a:rPr>
              <a:t>• Ansible Galaxy &amp; Scaffolding</a:t>
            </a:r>
            <a:r>
              <a:rPr sz="2400" dirty="0">
                <a:effectLst/>
              </a:rPr>
              <a:t> </a:t>
            </a:r>
          </a:p>
          <a:p>
            <a:pPr marL="0" algn="l">
              <a:spcBef>
                <a:spcPts val="1200"/>
              </a:spcBef>
              <a:buNone/>
            </a:pPr>
            <a:r>
              <a:rPr sz="2400" b="0" dirty="0">
                <a:solidFill>
                  <a:srgbClr val="FFFFFF"/>
                </a:solidFill>
                <a:effectLst/>
                <a:latin typeface="Avenir Next LT Pro" panose="020B0504020202020204" pitchFamily="34" charset="0"/>
              </a:rPr>
              <a:t>• Migrating Playbooks to Roles</a:t>
            </a:r>
            <a:r>
              <a:rPr sz="2400" dirty="0">
                <a:effectLst/>
              </a:rPr>
              <a:t> </a:t>
            </a:r>
          </a:p>
          <a:p>
            <a:pPr marL="0" algn="l">
              <a:spcBef>
                <a:spcPts val="1200"/>
              </a:spcBef>
              <a:buNone/>
            </a:pPr>
            <a:r>
              <a:rPr sz="2400" b="0" dirty="0">
                <a:solidFill>
                  <a:srgbClr val="FFFFFF"/>
                </a:solidFill>
                <a:effectLst/>
                <a:latin typeface="Avenir Next LT Pro" panose="020B0504020202020204" pitchFamily="34" charset="0"/>
              </a:rPr>
              <a:t>• Executing Roles: Best Practices</a:t>
            </a:r>
            <a:r>
              <a:rPr sz="2400" dirty="0">
                <a:effectLst/>
              </a:rPr>
              <a:t> </a:t>
            </a:r>
          </a:p>
          <a:p>
            <a:pPr marL="0" algn="l">
              <a:spcBef>
                <a:spcPts val="1200"/>
              </a:spcBef>
              <a:buNone/>
            </a:pPr>
            <a:r>
              <a:rPr sz="2400" b="0" dirty="0">
                <a:solidFill>
                  <a:srgbClr val="FFFFFF"/>
                </a:solidFill>
                <a:effectLst/>
                <a:latin typeface="Avenir Next LT Pro" panose="020B0504020202020204" pitchFamily="34" charset="0"/>
              </a:rPr>
              <a:t>• Variables, Customization, Dependencies</a:t>
            </a:r>
            <a:r>
              <a:rPr sz="2400" dirty="0">
                <a:effectLst/>
              </a:rPr>
              <a:t> </a:t>
            </a:r>
            <a:endParaRPr lang="en-US" sz="2400" dirty="0"/>
          </a:p>
        </p:txBody>
      </p:sp>
      <p:pic>
        <p:nvPicPr>
          <p:cNvPr id="2" name="Picture 1">
            <a:extLst>
              <a:ext uri="{FF2B5EF4-FFF2-40B4-BE49-F238E27FC236}">
                <a16:creationId xmlns:a16="http://schemas.microsoft.com/office/drawing/2014/main" id="{8BE64E33-0B4B-0AEA-B42D-B8F5285B1E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354819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9541BB9-AF10-4299-A841-08695B7D188A}"/>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Fantastic view of the mainframe in the data center rows. Shot of a corridor in large working data center full of rack servers and supercomputers. Data centre interface.">
            <a:extLst>
              <a:ext uri="{FF2B5EF4-FFF2-40B4-BE49-F238E27FC236}">
                <a16:creationId xmlns:a16="http://schemas.microsoft.com/office/drawing/2014/main" id="{40284CD2-DBF6-4101-986A-EE163772C09E}"/>
              </a:ext>
            </a:extLst>
          </p:cNvPr>
          <p:cNvPicPr>
            <a:picLocks noGrp="1" noChangeAspect="1"/>
          </p:cNvPicPr>
          <p:nvPr>
            <p:ph sz="half" idx="2"/>
          </p:nvPr>
        </p:nvPicPr>
        <p:blipFill>
          <a:blip r:embed="rId5"/>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D779983A-32A7-4174-A3C4-9D522E82299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7CBB6A69-E9F1-4BC9-B578-2CB8C8501D2C}"/>
              </a:ext>
            </a:extLst>
          </p:cNvPr>
          <p:cNvSpPr txBox="1"/>
          <p:nvPr/>
        </p:nvSpPr>
        <p:spPr>
          <a:xfrm>
            <a:off x="771525" y="371763"/>
            <a:ext cx="10648950" cy="1143000"/>
          </a:xfrm>
          <a:prstGeom prst="rect">
            <a:avLst/>
          </a:prstGeom>
          <a:noFill/>
        </p:spPr>
        <p:txBody>
          <a:bodyPr wrap="square" rtlCol="0">
            <a:normAutofit/>
          </a:bodyPr>
          <a:lstStyle/>
          <a:p>
            <a:pPr marL="0" algn="ctr">
              <a:buNone/>
            </a:pPr>
            <a:r>
              <a:rPr sz="4500" dirty="0">
                <a:solidFill>
                  <a:srgbClr val="6D7BF7"/>
                </a:solidFill>
                <a:effectLst/>
                <a:latin typeface="Avenir Next LT Pro Bold" panose="020B0804020202020204" pitchFamily="34" charset="0"/>
              </a:rPr>
              <a:t>ANSIBLE ROLES</a:t>
            </a:r>
            <a:r>
              <a:rPr dirty="0">
                <a:effectLst/>
              </a:rPr>
              <a:t> </a:t>
            </a:r>
            <a:endParaRPr lang="en-US" dirty="0"/>
          </a:p>
        </p:txBody>
      </p:sp>
      <p:pic>
        <p:nvPicPr>
          <p:cNvPr id="2" name="Picture 1">
            <a:extLst>
              <a:ext uri="{FF2B5EF4-FFF2-40B4-BE49-F238E27FC236}">
                <a16:creationId xmlns:a16="http://schemas.microsoft.com/office/drawing/2014/main" id="{FD3013B4-BAB8-6E47-54E2-8CF530B6BB5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1476648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27127DF-C08B-48E7-A6C1-9FD54B4E8B0C}"/>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Competition and tournament match images">
            <a:extLst>
              <a:ext uri="{FF2B5EF4-FFF2-40B4-BE49-F238E27FC236}">
                <a16:creationId xmlns:a16="http://schemas.microsoft.com/office/drawing/2014/main" id="{55EF9E45-CA6A-4D0C-8441-A88DF0C1BB8F}"/>
              </a:ext>
            </a:extLst>
          </p:cNvPr>
          <p:cNvPicPr>
            <a:picLocks noGrp="1" noChangeAspect="1"/>
          </p:cNvPicPr>
          <p:nvPr>
            <p:ph sz="half" idx="2"/>
          </p:nvPr>
        </p:nvPicPr>
        <p:blipFill>
          <a:blip r:embed="rId5"/>
          <a:stretch>
            <a:fillRect/>
          </a:stretch>
        </p:blipFill>
        <p:spPr>
          <a:xfrm>
            <a:off x="0" y="0"/>
            <a:ext cx="6858000" cy="6858000"/>
          </a:xfrm>
          <a:prstGeom prst="rect">
            <a:avLst/>
          </a:prstGeom>
        </p:spPr>
      </p:pic>
      <p:sp>
        <p:nvSpPr>
          <p:cNvPr id="7" name="TextBox 6">
            <a:extLst>
              <a:ext uri="{FF2B5EF4-FFF2-40B4-BE49-F238E27FC236}">
                <a16:creationId xmlns:a16="http://schemas.microsoft.com/office/drawing/2014/main" id="{EF555D26-1569-41F7-97C8-85891AF5F3E9}"/>
              </a:ext>
            </a:extLst>
          </p:cNvPr>
          <p:cNvSpPr txBox="1"/>
          <p:nvPr/>
        </p:nvSpPr>
        <p:spPr>
          <a:xfrm>
            <a:off x="7200900" y="581025"/>
            <a:ext cx="4391025" cy="1885950"/>
          </a:xfrm>
          <a:prstGeom prst="rect">
            <a:avLst/>
          </a:prstGeom>
          <a:noFill/>
        </p:spPr>
        <p:txBody>
          <a:bodyPr wrap="square" rtlCol="0">
            <a:normAutofit fontScale="92500"/>
          </a:bodyPr>
          <a:lstStyle/>
          <a:p>
            <a:pPr marL="0" algn="l">
              <a:buNone/>
            </a:pPr>
            <a:r>
              <a:rPr sz="4500" dirty="0">
                <a:solidFill>
                  <a:srgbClr val="6D7BF7"/>
                </a:solidFill>
                <a:effectLst/>
                <a:latin typeface="Avenir Next LT Pro" panose="020B0504020202020204" pitchFamily="34" charset="0"/>
              </a:rPr>
              <a:t>WHAT ARE ANSIBLE ROLES?</a:t>
            </a:r>
            <a:r>
              <a:rPr dirty="0">
                <a:effectLst/>
              </a:rPr>
              <a:t> </a:t>
            </a:r>
            <a:endParaRPr lang="en-US" dirty="0"/>
          </a:p>
        </p:txBody>
      </p:sp>
      <p:sp>
        <p:nvSpPr>
          <p:cNvPr id="8" name="TextBox 7">
            <a:extLst>
              <a:ext uri="{FF2B5EF4-FFF2-40B4-BE49-F238E27FC236}">
                <a16:creationId xmlns:a16="http://schemas.microsoft.com/office/drawing/2014/main" id="{BFDA657A-3683-4402-87C4-F10E709966FB}"/>
              </a:ext>
            </a:extLst>
          </p:cNvPr>
          <p:cNvSpPr txBox="1"/>
          <p:nvPr/>
        </p:nvSpPr>
        <p:spPr>
          <a:xfrm>
            <a:off x="7200900" y="2809875"/>
            <a:ext cx="4391025" cy="274290"/>
          </a:xfrm>
          <a:prstGeom prst="rect">
            <a:avLst/>
          </a:prstGeom>
          <a:noFill/>
        </p:spPr>
        <p:txBody>
          <a:bodyPr wrap="square" rtlCol="0">
            <a:noAutofit/>
          </a:bodyPr>
          <a:lstStyle/>
          <a:p>
            <a:pPr marL="0" algn="l">
              <a:buNone/>
            </a:pPr>
            <a:r>
              <a:rPr b="1" dirty="0">
                <a:solidFill>
                  <a:srgbClr val="FFFFFF"/>
                </a:solidFill>
                <a:effectLst/>
                <a:latin typeface="Avenir Next LT Pro" panose="020B0504020202020204" pitchFamily="34" charset="0"/>
              </a:rPr>
              <a:t>Definition</a:t>
            </a:r>
            <a:r>
              <a:rPr dirty="0">
                <a:effectLst/>
              </a:rPr>
              <a:t> </a:t>
            </a:r>
            <a:endParaRPr lang="en-US" dirty="0"/>
          </a:p>
        </p:txBody>
      </p:sp>
      <p:sp>
        <p:nvSpPr>
          <p:cNvPr id="9" name="TextBox 8">
            <a:extLst>
              <a:ext uri="{FF2B5EF4-FFF2-40B4-BE49-F238E27FC236}">
                <a16:creationId xmlns:a16="http://schemas.microsoft.com/office/drawing/2014/main" id="{E872FCFE-35C2-4F35-916A-23EB45E14389}"/>
              </a:ext>
            </a:extLst>
          </p:cNvPr>
          <p:cNvSpPr txBox="1"/>
          <p:nvPr/>
        </p:nvSpPr>
        <p:spPr>
          <a:xfrm>
            <a:off x="7200900" y="3179415"/>
            <a:ext cx="4391025" cy="426541"/>
          </a:xfrm>
          <a:prstGeom prst="rect">
            <a:avLst/>
          </a:prstGeom>
          <a:noFill/>
        </p:spPr>
        <p:txBody>
          <a:bodyPr wrap="square" rtlCol="0">
            <a:normAutofit fontScale="92500" lnSpcReduction="20000"/>
          </a:bodyPr>
          <a:lstStyle/>
          <a:p>
            <a:pPr marL="0" marR="0" algn="l">
              <a:spcBef>
                <a:spcPts val="750"/>
              </a:spcBef>
              <a:buNone/>
            </a:pPr>
            <a:r>
              <a:rPr sz="1100" b="0" dirty="0">
                <a:solidFill>
                  <a:srgbClr val="FFFFFF"/>
                </a:solidFill>
                <a:effectLst/>
                <a:latin typeface="Avenir Next LT Pro" panose="020B0504020202020204" pitchFamily="34" charset="0"/>
              </a:rPr>
              <a:t>Self-contained directory structures that package reusable automation for a single purpose.</a:t>
            </a:r>
            <a:r>
              <a:rPr sz="1600" dirty="0">
                <a:effectLst/>
              </a:rPr>
              <a:t> </a:t>
            </a:r>
            <a:endParaRPr lang="en-US" sz="1600" dirty="0"/>
          </a:p>
        </p:txBody>
      </p:sp>
      <p:sp>
        <p:nvSpPr>
          <p:cNvPr id="10" name="TextBox 9">
            <a:extLst>
              <a:ext uri="{FF2B5EF4-FFF2-40B4-BE49-F238E27FC236}">
                <a16:creationId xmlns:a16="http://schemas.microsoft.com/office/drawing/2014/main" id="{BC3EA343-9EEA-49F7-AA78-22BF18B34022}"/>
              </a:ext>
            </a:extLst>
          </p:cNvPr>
          <p:cNvSpPr txBox="1"/>
          <p:nvPr/>
        </p:nvSpPr>
        <p:spPr>
          <a:xfrm>
            <a:off x="7200900" y="3758356"/>
            <a:ext cx="4391025" cy="274290"/>
          </a:xfrm>
          <a:prstGeom prst="rect">
            <a:avLst/>
          </a:prstGeom>
          <a:noFill/>
        </p:spPr>
        <p:txBody>
          <a:bodyPr wrap="square" rtlCol="0">
            <a:noAutofit/>
          </a:bodyPr>
          <a:lstStyle/>
          <a:p>
            <a:pPr marL="0" algn="l">
              <a:spcBef>
                <a:spcPts val="1200"/>
              </a:spcBef>
              <a:buNone/>
            </a:pPr>
            <a:r>
              <a:rPr b="1" dirty="0">
                <a:solidFill>
                  <a:srgbClr val="FFFFFF"/>
                </a:solidFill>
                <a:effectLst/>
                <a:latin typeface="Avenir Next LT Pro" panose="020B0504020202020204" pitchFamily="34" charset="0"/>
              </a:rPr>
              <a:t>Structure &amp; Load Order</a:t>
            </a:r>
            <a:r>
              <a:rPr dirty="0">
                <a:effectLst/>
              </a:rPr>
              <a:t> </a:t>
            </a:r>
            <a:endParaRPr lang="en-US" dirty="0"/>
          </a:p>
        </p:txBody>
      </p:sp>
      <p:sp>
        <p:nvSpPr>
          <p:cNvPr id="11" name="TextBox 10">
            <a:extLst>
              <a:ext uri="{FF2B5EF4-FFF2-40B4-BE49-F238E27FC236}">
                <a16:creationId xmlns:a16="http://schemas.microsoft.com/office/drawing/2014/main" id="{DE943892-36F6-4925-98D2-D59367A2696E}"/>
              </a:ext>
            </a:extLst>
          </p:cNvPr>
          <p:cNvSpPr txBox="1"/>
          <p:nvPr/>
        </p:nvSpPr>
        <p:spPr>
          <a:xfrm>
            <a:off x="7200900" y="4127896"/>
            <a:ext cx="4391025" cy="426541"/>
          </a:xfrm>
          <a:prstGeom prst="rect">
            <a:avLst/>
          </a:prstGeom>
          <a:noFill/>
        </p:spPr>
        <p:txBody>
          <a:bodyPr wrap="square" rtlCol="0">
            <a:normAutofit fontScale="92500" lnSpcReduction="20000"/>
          </a:bodyPr>
          <a:lstStyle/>
          <a:p>
            <a:pPr marL="0" marR="0" algn="l">
              <a:spcBef>
                <a:spcPts val="750"/>
              </a:spcBef>
              <a:buNone/>
            </a:pPr>
            <a:r>
              <a:rPr sz="1100" b="0" dirty="0">
                <a:solidFill>
                  <a:srgbClr val="FFFFFF"/>
                </a:solidFill>
                <a:effectLst/>
                <a:latin typeface="Avenir Next LT Pro" panose="020B0504020202020204" pitchFamily="34" charset="0"/>
              </a:rPr>
              <a:t>Ansible loads tasks, defaults, vars, and handlers predictably (e.g., tasks/</a:t>
            </a:r>
            <a:r>
              <a:rPr sz="1100" b="0" dirty="0" err="1">
                <a:solidFill>
                  <a:srgbClr val="FFFFFF"/>
                </a:solidFill>
                <a:effectLst/>
                <a:latin typeface="Avenir Next LT Pro" panose="020B0504020202020204" pitchFamily="34" charset="0"/>
              </a:rPr>
              <a:t>main.yml</a:t>
            </a:r>
            <a:r>
              <a:rPr sz="1100" b="0" dirty="0">
                <a:solidFill>
                  <a:srgbClr val="FFFFFF"/>
                </a:solidFill>
                <a:effectLst/>
                <a:latin typeface="Avenir Next LT Pro" panose="020B0504020202020204" pitchFamily="34" charset="0"/>
              </a:rPr>
              <a:t>).</a:t>
            </a:r>
            <a:r>
              <a:rPr sz="1600" dirty="0">
                <a:effectLst/>
              </a:rPr>
              <a:t> </a:t>
            </a:r>
            <a:endParaRPr lang="en-US" sz="1600" dirty="0"/>
          </a:p>
        </p:txBody>
      </p:sp>
      <p:sp>
        <p:nvSpPr>
          <p:cNvPr id="12" name="TextBox 11">
            <a:extLst>
              <a:ext uri="{FF2B5EF4-FFF2-40B4-BE49-F238E27FC236}">
                <a16:creationId xmlns:a16="http://schemas.microsoft.com/office/drawing/2014/main" id="{6DDDB397-7487-4973-9AD0-C5F33763507C}"/>
              </a:ext>
            </a:extLst>
          </p:cNvPr>
          <p:cNvSpPr txBox="1"/>
          <p:nvPr/>
        </p:nvSpPr>
        <p:spPr>
          <a:xfrm>
            <a:off x="7200900" y="4706838"/>
            <a:ext cx="4391025" cy="274290"/>
          </a:xfrm>
          <a:prstGeom prst="rect">
            <a:avLst/>
          </a:prstGeom>
          <a:noFill/>
        </p:spPr>
        <p:txBody>
          <a:bodyPr wrap="square" rtlCol="0">
            <a:noAutofit/>
          </a:bodyPr>
          <a:lstStyle/>
          <a:p>
            <a:pPr marL="0" algn="l">
              <a:spcBef>
                <a:spcPts val="1200"/>
              </a:spcBef>
              <a:buNone/>
            </a:pPr>
            <a:r>
              <a:rPr b="1" dirty="0">
                <a:solidFill>
                  <a:srgbClr val="FFFFFF"/>
                </a:solidFill>
                <a:effectLst/>
                <a:latin typeface="Avenir Next LT Pro" panose="020B0504020202020204" pitchFamily="34" charset="0"/>
              </a:rPr>
              <a:t>Reuse &amp; Scale</a:t>
            </a:r>
            <a:r>
              <a:rPr dirty="0">
                <a:effectLst/>
              </a:rPr>
              <a:t> </a:t>
            </a:r>
            <a:endParaRPr lang="en-US" dirty="0"/>
          </a:p>
        </p:txBody>
      </p:sp>
      <p:sp>
        <p:nvSpPr>
          <p:cNvPr id="13" name="TextBox 12">
            <a:extLst>
              <a:ext uri="{FF2B5EF4-FFF2-40B4-BE49-F238E27FC236}">
                <a16:creationId xmlns:a16="http://schemas.microsoft.com/office/drawing/2014/main" id="{16B96704-5D4D-4D50-AC34-9B64B0994A65}"/>
              </a:ext>
            </a:extLst>
          </p:cNvPr>
          <p:cNvSpPr txBox="1"/>
          <p:nvPr/>
        </p:nvSpPr>
        <p:spPr>
          <a:xfrm>
            <a:off x="7200900" y="5076378"/>
            <a:ext cx="4391025" cy="426541"/>
          </a:xfrm>
          <a:prstGeom prst="rect">
            <a:avLst/>
          </a:prstGeom>
          <a:noFill/>
        </p:spPr>
        <p:txBody>
          <a:bodyPr wrap="square" rtlCol="0">
            <a:normAutofit fontScale="92500" lnSpcReduction="20000"/>
          </a:bodyPr>
          <a:lstStyle/>
          <a:p>
            <a:pPr marL="0" marR="0" algn="l">
              <a:spcBef>
                <a:spcPts val="750"/>
              </a:spcBef>
              <a:buNone/>
            </a:pPr>
            <a:r>
              <a:rPr sz="1100" b="0" dirty="0">
                <a:solidFill>
                  <a:srgbClr val="FFFFFF"/>
                </a:solidFill>
                <a:effectLst/>
                <a:latin typeface="Avenir Next LT Pro" panose="020B0504020202020204" pitchFamily="34" charset="0"/>
              </a:rPr>
              <a:t>Standardize repeated configurations across many hosts while minimizing drift.</a:t>
            </a:r>
            <a:r>
              <a:rPr sz="1600" dirty="0">
                <a:effectLst/>
              </a:rPr>
              <a:t> </a:t>
            </a:r>
            <a:endParaRPr lang="en-US" sz="1600" dirty="0"/>
          </a:p>
        </p:txBody>
      </p:sp>
      <p:sp>
        <p:nvSpPr>
          <p:cNvPr id="14" name="TextBox 13">
            <a:extLst>
              <a:ext uri="{FF2B5EF4-FFF2-40B4-BE49-F238E27FC236}">
                <a16:creationId xmlns:a16="http://schemas.microsoft.com/office/drawing/2014/main" id="{B102D2AF-411D-461C-9A97-0B884C2EAEA2}"/>
              </a:ext>
            </a:extLst>
          </p:cNvPr>
          <p:cNvSpPr txBox="1"/>
          <p:nvPr/>
        </p:nvSpPr>
        <p:spPr>
          <a:xfrm>
            <a:off x="7200900" y="5655319"/>
            <a:ext cx="4391025" cy="274290"/>
          </a:xfrm>
          <a:prstGeom prst="rect">
            <a:avLst/>
          </a:prstGeom>
          <a:noFill/>
        </p:spPr>
        <p:txBody>
          <a:bodyPr wrap="square" rtlCol="0">
            <a:normAutofit fontScale="85000" lnSpcReduction="20000"/>
          </a:bodyPr>
          <a:lstStyle/>
          <a:p>
            <a:pPr marL="0" algn="l">
              <a:spcBef>
                <a:spcPts val="1200"/>
              </a:spcBef>
              <a:buNone/>
            </a:pPr>
            <a:r>
              <a:rPr sz="1600" b="1">
                <a:solidFill>
                  <a:srgbClr val="FFFFFF"/>
                </a:solidFill>
                <a:effectLst/>
                <a:latin typeface="Avenir Next LT Pro" panose="020B0504020202020204" pitchFamily="34" charset="0"/>
              </a:rPr>
              <a:t>Standards &amp; Docs</a:t>
            </a:r>
            <a:r>
              <a:rPr sz="1600">
                <a:effectLst/>
              </a:rPr>
              <a:t> </a:t>
            </a:r>
            <a:endParaRPr lang="en-US" sz="1600"/>
          </a:p>
        </p:txBody>
      </p:sp>
      <p:sp>
        <p:nvSpPr>
          <p:cNvPr id="15" name="TextBox 14">
            <a:extLst>
              <a:ext uri="{FF2B5EF4-FFF2-40B4-BE49-F238E27FC236}">
                <a16:creationId xmlns:a16="http://schemas.microsoft.com/office/drawing/2014/main" id="{41A35614-E7C0-4991-99E9-73FEEB05E246}"/>
              </a:ext>
            </a:extLst>
          </p:cNvPr>
          <p:cNvSpPr txBox="1"/>
          <p:nvPr/>
        </p:nvSpPr>
        <p:spPr>
          <a:xfrm>
            <a:off x="7200900" y="6024860"/>
            <a:ext cx="4391025" cy="426541"/>
          </a:xfrm>
          <a:prstGeom prst="rect">
            <a:avLst/>
          </a:prstGeom>
          <a:noFill/>
        </p:spPr>
        <p:txBody>
          <a:bodyPr wrap="square" rtlCol="0">
            <a:normAutofit fontScale="92500" lnSpcReduction="20000"/>
          </a:bodyPr>
          <a:lstStyle/>
          <a:p>
            <a:pPr marL="0" marR="0" algn="l">
              <a:spcBef>
                <a:spcPts val="750"/>
              </a:spcBef>
              <a:buNone/>
            </a:pPr>
            <a:r>
              <a:rPr sz="1100" b="0" dirty="0">
                <a:solidFill>
                  <a:srgbClr val="FFFFFF"/>
                </a:solidFill>
                <a:effectLst/>
                <a:latin typeface="Avenir Next LT Pro" panose="020B0504020202020204" pitchFamily="34" charset="0"/>
              </a:rPr>
              <a:t>Encourage consistent patterns and onboard teammates with role-level README guidance.</a:t>
            </a:r>
            <a:r>
              <a:rPr sz="1600" dirty="0">
                <a:effectLst/>
              </a:rPr>
              <a:t> </a:t>
            </a:r>
            <a:endParaRPr lang="en-US" sz="1600" dirty="0"/>
          </a:p>
        </p:txBody>
      </p:sp>
      <p:pic>
        <p:nvPicPr>
          <p:cNvPr id="2" name="Picture 1">
            <a:extLst>
              <a:ext uri="{FF2B5EF4-FFF2-40B4-BE49-F238E27FC236}">
                <a16:creationId xmlns:a16="http://schemas.microsoft.com/office/drawing/2014/main" id="{EEBA3600-FD19-8241-B87C-747A7CDFCA3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534854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13D1784-D3D5-481D-9611-E7EE874B14FD}"/>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A5FD61C3-E3B6-C3C7-70B0-487976F075F6}"/>
              </a:ext>
            </a:extLst>
          </p:cNvPr>
          <p:cNvSpPr>
            <a:spLocks noGrp="1"/>
          </p:cNvSpPr>
          <p:nvPr>
            <p:ph sz="half" idx="2"/>
          </p:nvPr>
        </p:nvSpPr>
        <p:spPr>
          <a:xfrm>
            <a:off x="828675" y="5334000"/>
            <a:ext cx="10534650" cy="695325"/>
          </a:xfrm>
        </p:spPr>
        <p:txBody>
          <a:bodyPr>
            <a:normAutofit lnSpcReduction="10000"/>
          </a:bodyPr>
          <a:lstStyle/>
          <a:p>
            <a:pPr marL="0" marR="0" indent="0" algn="l" fontAlgn="b">
              <a:buNone/>
            </a:pPr>
            <a:r>
              <a:rPr sz="4500" b="1">
                <a:solidFill>
                  <a:srgbClr val="6D7BF7"/>
                </a:solidFill>
                <a:effectLst/>
                <a:latin typeface="Avenir Next LT Pro" panose="020B0504020202020204" pitchFamily="34" charset="0"/>
              </a:rPr>
              <a:t>ROLE ARCHITECTURE</a:t>
            </a:r>
            <a:r>
              <a:rPr>
                <a:effectLst/>
              </a:rPr>
              <a:t> </a:t>
            </a:r>
            <a:endParaRPr lang="en-US"/>
          </a:p>
        </p:txBody>
      </p:sp>
      <p:pic>
        <p:nvPicPr>
          <p:cNvPr id="2" name="Picture 1">
            <a:extLst>
              <a:ext uri="{FF2B5EF4-FFF2-40B4-BE49-F238E27FC236}">
                <a16:creationId xmlns:a16="http://schemas.microsoft.com/office/drawing/2014/main" id="{796C6A15-BB3C-D524-D8E0-DEFEB3EBCD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1556241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D6AE2C4-7BB0-44BA-9D0F-04EFB270D416}"/>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Competition and tournament match images">
            <a:extLst>
              <a:ext uri="{FF2B5EF4-FFF2-40B4-BE49-F238E27FC236}">
                <a16:creationId xmlns:a16="http://schemas.microsoft.com/office/drawing/2014/main" id="{73259AC4-32BB-43A6-BE96-81DE9C2A7013}"/>
              </a:ext>
            </a:extLst>
          </p:cNvPr>
          <p:cNvPicPr>
            <a:picLocks noGrp="1" noChangeAspect="1"/>
          </p:cNvPicPr>
          <p:nvPr>
            <p:ph sz="half" idx="2"/>
          </p:nvPr>
        </p:nvPicPr>
        <p:blipFill>
          <a:blip r:embed="rId5"/>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7A8CC21C-01ED-4E3A-9FE8-E81AD9E241E0}"/>
              </a:ext>
            </a:extLst>
          </p:cNvPr>
          <p:cNvSpPr txBox="1"/>
          <p:nvPr/>
        </p:nvSpPr>
        <p:spPr>
          <a:xfrm>
            <a:off x="619125" y="581025"/>
            <a:ext cx="4391025" cy="1257300"/>
          </a:xfrm>
          <a:prstGeom prst="rect">
            <a:avLst/>
          </a:prstGeom>
          <a:noFill/>
        </p:spPr>
        <p:txBody>
          <a:bodyPr wrap="square" rtlCol="0">
            <a:normAutofit fontScale="92500" lnSpcReduction="10000"/>
          </a:bodyPr>
          <a:lstStyle/>
          <a:p>
            <a:pPr marL="0" algn="l">
              <a:buNone/>
            </a:pPr>
            <a:r>
              <a:rPr sz="4500" b="1" dirty="0">
                <a:solidFill>
                  <a:srgbClr val="6D7BF7"/>
                </a:solidFill>
                <a:effectLst/>
                <a:latin typeface="Avenir Next LT Pro" panose="020B0504020202020204" pitchFamily="34" charset="0"/>
              </a:rPr>
              <a:t>Ansible Role Structure</a:t>
            </a:r>
            <a:r>
              <a:rPr dirty="0">
                <a:effectLst/>
              </a:rPr>
              <a:t> </a:t>
            </a:r>
            <a:endParaRPr lang="en-US" dirty="0"/>
          </a:p>
        </p:txBody>
      </p:sp>
      <p:sp>
        <p:nvSpPr>
          <p:cNvPr id="8" name="TextBox 7">
            <a:extLst>
              <a:ext uri="{FF2B5EF4-FFF2-40B4-BE49-F238E27FC236}">
                <a16:creationId xmlns:a16="http://schemas.microsoft.com/office/drawing/2014/main" id="{2C03703E-D359-4C45-BF0C-43F9C2924511}"/>
              </a:ext>
            </a:extLst>
          </p:cNvPr>
          <p:cNvSpPr txBox="1"/>
          <p:nvPr/>
        </p:nvSpPr>
        <p:spPr>
          <a:xfrm>
            <a:off x="619125" y="2181225"/>
            <a:ext cx="4391025" cy="274290"/>
          </a:xfrm>
          <a:prstGeom prst="rect">
            <a:avLst/>
          </a:prstGeom>
          <a:noFill/>
        </p:spPr>
        <p:txBody>
          <a:bodyPr wrap="square" rtlCol="0">
            <a:noAutofit/>
          </a:bodyPr>
          <a:lstStyle/>
          <a:p>
            <a:pPr marL="0" algn="l">
              <a:buNone/>
            </a:pPr>
            <a:r>
              <a:rPr sz="1600" b="1" dirty="0">
                <a:solidFill>
                  <a:srgbClr val="FFFFFF"/>
                </a:solidFill>
                <a:effectLst/>
                <a:latin typeface="Avenir Next LT Pro" panose="020B0504020202020204" pitchFamily="34" charset="0"/>
              </a:rPr>
              <a:t>Tasks as the Entry Point</a:t>
            </a:r>
            <a:r>
              <a:rPr sz="1600" dirty="0">
                <a:effectLst/>
              </a:rPr>
              <a:t> </a:t>
            </a:r>
            <a:endParaRPr lang="en-US" sz="1600" dirty="0"/>
          </a:p>
        </p:txBody>
      </p:sp>
      <p:sp>
        <p:nvSpPr>
          <p:cNvPr id="9" name="TextBox 8">
            <a:extLst>
              <a:ext uri="{FF2B5EF4-FFF2-40B4-BE49-F238E27FC236}">
                <a16:creationId xmlns:a16="http://schemas.microsoft.com/office/drawing/2014/main" id="{EF4EFEA2-A3E5-48FF-93AF-47EC65775F3F}"/>
              </a:ext>
            </a:extLst>
          </p:cNvPr>
          <p:cNvSpPr txBox="1"/>
          <p:nvPr/>
        </p:nvSpPr>
        <p:spPr>
          <a:xfrm>
            <a:off x="619125" y="2550765"/>
            <a:ext cx="4391025" cy="426541"/>
          </a:xfrm>
          <a:prstGeom prst="rect">
            <a:avLst/>
          </a:prstGeom>
          <a:noFill/>
        </p:spPr>
        <p:txBody>
          <a:bodyPr wrap="square" rtlCol="0">
            <a:noAutofit/>
          </a:bodyPr>
          <a:lstStyle/>
          <a:p>
            <a:pPr marL="0" algn="l">
              <a:spcBef>
                <a:spcPts val="750"/>
              </a:spcBef>
              <a:buNone/>
            </a:pPr>
            <a:r>
              <a:rPr sz="1400" b="0" dirty="0">
                <a:solidFill>
                  <a:srgbClr val="FFFFFF"/>
                </a:solidFill>
                <a:effectLst/>
                <a:latin typeface="Avenir Next LT Pro" panose="020B0504020202020204" pitchFamily="34" charset="0"/>
              </a:rPr>
              <a:t>tasks/</a:t>
            </a:r>
            <a:r>
              <a:rPr sz="1400" b="0" dirty="0" err="1">
                <a:solidFill>
                  <a:srgbClr val="FFFFFF"/>
                </a:solidFill>
                <a:effectLst/>
                <a:latin typeface="Avenir Next LT Pro" panose="020B0504020202020204" pitchFamily="34" charset="0"/>
              </a:rPr>
              <a:t>main.yml</a:t>
            </a:r>
            <a:r>
              <a:rPr sz="1400" b="0" dirty="0">
                <a:solidFill>
                  <a:srgbClr val="FFFFFF"/>
                </a:solidFill>
                <a:effectLst/>
                <a:latin typeface="Avenir Next LT Pro" panose="020B0504020202020204" pitchFamily="34" charset="0"/>
              </a:rPr>
              <a:t> orchestrates execution, keeping role logic organized and predictable.</a:t>
            </a:r>
            <a:r>
              <a:rPr sz="1400" dirty="0">
                <a:effectLst/>
              </a:rPr>
              <a:t> </a:t>
            </a:r>
            <a:endParaRPr lang="en-US" sz="1400" dirty="0"/>
          </a:p>
        </p:txBody>
      </p:sp>
      <p:sp>
        <p:nvSpPr>
          <p:cNvPr id="10" name="TextBox 9">
            <a:extLst>
              <a:ext uri="{FF2B5EF4-FFF2-40B4-BE49-F238E27FC236}">
                <a16:creationId xmlns:a16="http://schemas.microsoft.com/office/drawing/2014/main" id="{7A4E1A5C-4E5B-4C62-BA93-F4A59AECAD9F}"/>
              </a:ext>
            </a:extLst>
          </p:cNvPr>
          <p:cNvSpPr txBox="1"/>
          <p:nvPr/>
        </p:nvSpPr>
        <p:spPr>
          <a:xfrm>
            <a:off x="619125" y="3224956"/>
            <a:ext cx="4391025" cy="274290"/>
          </a:xfrm>
          <a:prstGeom prst="rect">
            <a:avLst/>
          </a:prstGeom>
          <a:noFill/>
        </p:spPr>
        <p:txBody>
          <a:bodyPr wrap="square" rtlCol="0">
            <a:noAutofit/>
          </a:bodyPr>
          <a:lstStyle/>
          <a:p>
            <a:pPr marL="0" algn="l">
              <a:spcBef>
                <a:spcPts val="1200"/>
              </a:spcBef>
              <a:buNone/>
            </a:pPr>
            <a:r>
              <a:rPr sz="1600" b="1" dirty="0">
                <a:solidFill>
                  <a:srgbClr val="FFFFFF"/>
                </a:solidFill>
                <a:effectLst/>
                <a:latin typeface="Avenir Next LT Pro" panose="020B0504020202020204" pitchFamily="34" charset="0"/>
              </a:rPr>
              <a:t>Variables and Precedence</a:t>
            </a:r>
            <a:r>
              <a:rPr sz="1600" dirty="0">
                <a:effectLst/>
              </a:rPr>
              <a:t> </a:t>
            </a:r>
            <a:endParaRPr lang="en-US" sz="1600" dirty="0"/>
          </a:p>
        </p:txBody>
      </p:sp>
      <p:sp>
        <p:nvSpPr>
          <p:cNvPr id="11" name="TextBox 10">
            <a:extLst>
              <a:ext uri="{FF2B5EF4-FFF2-40B4-BE49-F238E27FC236}">
                <a16:creationId xmlns:a16="http://schemas.microsoft.com/office/drawing/2014/main" id="{DE6044A8-F21B-4309-BCB9-57470F901861}"/>
              </a:ext>
            </a:extLst>
          </p:cNvPr>
          <p:cNvSpPr txBox="1"/>
          <p:nvPr/>
        </p:nvSpPr>
        <p:spPr>
          <a:xfrm>
            <a:off x="619125" y="3499246"/>
            <a:ext cx="4391025" cy="426541"/>
          </a:xfrm>
          <a:prstGeom prst="rect">
            <a:avLst/>
          </a:prstGeom>
          <a:noFill/>
        </p:spPr>
        <p:txBody>
          <a:bodyPr wrap="square" rtlCol="0">
            <a:noAutofit/>
          </a:bodyPr>
          <a:lstStyle/>
          <a:p>
            <a:pPr marL="0" algn="l">
              <a:spcBef>
                <a:spcPts val="750"/>
              </a:spcBef>
              <a:buNone/>
            </a:pPr>
            <a:r>
              <a:rPr sz="1400" b="0" dirty="0">
                <a:solidFill>
                  <a:srgbClr val="FFFFFF"/>
                </a:solidFill>
                <a:effectLst/>
                <a:latin typeface="Avenir Next LT Pro" panose="020B0504020202020204" pitchFamily="34" charset="0"/>
              </a:rPr>
              <a:t>defaults for low‑priority values; vars for higher‑priority settings.</a:t>
            </a:r>
            <a:r>
              <a:rPr sz="1400" dirty="0">
                <a:effectLst/>
              </a:rPr>
              <a:t> </a:t>
            </a:r>
            <a:endParaRPr lang="en-US" sz="1400" dirty="0"/>
          </a:p>
        </p:txBody>
      </p:sp>
      <p:sp>
        <p:nvSpPr>
          <p:cNvPr id="12" name="TextBox 11">
            <a:extLst>
              <a:ext uri="{FF2B5EF4-FFF2-40B4-BE49-F238E27FC236}">
                <a16:creationId xmlns:a16="http://schemas.microsoft.com/office/drawing/2014/main" id="{A297E8D4-20A4-4CC1-8009-CF6821E05D61}"/>
              </a:ext>
            </a:extLst>
          </p:cNvPr>
          <p:cNvSpPr txBox="1"/>
          <p:nvPr/>
        </p:nvSpPr>
        <p:spPr>
          <a:xfrm>
            <a:off x="619125" y="4078188"/>
            <a:ext cx="4391025" cy="274290"/>
          </a:xfrm>
          <a:prstGeom prst="rect">
            <a:avLst/>
          </a:prstGeom>
          <a:noFill/>
        </p:spPr>
        <p:txBody>
          <a:bodyPr wrap="square" rtlCol="0">
            <a:noAutofit/>
          </a:bodyPr>
          <a:lstStyle/>
          <a:p>
            <a:pPr marL="0" algn="l">
              <a:spcBef>
                <a:spcPts val="1200"/>
              </a:spcBef>
              <a:buNone/>
            </a:pPr>
            <a:r>
              <a:rPr sz="1600" b="1">
                <a:solidFill>
                  <a:srgbClr val="FFFFFF"/>
                </a:solidFill>
                <a:effectLst/>
                <a:latin typeface="Avenir Next LT Pro" panose="020B0504020202020204" pitchFamily="34" charset="0"/>
              </a:rPr>
              <a:t>Handlers and Artifacts</a:t>
            </a:r>
            <a:r>
              <a:rPr sz="1600">
                <a:effectLst/>
              </a:rPr>
              <a:t> </a:t>
            </a:r>
            <a:endParaRPr lang="en-US" sz="1600"/>
          </a:p>
        </p:txBody>
      </p:sp>
      <p:sp>
        <p:nvSpPr>
          <p:cNvPr id="13" name="TextBox 12">
            <a:extLst>
              <a:ext uri="{FF2B5EF4-FFF2-40B4-BE49-F238E27FC236}">
                <a16:creationId xmlns:a16="http://schemas.microsoft.com/office/drawing/2014/main" id="{1B665574-C30F-4692-9ABB-8850DA898B47}"/>
              </a:ext>
            </a:extLst>
          </p:cNvPr>
          <p:cNvSpPr txBox="1"/>
          <p:nvPr/>
        </p:nvSpPr>
        <p:spPr>
          <a:xfrm>
            <a:off x="619125" y="4447728"/>
            <a:ext cx="4391025" cy="426541"/>
          </a:xfrm>
          <a:prstGeom prst="rect">
            <a:avLst/>
          </a:prstGeom>
          <a:noFill/>
        </p:spPr>
        <p:txBody>
          <a:bodyPr wrap="square" rtlCol="0">
            <a:noAutofit/>
          </a:bodyPr>
          <a:lstStyle/>
          <a:p>
            <a:pPr marL="0" algn="l">
              <a:spcBef>
                <a:spcPts val="750"/>
              </a:spcBef>
              <a:buNone/>
            </a:pPr>
            <a:r>
              <a:rPr sz="1400" b="0" dirty="0">
                <a:solidFill>
                  <a:srgbClr val="FFFFFF"/>
                </a:solidFill>
                <a:effectLst/>
                <a:latin typeface="Avenir Next LT Pro" panose="020B0504020202020204" pitchFamily="34" charset="0"/>
              </a:rPr>
              <a:t>handlers respond to notify events; files and templates deliver static and Jinja2 content.</a:t>
            </a:r>
            <a:r>
              <a:rPr sz="1400" dirty="0">
                <a:effectLst/>
              </a:rPr>
              <a:t> </a:t>
            </a:r>
            <a:endParaRPr lang="en-US" sz="1400" dirty="0"/>
          </a:p>
        </p:txBody>
      </p:sp>
      <p:sp>
        <p:nvSpPr>
          <p:cNvPr id="14" name="TextBox 13">
            <a:extLst>
              <a:ext uri="{FF2B5EF4-FFF2-40B4-BE49-F238E27FC236}">
                <a16:creationId xmlns:a16="http://schemas.microsoft.com/office/drawing/2014/main" id="{84FE4AF0-2EC7-4AB9-920A-62DCE45EAE08}"/>
              </a:ext>
            </a:extLst>
          </p:cNvPr>
          <p:cNvSpPr txBox="1"/>
          <p:nvPr/>
        </p:nvSpPr>
        <p:spPr>
          <a:xfrm>
            <a:off x="619125" y="5026669"/>
            <a:ext cx="4391025" cy="274290"/>
          </a:xfrm>
          <a:prstGeom prst="rect">
            <a:avLst/>
          </a:prstGeom>
          <a:noFill/>
        </p:spPr>
        <p:txBody>
          <a:bodyPr wrap="square" rtlCol="0">
            <a:normAutofit fontScale="85000" lnSpcReduction="20000"/>
          </a:bodyPr>
          <a:lstStyle/>
          <a:p>
            <a:pPr marL="0" algn="l">
              <a:spcBef>
                <a:spcPts val="1200"/>
              </a:spcBef>
              <a:buNone/>
            </a:pPr>
            <a:r>
              <a:rPr sz="1600" b="1">
                <a:solidFill>
                  <a:srgbClr val="FFFFFF"/>
                </a:solidFill>
                <a:effectLst/>
                <a:latin typeface="Avenir Next LT Pro" panose="020B0504020202020204" pitchFamily="34" charset="0"/>
              </a:rPr>
              <a:t>Metadata, Tests, Docs</a:t>
            </a:r>
            <a:r>
              <a:rPr sz="1600">
                <a:effectLst/>
              </a:rPr>
              <a:t> </a:t>
            </a:r>
            <a:endParaRPr lang="en-US" sz="1600"/>
          </a:p>
        </p:txBody>
      </p:sp>
      <p:sp>
        <p:nvSpPr>
          <p:cNvPr id="15" name="TextBox 14">
            <a:extLst>
              <a:ext uri="{FF2B5EF4-FFF2-40B4-BE49-F238E27FC236}">
                <a16:creationId xmlns:a16="http://schemas.microsoft.com/office/drawing/2014/main" id="{940CC180-B135-472A-8ABD-1A8239FBC51D}"/>
              </a:ext>
            </a:extLst>
          </p:cNvPr>
          <p:cNvSpPr txBox="1"/>
          <p:nvPr/>
        </p:nvSpPr>
        <p:spPr>
          <a:xfrm>
            <a:off x="619125" y="5396210"/>
            <a:ext cx="4391025" cy="426541"/>
          </a:xfrm>
          <a:prstGeom prst="rect">
            <a:avLst/>
          </a:prstGeom>
          <a:noFill/>
        </p:spPr>
        <p:txBody>
          <a:bodyPr wrap="square" rtlCol="0">
            <a:noAutofit/>
          </a:bodyPr>
          <a:lstStyle/>
          <a:p>
            <a:pPr marL="0" algn="l">
              <a:spcBef>
                <a:spcPts val="750"/>
              </a:spcBef>
              <a:buNone/>
            </a:pPr>
            <a:r>
              <a:rPr sz="1400" b="0" dirty="0">
                <a:solidFill>
                  <a:srgbClr val="FFFFFF"/>
                </a:solidFill>
                <a:effectLst/>
                <a:latin typeface="Avenir Next LT Pro" panose="020B0504020202020204" pitchFamily="34" charset="0"/>
              </a:rPr>
              <a:t>meta defines dependencies; tests validate behavior; README documents usage.</a:t>
            </a:r>
            <a:r>
              <a:rPr sz="1400" dirty="0">
                <a:effectLst/>
              </a:rPr>
              <a:t> </a:t>
            </a:r>
            <a:endParaRPr lang="en-US" sz="1400" dirty="0"/>
          </a:p>
        </p:txBody>
      </p:sp>
      <p:pic>
        <p:nvPicPr>
          <p:cNvPr id="2" name="Picture 1">
            <a:extLst>
              <a:ext uri="{FF2B5EF4-FFF2-40B4-BE49-F238E27FC236}">
                <a16:creationId xmlns:a16="http://schemas.microsoft.com/office/drawing/2014/main" id="{BBA0119E-0028-E305-1BD3-ED366D69BB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3852749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871E3D1-893A-4118-A583-F6802F3C04C1}"/>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CMS concept image with technology icons and copyspace">
            <a:extLst>
              <a:ext uri="{FF2B5EF4-FFF2-40B4-BE49-F238E27FC236}">
                <a16:creationId xmlns:a16="http://schemas.microsoft.com/office/drawing/2014/main" id="{017DC442-07E0-4679-B5AC-C8041F17FD24}"/>
              </a:ext>
            </a:extLst>
          </p:cNvPr>
          <p:cNvPicPr>
            <a:picLocks noGrp="1" noChangeAspect="1"/>
          </p:cNvPicPr>
          <p:nvPr>
            <p:ph sz="half" idx="2"/>
          </p:nvPr>
        </p:nvPicPr>
        <p:blipFill>
          <a:blip r:embed="rId5"/>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CBC6D6E6-1220-49B6-84E8-3076F1DBFB8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B16F4EF5-144B-4340-8231-C8E22BE6227F}"/>
              </a:ext>
            </a:extLst>
          </p:cNvPr>
          <p:cNvSpPr txBox="1"/>
          <p:nvPr/>
        </p:nvSpPr>
        <p:spPr>
          <a:xfrm>
            <a:off x="-4302" y="2113935"/>
            <a:ext cx="12192000" cy="1314450"/>
          </a:xfrm>
          <a:prstGeom prst="rect">
            <a:avLst/>
          </a:prstGeom>
          <a:noFill/>
        </p:spPr>
        <p:txBody>
          <a:bodyPr wrap="square" rtlCol="0">
            <a:normAutofit/>
          </a:bodyPr>
          <a:lstStyle/>
          <a:p>
            <a:pPr marL="0" algn="ctr">
              <a:buNone/>
            </a:pPr>
            <a:r>
              <a:rPr sz="4500">
                <a:solidFill>
                  <a:srgbClr val="6D7BF7"/>
                </a:solidFill>
                <a:effectLst/>
                <a:latin typeface="Avenir Next LT Pro Bold" panose="020B0804020202020204" pitchFamily="34" charset="0"/>
              </a:rPr>
              <a:t>CREATING ROLES WITH ANSIBLE GALAXY</a:t>
            </a:r>
            <a:r>
              <a:rPr>
                <a:effectLst/>
              </a:rPr>
              <a:t> </a:t>
            </a:r>
            <a:endParaRPr lang="en-US"/>
          </a:p>
        </p:txBody>
      </p:sp>
      <p:pic>
        <p:nvPicPr>
          <p:cNvPr id="2" name="Picture 1">
            <a:extLst>
              <a:ext uri="{FF2B5EF4-FFF2-40B4-BE49-F238E27FC236}">
                <a16:creationId xmlns:a16="http://schemas.microsoft.com/office/drawing/2014/main" id="{8D18FB11-B1D1-67C2-48D9-451E322522B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4109871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9256DAB-239E-4EE5-9199-50BEFA2B036A}"/>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A young computer science student developing with his computer on a Linux System over double screen system">
            <a:extLst>
              <a:ext uri="{FF2B5EF4-FFF2-40B4-BE49-F238E27FC236}">
                <a16:creationId xmlns:a16="http://schemas.microsoft.com/office/drawing/2014/main" id="{96DAB27F-909A-4A22-8D02-0F9990309945}"/>
              </a:ext>
            </a:extLst>
          </p:cNvPr>
          <p:cNvPicPr>
            <a:picLocks noGrp="1" noChangeAspect="1"/>
          </p:cNvPicPr>
          <p:nvPr>
            <p:ph sz="half" idx="2"/>
          </p:nvPr>
        </p:nvPicPr>
        <p:blipFill>
          <a:blip r:embed="rId5"/>
          <a:stretch>
            <a:fillRect/>
          </a:stretch>
        </p:blipFill>
        <p:spPr>
          <a:xfrm>
            <a:off x="0" y="0"/>
            <a:ext cx="6858000" cy="6858000"/>
          </a:xfrm>
          <a:prstGeom prst="rect">
            <a:avLst/>
          </a:prstGeom>
        </p:spPr>
      </p:pic>
      <p:sp>
        <p:nvSpPr>
          <p:cNvPr id="7" name="TextBox 6">
            <a:extLst>
              <a:ext uri="{FF2B5EF4-FFF2-40B4-BE49-F238E27FC236}">
                <a16:creationId xmlns:a16="http://schemas.microsoft.com/office/drawing/2014/main" id="{93EC283A-96B9-4F4A-ABFD-42B652BF4ADA}"/>
              </a:ext>
            </a:extLst>
          </p:cNvPr>
          <p:cNvSpPr txBox="1"/>
          <p:nvPr/>
        </p:nvSpPr>
        <p:spPr>
          <a:xfrm>
            <a:off x="7200900" y="581025"/>
            <a:ext cx="4391025" cy="1885950"/>
          </a:xfrm>
          <a:prstGeom prst="rect">
            <a:avLst/>
          </a:prstGeom>
          <a:noFill/>
        </p:spPr>
        <p:txBody>
          <a:bodyPr wrap="square" rtlCol="0">
            <a:normAutofit/>
          </a:bodyPr>
          <a:lstStyle/>
          <a:p>
            <a:pPr marL="0" algn="l">
              <a:buNone/>
            </a:pPr>
            <a:r>
              <a:rPr sz="4500" b="1">
                <a:solidFill>
                  <a:srgbClr val="6D7BF7"/>
                </a:solidFill>
                <a:effectLst/>
                <a:latin typeface="Avenir Next LT Pro" panose="020B0504020202020204" pitchFamily="34" charset="0"/>
              </a:rPr>
              <a:t>CREATE ROLES WITH GALAXY</a:t>
            </a:r>
            <a:r>
              <a:rPr>
                <a:effectLst/>
              </a:rPr>
              <a:t> </a:t>
            </a:r>
            <a:endParaRPr lang="en-US"/>
          </a:p>
        </p:txBody>
      </p:sp>
      <p:sp>
        <p:nvSpPr>
          <p:cNvPr id="8" name="TextBox 7">
            <a:extLst>
              <a:ext uri="{FF2B5EF4-FFF2-40B4-BE49-F238E27FC236}">
                <a16:creationId xmlns:a16="http://schemas.microsoft.com/office/drawing/2014/main" id="{5D16F139-8377-4CCC-82B8-8B545340F956}"/>
              </a:ext>
            </a:extLst>
          </p:cNvPr>
          <p:cNvSpPr txBox="1"/>
          <p:nvPr/>
        </p:nvSpPr>
        <p:spPr>
          <a:xfrm>
            <a:off x="7200900" y="2809875"/>
            <a:ext cx="4391025" cy="274290"/>
          </a:xfrm>
          <a:prstGeom prst="rect">
            <a:avLst/>
          </a:prstGeom>
          <a:noFill/>
        </p:spPr>
        <p:txBody>
          <a:bodyPr wrap="square" rtlCol="0">
            <a:noAutofit/>
          </a:bodyPr>
          <a:lstStyle/>
          <a:p>
            <a:pPr marL="0" algn="l">
              <a:buNone/>
            </a:pPr>
            <a:r>
              <a:rPr sz="2000" b="1">
                <a:solidFill>
                  <a:srgbClr val="FFFFFF"/>
                </a:solidFill>
                <a:effectLst/>
                <a:latin typeface="Avenir Next LT Pro" panose="020B0504020202020204" pitchFamily="34" charset="0"/>
              </a:rPr>
              <a:t>Scaffold Best‑Practice Roles</a:t>
            </a:r>
            <a:r>
              <a:rPr sz="2000">
                <a:effectLst/>
              </a:rPr>
              <a:t> </a:t>
            </a:r>
            <a:endParaRPr lang="en-US" sz="2000"/>
          </a:p>
        </p:txBody>
      </p:sp>
      <p:sp>
        <p:nvSpPr>
          <p:cNvPr id="9" name="TextBox 8">
            <a:extLst>
              <a:ext uri="{FF2B5EF4-FFF2-40B4-BE49-F238E27FC236}">
                <a16:creationId xmlns:a16="http://schemas.microsoft.com/office/drawing/2014/main" id="{DAF2D82F-852D-4EB7-94AA-977B930CD6F2}"/>
              </a:ext>
            </a:extLst>
          </p:cNvPr>
          <p:cNvSpPr txBox="1"/>
          <p:nvPr/>
        </p:nvSpPr>
        <p:spPr>
          <a:xfrm>
            <a:off x="7200900" y="3179415"/>
            <a:ext cx="4391025" cy="426541"/>
          </a:xfrm>
          <a:prstGeom prst="rect">
            <a:avLst/>
          </a:prstGeom>
          <a:noFill/>
        </p:spPr>
        <p:txBody>
          <a:bodyPr wrap="square" rtlCol="0">
            <a:noAutofit/>
          </a:bodyPr>
          <a:lstStyle/>
          <a:p>
            <a:pPr marL="0" marR="0" algn="l">
              <a:spcBef>
                <a:spcPts val="750"/>
              </a:spcBef>
              <a:buNone/>
            </a:pPr>
            <a:r>
              <a:rPr sz="1400" b="0" dirty="0">
                <a:solidFill>
                  <a:srgbClr val="FFFFFF"/>
                </a:solidFill>
                <a:effectLst/>
                <a:latin typeface="Avenir Next LT Pro" panose="020B0504020202020204" pitchFamily="34" charset="0"/>
              </a:rPr>
              <a:t>Use ansible‑galaxy </a:t>
            </a:r>
            <a:r>
              <a:rPr sz="1400" b="0" dirty="0" err="1">
                <a:solidFill>
                  <a:srgbClr val="FFFFFF"/>
                </a:solidFill>
                <a:effectLst/>
                <a:latin typeface="Avenir Next LT Pro" panose="020B0504020202020204" pitchFamily="34" charset="0"/>
              </a:rPr>
              <a:t>init</a:t>
            </a:r>
            <a:r>
              <a:rPr sz="1400" b="0" dirty="0">
                <a:solidFill>
                  <a:srgbClr val="FFFFFF"/>
                </a:solidFill>
                <a:effectLst/>
                <a:latin typeface="Avenir Next LT Pro" panose="020B0504020202020204" pitchFamily="34" charset="0"/>
              </a:rPr>
              <a:t> to generate standardized structure: tasks, handlers, vars, templates, files, meta, tests.</a:t>
            </a:r>
            <a:r>
              <a:rPr sz="1400" dirty="0">
                <a:effectLst/>
              </a:rPr>
              <a:t> </a:t>
            </a:r>
            <a:endParaRPr lang="en-US" sz="1400" dirty="0"/>
          </a:p>
        </p:txBody>
      </p:sp>
      <p:sp>
        <p:nvSpPr>
          <p:cNvPr id="10" name="TextBox 9">
            <a:extLst>
              <a:ext uri="{FF2B5EF4-FFF2-40B4-BE49-F238E27FC236}">
                <a16:creationId xmlns:a16="http://schemas.microsoft.com/office/drawing/2014/main" id="{CBB796FF-519F-4E57-BC92-0B2BA4A9FF99}"/>
              </a:ext>
            </a:extLst>
          </p:cNvPr>
          <p:cNvSpPr txBox="1"/>
          <p:nvPr/>
        </p:nvSpPr>
        <p:spPr>
          <a:xfrm>
            <a:off x="7200899" y="4032794"/>
            <a:ext cx="4391025" cy="274290"/>
          </a:xfrm>
          <a:prstGeom prst="rect">
            <a:avLst/>
          </a:prstGeom>
          <a:noFill/>
        </p:spPr>
        <p:txBody>
          <a:bodyPr wrap="square" rtlCol="0">
            <a:noAutofit/>
          </a:bodyPr>
          <a:lstStyle/>
          <a:p>
            <a:pPr marL="0" algn="l">
              <a:spcBef>
                <a:spcPts val="1200"/>
              </a:spcBef>
              <a:buNone/>
            </a:pPr>
            <a:r>
              <a:rPr sz="2000" b="1" dirty="0">
                <a:solidFill>
                  <a:srgbClr val="FFFFFF"/>
                </a:solidFill>
                <a:effectLst/>
                <a:latin typeface="Avenir Next LT Pro" panose="020B0504020202020204" pitchFamily="34" charset="0"/>
              </a:rPr>
              <a:t>Discover And Reuse</a:t>
            </a:r>
            <a:r>
              <a:rPr sz="2000" dirty="0">
                <a:effectLst/>
              </a:rPr>
              <a:t> </a:t>
            </a:r>
            <a:endParaRPr lang="en-US" sz="2000" dirty="0"/>
          </a:p>
        </p:txBody>
      </p:sp>
      <p:sp>
        <p:nvSpPr>
          <p:cNvPr id="11" name="TextBox 10">
            <a:extLst>
              <a:ext uri="{FF2B5EF4-FFF2-40B4-BE49-F238E27FC236}">
                <a16:creationId xmlns:a16="http://schemas.microsoft.com/office/drawing/2014/main" id="{F1C4841E-02EA-4417-A79B-6CE3B1E84AAC}"/>
              </a:ext>
            </a:extLst>
          </p:cNvPr>
          <p:cNvSpPr txBox="1"/>
          <p:nvPr/>
        </p:nvSpPr>
        <p:spPr>
          <a:xfrm>
            <a:off x="7200899" y="4354041"/>
            <a:ext cx="4391025" cy="426541"/>
          </a:xfrm>
          <a:prstGeom prst="rect">
            <a:avLst/>
          </a:prstGeom>
          <a:noFill/>
        </p:spPr>
        <p:txBody>
          <a:bodyPr wrap="square" rtlCol="0">
            <a:noAutofit/>
          </a:bodyPr>
          <a:lstStyle/>
          <a:p>
            <a:pPr marL="0" marR="0" algn="l">
              <a:spcBef>
                <a:spcPts val="750"/>
              </a:spcBef>
              <a:buNone/>
            </a:pPr>
            <a:r>
              <a:rPr sz="1400" b="0" dirty="0">
                <a:solidFill>
                  <a:srgbClr val="FFFFFF"/>
                </a:solidFill>
                <a:effectLst/>
                <a:latin typeface="Avenir Next LT Pro" panose="020B0504020202020204" pitchFamily="34" charset="0"/>
              </a:rPr>
              <a:t>Leverage vetted community roles for common tasks; pin versions for repeatable builds.</a:t>
            </a:r>
            <a:r>
              <a:rPr sz="1400" dirty="0">
                <a:effectLst/>
              </a:rPr>
              <a:t> </a:t>
            </a:r>
            <a:endParaRPr lang="en-US" sz="1400" dirty="0"/>
          </a:p>
        </p:txBody>
      </p:sp>
      <p:sp>
        <p:nvSpPr>
          <p:cNvPr id="12" name="TextBox 11">
            <a:extLst>
              <a:ext uri="{FF2B5EF4-FFF2-40B4-BE49-F238E27FC236}">
                <a16:creationId xmlns:a16="http://schemas.microsoft.com/office/drawing/2014/main" id="{F413C292-D682-4334-BF9B-05DFE5D34B00}"/>
              </a:ext>
            </a:extLst>
          </p:cNvPr>
          <p:cNvSpPr txBox="1"/>
          <p:nvPr/>
        </p:nvSpPr>
        <p:spPr>
          <a:xfrm>
            <a:off x="7200899" y="4971231"/>
            <a:ext cx="4391025" cy="426541"/>
          </a:xfrm>
          <a:prstGeom prst="rect">
            <a:avLst/>
          </a:prstGeom>
          <a:noFill/>
        </p:spPr>
        <p:txBody>
          <a:bodyPr wrap="square" rtlCol="0">
            <a:noAutofit/>
          </a:bodyPr>
          <a:lstStyle/>
          <a:p>
            <a:pPr marL="0" algn="l">
              <a:spcBef>
                <a:spcPts val="1200"/>
              </a:spcBef>
              <a:buNone/>
            </a:pPr>
            <a:r>
              <a:rPr sz="2000" b="1" dirty="0">
                <a:solidFill>
                  <a:srgbClr val="FFFFFF"/>
                </a:solidFill>
                <a:effectLst/>
                <a:latin typeface="Avenir Next LT Pro" panose="020B0504020202020204" pitchFamily="34" charset="0"/>
              </a:rPr>
              <a:t>Governance And Publishing</a:t>
            </a:r>
            <a:r>
              <a:rPr sz="2000" dirty="0">
                <a:effectLst/>
              </a:rPr>
              <a:t> </a:t>
            </a:r>
            <a:endParaRPr lang="en-US" sz="2000" dirty="0"/>
          </a:p>
        </p:txBody>
      </p:sp>
      <p:sp>
        <p:nvSpPr>
          <p:cNvPr id="13" name="TextBox 12">
            <a:extLst>
              <a:ext uri="{FF2B5EF4-FFF2-40B4-BE49-F238E27FC236}">
                <a16:creationId xmlns:a16="http://schemas.microsoft.com/office/drawing/2014/main" id="{317E3164-06EF-423F-A8AA-C1B4B9FB0073}"/>
              </a:ext>
            </a:extLst>
          </p:cNvPr>
          <p:cNvSpPr txBox="1"/>
          <p:nvPr/>
        </p:nvSpPr>
        <p:spPr>
          <a:xfrm>
            <a:off x="7200900" y="5493022"/>
            <a:ext cx="4391025" cy="426541"/>
          </a:xfrm>
          <a:prstGeom prst="rect">
            <a:avLst/>
          </a:prstGeom>
          <a:noFill/>
        </p:spPr>
        <p:txBody>
          <a:bodyPr wrap="square" rtlCol="0">
            <a:noAutofit/>
          </a:bodyPr>
          <a:lstStyle/>
          <a:p>
            <a:pPr marL="0" marR="0" algn="l">
              <a:spcBef>
                <a:spcPts val="750"/>
              </a:spcBef>
              <a:buNone/>
            </a:pPr>
            <a:r>
              <a:rPr sz="1400" b="0" dirty="0">
                <a:solidFill>
                  <a:srgbClr val="FFFFFF"/>
                </a:solidFill>
                <a:effectLst/>
                <a:latin typeface="Avenir Next LT Pro" panose="020B0504020202020204" pitchFamily="34" charset="0"/>
              </a:rPr>
              <a:t>Share internal roles via private Galaxy or VCS to standardize patterns and speed onboarding.</a:t>
            </a:r>
            <a:r>
              <a:rPr sz="1400" dirty="0">
                <a:effectLst/>
              </a:rPr>
              <a:t> </a:t>
            </a:r>
            <a:endParaRPr lang="en-US" sz="1400" dirty="0"/>
          </a:p>
        </p:txBody>
      </p:sp>
      <p:pic>
        <p:nvPicPr>
          <p:cNvPr id="2" name="Picture 1">
            <a:extLst>
              <a:ext uri="{FF2B5EF4-FFF2-40B4-BE49-F238E27FC236}">
                <a16:creationId xmlns:a16="http://schemas.microsoft.com/office/drawing/2014/main" id="{B970187C-5822-7C52-918C-0E93D7C8D5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22160" y="1"/>
            <a:ext cx="669840" cy="674914"/>
          </a:xfrm>
          <a:prstGeom prst="rect">
            <a:avLst/>
          </a:prstGeom>
        </p:spPr>
      </p:pic>
    </p:spTree>
    <p:extLst>
      <p:ext uri="{BB962C8B-B14F-4D97-AF65-F5344CB8AC3E}">
        <p14:creationId xmlns:p14="http://schemas.microsoft.com/office/powerpoint/2010/main" val="3694879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1FFA57B-992C-409D-A13E-BBA0FDF5FCCC}"/>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Computer generated image">
            <a:extLst>
              <a:ext uri="{FF2B5EF4-FFF2-40B4-BE49-F238E27FC236}">
                <a16:creationId xmlns:a16="http://schemas.microsoft.com/office/drawing/2014/main" id="{15AF2E75-9D6D-4F02-AB37-4EF4C3245ED7}"/>
              </a:ext>
            </a:extLst>
          </p:cNvPr>
          <p:cNvPicPr>
            <a:picLocks noGrp="1" noChangeAspect="1"/>
          </p:cNvPicPr>
          <p:nvPr>
            <p:ph sz="half" idx="2"/>
          </p:nvPr>
        </p:nvPicPr>
        <p:blipFill>
          <a:blip r:embed="rId5"/>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3885AA80-D3A2-4FFE-9095-9BF0C23F4A8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1AD19DF1-10F3-4B84-B28D-ED998D0E5D53}"/>
              </a:ext>
            </a:extLst>
          </p:cNvPr>
          <p:cNvSpPr txBox="1"/>
          <p:nvPr/>
        </p:nvSpPr>
        <p:spPr>
          <a:xfrm>
            <a:off x="1333500" y="6153150"/>
            <a:ext cx="9525000" cy="695325"/>
          </a:xfrm>
          <a:prstGeom prst="rect">
            <a:avLst/>
          </a:prstGeom>
          <a:noFill/>
        </p:spPr>
        <p:txBody>
          <a:bodyPr wrap="square" rtlCol="0">
            <a:normAutofit fontScale="92500" lnSpcReduction="10000"/>
          </a:bodyPr>
          <a:lstStyle/>
          <a:p>
            <a:pPr marL="0" marR="0" algn="ctr">
              <a:buNone/>
            </a:pPr>
            <a:r>
              <a:rPr sz="4500">
                <a:solidFill>
                  <a:srgbClr val="6D7BF7"/>
                </a:solidFill>
                <a:effectLst/>
                <a:latin typeface="Avenir Next LT Pro" panose="020B0504020202020204" pitchFamily="34" charset="0"/>
              </a:rPr>
              <a:t>REFACTORING AUTOMATION</a:t>
            </a:r>
            <a:r>
              <a:rPr>
                <a:effectLst/>
              </a:rPr>
              <a:t> </a:t>
            </a:r>
            <a:endParaRPr lang="en-US"/>
          </a:p>
        </p:txBody>
      </p:sp>
      <p:pic>
        <p:nvPicPr>
          <p:cNvPr id="2" name="Picture 1">
            <a:extLst>
              <a:ext uri="{FF2B5EF4-FFF2-40B4-BE49-F238E27FC236}">
                <a16:creationId xmlns:a16="http://schemas.microsoft.com/office/drawing/2014/main" id="{5A508651-630A-D9C5-77AA-A4D3185FDFC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1381404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52A0A89-13A8-4430-926D-E293FE764927}"/>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8E0DB069-B7AA-C8B4-8D65-06E788E02C59}"/>
              </a:ext>
            </a:extLst>
          </p:cNvPr>
          <p:cNvSpPr>
            <a:spLocks noGrp="1"/>
          </p:cNvSpPr>
          <p:nvPr>
            <p:ph sz="half" idx="2"/>
          </p:nvPr>
        </p:nvSpPr>
        <p:spPr>
          <a:xfrm>
            <a:off x="619125" y="466725"/>
            <a:ext cx="10953750" cy="628650"/>
          </a:xfrm>
        </p:spPr>
        <p:txBody>
          <a:bodyPr>
            <a:normAutofit fontScale="92500" lnSpcReduction="10000"/>
          </a:bodyPr>
          <a:lstStyle/>
          <a:p>
            <a:pPr marL="0" marR="0" indent="0" algn="l">
              <a:buNone/>
            </a:pPr>
            <a:r>
              <a:rPr sz="4500" b="1">
                <a:solidFill>
                  <a:srgbClr val="6D7BF7"/>
                </a:solidFill>
                <a:effectLst/>
                <a:latin typeface="Avenir Next LT Pro Bold" panose="020B0804020202020204" pitchFamily="34" charset="0"/>
              </a:rPr>
              <a:t>MIGRATING PLAYBOOKS INTO ROLES</a:t>
            </a:r>
            <a:r>
              <a:rPr>
                <a:effectLst/>
              </a:rPr>
              <a:t> </a:t>
            </a:r>
            <a:endParaRPr lang="en-US"/>
          </a:p>
        </p:txBody>
      </p:sp>
      <p:sp>
        <p:nvSpPr>
          <p:cNvPr id="6" name="TextBox 5">
            <a:extLst>
              <a:ext uri="{FF2B5EF4-FFF2-40B4-BE49-F238E27FC236}">
                <a16:creationId xmlns:a16="http://schemas.microsoft.com/office/drawing/2014/main" id="{0C3106DB-7683-4339-A122-2B673D7DE3FA}"/>
              </a:ext>
            </a:extLst>
          </p:cNvPr>
          <p:cNvSpPr txBox="1"/>
          <p:nvPr/>
        </p:nvSpPr>
        <p:spPr>
          <a:xfrm>
            <a:off x="619125" y="1171575"/>
            <a:ext cx="10953750" cy="411360"/>
          </a:xfrm>
          <a:prstGeom prst="rect">
            <a:avLst/>
          </a:prstGeom>
          <a:noFill/>
        </p:spPr>
        <p:txBody>
          <a:bodyPr wrap="square" rtlCol="0">
            <a:normAutofit fontScale="92500" lnSpcReduction="20000"/>
          </a:bodyPr>
          <a:lstStyle/>
          <a:p>
            <a:pPr marL="0" marR="0" algn="l">
              <a:buNone/>
            </a:pPr>
            <a:r>
              <a:rPr sz="2700" b="1">
                <a:solidFill>
                  <a:srgbClr val="FFFFFF"/>
                </a:solidFill>
                <a:effectLst/>
                <a:latin typeface="Avenir Next LT Pro Bold" panose="020B0804020202020204" pitchFamily="34" charset="0"/>
              </a:rPr>
              <a:t>Refactor automation for reuse and clarity</a:t>
            </a:r>
            <a:r>
              <a:rPr>
                <a:effectLst/>
              </a:rPr>
              <a:t> </a:t>
            </a:r>
            <a:endParaRPr lang="en-US"/>
          </a:p>
        </p:txBody>
      </p:sp>
      <p:sp>
        <p:nvSpPr>
          <p:cNvPr id="7" name="TextBox 6">
            <a:extLst>
              <a:ext uri="{FF2B5EF4-FFF2-40B4-BE49-F238E27FC236}">
                <a16:creationId xmlns:a16="http://schemas.microsoft.com/office/drawing/2014/main" id="{7D153C20-E43A-46EA-BFFC-83A423D6C6BA}"/>
              </a:ext>
            </a:extLst>
          </p:cNvPr>
          <p:cNvSpPr txBox="1"/>
          <p:nvPr/>
        </p:nvSpPr>
        <p:spPr>
          <a:xfrm>
            <a:off x="619125" y="1849635"/>
            <a:ext cx="10953750" cy="2902743"/>
          </a:xfrm>
          <a:prstGeom prst="rect">
            <a:avLst/>
          </a:prstGeom>
          <a:noFill/>
        </p:spPr>
        <p:txBody>
          <a:bodyPr wrap="square" rtlCol="0">
            <a:normAutofit lnSpcReduction="10000"/>
          </a:bodyPr>
          <a:lstStyle/>
          <a:p>
            <a:pPr marL="0" marR="0" algn="l">
              <a:buNone/>
            </a:pPr>
            <a:r>
              <a:rPr sz="1800" b="1">
                <a:solidFill>
                  <a:srgbClr val="FFFFFF"/>
                </a:solidFill>
                <a:effectLst/>
                <a:latin typeface="Avenir Next LT Pro Bold" panose="020B0804020202020204" pitchFamily="34" charset="0"/>
              </a:rPr>
              <a:t>Process Overview</a:t>
            </a:r>
            <a:r>
              <a:rPr>
                <a:effectLst/>
              </a:rPr>
              <a:t> </a:t>
            </a:r>
          </a:p>
          <a:p>
            <a:pPr marL="0" marR="0" algn="l">
              <a:spcBef>
                <a:spcPts val="450"/>
              </a:spcBef>
              <a:buNone/>
            </a:pPr>
            <a:r>
              <a:rPr sz="1200" b="0">
                <a:solidFill>
                  <a:srgbClr val="FFFFFF"/>
                </a:solidFill>
                <a:effectLst/>
                <a:latin typeface="Avenir Next LT Pro Regular"/>
              </a:rPr>
              <a:t>Identify a logical unit of work in the playbook (e.g., install, configure). Initialize a role directory with ansible-galaxy init or manually.</a:t>
            </a:r>
            <a:r>
              <a:rPr>
                <a:effectLst/>
              </a:rPr>
              <a:t> </a:t>
            </a:r>
          </a:p>
          <a:p>
            <a:pPr marL="0" marR="0" algn="l">
              <a:spcBef>
                <a:spcPts val="1500"/>
              </a:spcBef>
              <a:buNone/>
            </a:pPr>
            <a:r>
              <a:rPr sz="1800" b="1">
                <a:solidFill>
                  <a:srgbClr val="FFFFFF"/>
                </a:solidFill>
                <a:effectLst/>
                <a:latin typeface="Avenir Next LT Pro Bold" panose="020B0804020202020204" pitchFamily="34" charset="0"/>
              </a:rPr>
              <a:t>Role Structure</a:t>
            </a:r>
            <a:r>
              <a:rPr>
                <a:effectLst/>
              </a:rPr>
              <a:t> </a:t>
            </a:r>
          </a:p>
          <a:p>
            <a:pPr marL="0" marR="0" algn="l">
              <a:spcBef>
                <a:spcPts val="450"/>
              </a:spcBef>
              <a:buNone/>
            </a:pPr>
            <a:r>
              <a:rPr sz="1200" b="0">
                <a:solidFill>
                  <a:srgbClr val="FFFFFF"/>
                </a:solidFill>
                <a:effectLst/>
                <a:latin typeface="Avenir Next LT Pro Regular"/>
              </a:rPr>
              <a:t>Move tasks to tasks/main.yml and handlers to handlers/main.yml. Place templates and files in templates/ and files/. Centralize variables in defaults/ or vars/.</a:t>
            </a:r>
            <a:r>
              <a:rPr>
                <a:effectLst/>
              </a:rPr>
              <a:t> </a:t>
            </a:r>
          </a:p>
          <a:p>
            <a:pPr marL="0" marR="0" algn="l">
              <a:spcBef>
                <a:spcPts val="1500"/>
              </a:spcBef>
              <a:buNone/>
            </a:pPr>
            <a:r>
              <a:rPr sz="1800" b="1">
                <a:solidFill>
                  <a:srgbClr val="FFFFFF"/>
                </a:solidFill>
                <a:effectLst/>
                <a:latin typeface="Avenir Next LT Pro Bold" panose="020B0804020202020204" pitchFamily="34" charset="0"/>
              </a:rPr>
              <a:t>Integration &amp; Testing</a:t>
            </a:r>
            <a:r>
              <a:rPr>
                <a:effectLst/>
              </a:rPr>
              <a:t> </a:t>
            </a:r>
          </a:p>
          <a:p>
            <a:pPr marL="0" marR="0" algn="l">
              <a:spcBef>
                <a:spcPts val="450"/>
              </a:spcBef>
              <a:buNone/>
            </a:pPr>
            <a:r>
              <a:rPr sz="1200" b="0">
                <a:solidFill>
                  <a:srgbClr val="FFFFFF"/>
                </a:solidFill>
                <a:effectLst/>
                <a:latin typeface="Avenir Next LT Pro Regular"/>
              </a:rPr>
              <a:t>Simplify the original playbook to call the role via roles or include_role. Test iteratively to keep behavior unchanged.</a:t>
            </a:r>
            <a:r>
              <a:rPr>
                <a:effectLst/>
              </a:rPr>
              <a:t> </a:t>
            </a:r>
          </a:p>
          <a:p>
            <a:pPr marL="0" marR="0" algn="l">
              <a:spcBef>
                <a:spcPts val="1500"/>
              </a:spcBef>
              <a:buNone/>
            </a:pPr>
            <a:r>
              <a:rPr sz="1800" b="1">
                <a:solidFill>
                  <a:srgbClr val="FFFFFF"/>
                </a:solidFill>
                <a:effectLst/>
                <a:latin typeface="Avenir Next LT Pro Bold" panose="020B0804020202020204" pitchFamily="34" charset="0"/>
              </a:rPr>
              <a:t>Benefits</a:t>
            </a:r>
            <a:r>
              <a:rPr>
                <a:effectLst/>
              </a:rPr>
              <a:t> </a:t>
            </a:r>
          </a:p>
          <a:p>
            <a:pPr marL="0" marR="0" algn="l">
              <a:spcBef>
                <a:spcPts val="450"/>
              </a:spcBef>
              <a:buNone/>
            </a:pPr>
            <a:r>
              <a:rPr sz="1200" b="0">
                <a:solidFill>
                  <a:srgbClr val="FFFFFF"/>
                </a:solidFill>
                <a:effectLst/>
                <a:latin typeface="Avenir Next LT Pro Regular"/>
              </a:rPr>
              <a:t>Improves readability, enables reuse across projects, and yields a cleaner, more maintainable automation codebase.</a:t>
            </a:r>
            <a:r>
              <a:rPr>
                <a:effectLst/>
              </a:rPr>
              <a:t> </a:t>
            </a:r>
            <a:endParaRPr lang="en-US"/>
          </a:p>
        </p:txBody>
      </p:sp>
      <p:pic>
        <p:nvPicPr>
          <p:cNvPr id="2" name="Picture 1">
            <a:extLst>
              <a:ext uri="{FF2B5EF4-FFF2-40B4-BE49-F238E27FC236}">
                <a16:creationId xmlns:a16="http://schemas.microsoft.com/office/drawing/2014/main" id="{2B2B97E1-DCEF-6371-D4AA-6F38797745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1302557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1455370-E2C0-4F66-AF83-C2BAD82ABD5D}"/>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Side view closeup of IT programmer writing code on laptop screen while working in software production studio with focus on male hands typing at keyboard, copy space">
            <a:extLst>
              <a:ext uri="{FF2B5EF4-FFF2-40B4-BE49-F238E27FC236}">
                <a16:creationId xmlns:a16="http://schemas.microsoft.com/office/drawing/2014/main" id="{C24B3876-ADEB-410C-BC65-4B6F481F2054}"/>
              </a:ext>
            </a:extLst>
          </p:cNvPr>
          <p:cNvPicPr>
            <a:picLocks noGrp="1" noChangeAspect="1"/>
          </p:cNvPicPr>
          <p:nvPr>
            <p:ph sz="half" idx="2"/>
          </p:nvPr>
        </p:nvPicPr>
        <p:blipFill>
          <a:blip r:embed="rId5"/>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19918D5C-D3FC-4EA7-87B5-7525F6FE9A3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3059F0C2-93EA-4146-BAF0-2C39272CE4AE}"/>
              </a:ext>
            </a:extLst>
          </p:cNvPr>
          <p:cNvSpPr txBox="1"/>
          <p:nvPr/>
        </p:nvSpPr>
        <p:spPr>
          <a:xfrm>
            <a:off x="619125" y="4935884"/>
            <a:ext cx="8215312" cy="628650"/>
          </a:xfrm>
          <a:prstGeom prst="rect">
            <a:avLst/>
          </a:prstGeom>
          <a:noFill/>
        </p:spPr>
        <p:txBody>
          <a:bodyPr wrap="square" rtlCol="0">
            <a:normAutofit fontScale="92500" lnSpcReduction="20000"/>
          </a:bodyPr>
          <a:lstStyle/>
          <a:p>
            <a:pPr marL="0" marR="0" algn="l">
              <a:buNone/>
            </a:pPr>
            <a:r>
              <a:rPr sz="4500" b="1">
                <a:solidFill>
                  <a:srgbClr val="6D7BF7"/>
                </a:solidFill>
                <a:effectLst/>
                <a:latin typeface="Avenir Next LT Pro" panose="020B0504020202020204" pitchFamily="34" charset="0"/>
              </a:rPr>
              <a:t>EXECUTION MODELS</a:t>
            </a:r>
            <a:r>
              <a:rPr>
                <a:effectLst/>
              </a:rPr>
              <a:t> </a:t>
            </a:r>
            <a:endParaRPr lang="en-US"/>
          </a:p>
        </p:txBody>
      </p:sp>
      <p:sp>
        <p:nvSpPr>
          <p:cNvPr id="9" name="TextBox 8">
            <a:extLst>
              <a:ext uri="{FF2B5EF4-FFF2-40B4-BE49-F238E27FC236}">
                <a16:creationId xmlns:a16="http://schemas.microsoft.com/office/drawing/2014/main" id="{4BAC4482-76D3-4ED3-A68E-611D13AABFCB}"/>
              </a:ext>
            </a:extLst>
          </p:cNvPr>
          <p:cNvSpPr txBox="1"/>
          <p:nvPr/>
        </p:nvSpPr>
        <p:spPr>
          <a:xfrm>
            <a:off x="619125" y="5640734"/>
            <a:ext cx="8215312" cy="445740"/>
          </a:xfrm>
          <a:prstGeom prst="rect">
            <a:avLst/>
          </a:prstGeom>
          <a:noFill/>
        </p:spPr>
        <p:txBody>
          <a:bodyPr wrap="square" rtlCol="0">
            <a:normAutofit fontScale="92500" lnSpcReduction="10000"/>
          </a:bodyPr>
          <a:lstStyle/>
          <a:p>
            <a:pPr marL="0" marR="0" algn="l">
              <a:buNone/>
            </a:pPr>
            <a:r>
              <a:rPr sz="2700" b="1">
                <a:solidFill>
                  <a:srgbClr val="FFFFFF"/>
                </a:solidFill>
                <a:effectLst/>
                <a:latin typeface="Avenir Next LT Pro" panose="020B0504020202020204" pitchFamily="34" charset="0"/>
              </a:rPr>
              <a:t>Executing Roles in Playbooks</a:t>
            </a:r>
            <a:r>
              <a:rPr>
                <a:effectLst/>
              </a:rPr>
              <a:t> </a:t>
            </a:r>
            <a:endParaRPr lang="en-US"/>
          </a:p>
        </p:txBody>
      </p:sp>
      <p:pic>
        <p:nvPicPr>
          <p:cNvPr id="2" name="Picture 1">
            <a:extLst>
              <a:ext uri="{FF2B5EF4-FFF2-40B4-BE49-F238E27FC236}">
                <a16:creationId xmlns:a16="http://schemas.microsoft.com/office/drawing/2014/main" id="{6BF20FE2-DB32-45C4-3D4D-877399C2E8F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986689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A76F3EC-F8A1-403F-8E2C-3A90CCF58C2A}"/>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7480"/>
            <a:ext cx="12192000" cy="6858000"/>
          </a:xfrm>
          <a:prstGeom prst="rect">
            <a:avLst/>
          </a:prstGeom>
        </p:spPr>
      </p:pic>
      <p:sp>
        <p:nvSpPr>
          <p:cNvPr id="4" name="Content Placeholder 3">
            <a:extLst>
              <a:ext uri="{FF2B5EF4-FFF2-40B4-BE49-F238E27FC236}">
                <a16:creationId xmlns:a16="http://schemas.microsoft.com/office/drawing/2014/main" id="{F31A3EF9-C941-CF88-5E44-038720FA0BAA}"/>
              </a:ext>
            </a:extLst>
          </p:cNvPr>
          <p:cNvSpPr>
            <a:spLocks noGrp="1"/>
          </p:cNvSpPr>
          <p:nvPr>
            <p:ph sz="half" idx="2"/>
          </p:nvPr>
        </p:nvSpPr>
        <p:spPr>
          <a:xfrm>
            <a:off x="488496" y="219968"/>
            <a:ext cx="12172950" cy="695325"/>
          </a:xfrm>
        </p:spPr>
        <p:txBody>
          <a:bodyPr>
            <a:normAutofit lnSpcReduction="10000"/>
          </a:bodyPr>
          <a:lstStyle/>
          <a:p>
            <a:pPr marL="0" marR="0" indent="0" algn="l">
              <a:buNone/>
            </a:pPr>
            <a:r>
              <a:rPr sz="4500" b="1" dirty="0">
                <a:solidFill>
                  <a:srgbClr val="6D7BF7"/>
                </a:solidFill>
                <a:effectLst/>
                <a:latin typeface="Avenir Next LT Pro" panose="020B0504020202020204" pitchFamily="34" charset="0"/>
              </a:rPr>
              <a:t>EXECUTING ROLES IN PLAYBOOKS</a:t>
            </a:r>
            <a:r>
              <a:rPr dirty="0">
                <a:effectLst/>
              </a:rPr>
              <a:t> </a:t>
            </a:r>
            <a:endParaRPr lang="en-US" dirty="0"/>
          </a:p>
        </p:txBody>
      </p:sp>
      <p:sp>
        <p:nvSpPr>
          <p:cNvPr id="6" name="TextBox 5">
            <a:extLst>
              <a:ext uri="{FF2B5EF4-FFF2-40B4-BE49-F238E27FC236}">
                <a16:creationId xmlns:a16="http://schemas.microsoft.com/office/drawing/2014/main" id="{EF67DE31-1585-4CE0-9F8F-04E40DB3F18A}"/>
              </a:ext>
            </a:extLst>
          </p:cNvPr>
          <p:cNvSpPr txBox="1"/>
          <p:nvPr/>
        </p:nvSpPr>
        <p:spPr>
          <a:xfrm>
            <a:off x="597353" y="915293"/>
            <a:ext cx="9911531" cy="1583448"/>
          </a:xfrm>
          <a:prstGeom prst="rect">
            <a:avLst/>
          </a:prstGeom>
          <a:noFill/>
        </p:spPr>
        <p:txBody>
          <a:bodyPr wrap="square" rtlCol="0">
            <a:normAutofit/>
          </a:bodyPr>
          <a:lstStyle/>
          <a:p>
            <a:pPr marL="0" marR="0" algn="l">
              <a:buNone/>
            </a:pPr>
            <a:r>
              <a:rPr sz="1400" b="0" dirty="0">
                <a:solidFill>
                  <a:srgbClr val="FFFFFF"/>
                </a:solidFill>
                <a:effectLst/>
                <a:latin typeface="Avenir Next LT Pro" panose="020B0504020202020204" pitchFamily="34" charset="0"/>
              </a:rPr>
              <a:t>• Prefer declarative roles: use the roles section for clear, static assignments.</a:t>
            </a:r>
            <a:r>
              <a:rPr sz="2000" dirty="0">
                <a:effectLst/>
              </a:rPr>
              <a:t> </a:t>
            </a:r>
          </a:p>
          <a:p>
            <a:pPr marL="0" marR="0" algn="l">
              <a:spcBef>
                <a:spcPts val="600"/>
              </a:spcBef>
              <a:buNone/>
            </a:pPr>
            <a:r>
              <a:rPr sz="1400" b="0" dirty="0">
                <a:solidFill>
                  <a:srgbClr val="FFFFFF"/>
                </a:solidFill>
                <a:effectLst/>
                <a:latin typeface="Avenir Next LT Pro" panose="020B0504020202020204" pitchFamily="34" charset="0"/>
              </a:rPr>
              <a:t>• Use </a:t>
            </a:r>
            <a:r>
              <a:rPr sz="1400" b="0" dirty="0" err="1">
                <a:solidFill>
                  <a:srgbClr val="FFFFFF"/>
                </a:solidFill>
                <a:effectLst/>
                <a:latin typeface="Avenir Next LT Pro" panose="020B0504020202020204" pitchFamily="34" charset="0"/>
              </a:rPr>
              <a:t>include_role</a:t>
            </a:r>
            <a:r>
              <a:rPr sz="1400" b="0" dirty="0">
                <a:solidFill>
                  <a:srgbClr val="FFFFFF"/>
                </a:solidFill>
                <a:effectLst/>
                <a:latin typeface="Avenir Next LT Pro" panose="020B0504020202020204" pitchFamily="34" charset="0"/>
              </a:rPr>
              <a:t> for </a:t>
            </a:r>
            <a:r>
              <a:rPr sz="1600" b="0" dirty="0">
                <a:solidFill>
                  <a:srgbClr val="FFFFFF"/>
                </a:solidFill>
                <a:effectLst/>
                <a:latin typeface="Avenir Next LT Pro" panose="020B0504020202020204" pitchFamily="34" charset="0"/>
              </a:rPr>
              <a:t>runtime</a:t>
            </a:r>
            <a:r>
              <a:rPr sz="1400" b="0" dirty="0">
                <a:solidFill>
                  <a:srgbClr val="FFFFFF"/>
                </a:solidFill>
                <a:effectLst/>
                <a:latin typeface="Avenir Next LT Pro" panose="020B0504020202020204" pitchFamily="34" charset="0"/>
              </a:rPr>
              <a:t>, conditional execution (processed at execution time).</a:t>
            </a:r>
            <a:r>
              <a:rPr sz="2000" dirty="0">
                <a:effectLst/>
              </a:rPr>
              <a:t> </a:t>
            </a:r>
          </a:p>
          <a:p>
            <a:pPr marL="0" marR="0" algn="l">
              <a:spcBef>
                <a:spcPts val="600"/>
              </a:spcBef>
              <a:buNone/>
            </a:pPr>
            <a:r>
              <a:rPr sz="1400" b="0" dirty="0">
                <a:solidFill>
                  <a:srgbClr val="FFFFFF"/>
                </a:solidFill>
                <a:effectLst/>
                <a:latin typeface="Avenir Next LT Pro" panose="020B0504020202020204" pitchFamily="34" charset="0"/>
              </a:rPr>
              <a:t>• Use </a:t>
            </a:r>
            <a:r>
              <a:rPr sz="1400" b="0" dirty="0" err="1">
                <a:solidFill>
                  <a:srgbClr val="FFFFFF"/>
                </a:solidFill>
                <a:effectLst/>
                <a:latin typeface="Avenir Next LT Pro" panose="020B0504020202020204" pitchFamily="34" charset="0"/>
              </a:rPr>
              <a:t>import_role</a:t>
            </a:r>
            <a:r>
              <a:rPr sz="1400" b="0" dirty="0">
                <a:solidFill>
                  <a:srgbClr val="FFFFFF"/>
                </a:solidFill>
                <a:effectLst/>
                <a:latin typeface="Avenir Next LT Pro" panose="020B0504020202020204" pitchFamily="34" charset="0"/>
              </a:rPr>
              <a:t> for static expansion (parsed at playbook load time).</a:t>
            </a:r>
            <a:r>
              <a:rPr sz="2000" dirty="0">
                <a:effectLst/>
              </a:rPr>
              <a:t> </a:t>
            </a:r>
          </a:p>
          <a:p>
            <a:pPr marL="0" marR="0" algn="l">
              <a:spcBef>
                <a:spcPts val="600"/>
              </a:spcBef>
              <a:buNone/>
            </a:pPr>
            <a:r>
              <a:rPr sz="1400" b="0" dirty="0">
                <a:solidFill>
                  <a:srgbClr val="FFFFFF"/>
                </a:solidFill>
                <a:effectLst/>
                <a:latin typeface="Avenir Next LT Pro" panose="020B0504020202020204" pitchFamily="34" charset="0"/>
              </a:rPr>
              <a:t>• Choose the method that maximizes clarity, predictability, and maintainability.</a:t>
            </a:r>
            <a:r>
              <a:rPr sz="2000" dirty="0">
                <a:effectLst/>
              </a:rPr>
              <a:t> </a:t>
            </a:r>
            <a:endParaRPr lang="en-US" sz="2000" dirty="0"/>
          </a:p>
        </p:txBody>
      </p:sp>
      <p:pic>
        <p:nvPicPr>
          <p:cNvPr id="2" name="Picture 1">
            <a:extLst>
              <a:ext uri="{FF2B5EF4-FFF2-40B4-BE49-F238E27FC236}">
                <a16:creationId xmlns:a16="http://schemas.microsoft.com/office/drawing/2014/main" id="{83F731F7-C680-4925-728E-1DB09F6D7D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
        <p:nvSpPr>
          <p:cNvPr id="8" name="TextBox 7">
            <a:extLst>
              <a:ext uri="{FF2B5EF4-FFF2-40B4-BE49-F238E27FC236}">
                <a16:creationId xmlns:a16="http://schemas.microsoft.com/office/drawing/2014/main" id="{72482F73-5675-7D00-47E8-D277EFB0E771}"/>
              </a:ext>
            </a:extLst>
          </p:cNvPr>
          <p:cNvSpPr txBox="1"/>
          <p:nvPr/>
        </p:nvSpPr>
        <p:spPr>
          <a:xfrm>
            <a:off x="400049" y="3053931"/>
            <a:ext cx="4389665" cy="1569660"/>
          </a:xfrm>
          <a:prstGeom prst="rect">
            <a:avLst/>
          </a:prstGeom>
          <a:noFill/>
        </p:spPr>
        <p:txBody>
          <a:bodyPr wrap="square">
            <a:spAutoFit/>
          </a:bodyPr>
          <a:lstStyle/>
          <a:p>
            <a:r>
              <a:rPr lang="en-IN" sz="2400" b="1" dirty="0">
                <a:solidFill>
                  <a:srgbClr val="6D7BF7"/>
                </a:solidFill>
                <a:latin typeface="Avenir Next LT Pro" panose="020B0504020202020204" pitchFamily="34" charset="0"/>
              </a:rPr>
              <a:t>Method 1 — Declarative:</a:t>
            </a:r>
          </a:p>
          <a:p>
            <a:r>
              <a:rPr lang="en-IN" sz="2400" b="1" dirty="0">
                <a:solidFill>
                  <a:schemeClr val="accent2">
                    <a:lumMod val="75000"/>
                  </a:schemeClr>
                </a:solidFill>
                <a:latin typeface="Avenir Next LT Pro" panose="020B0504020202020204" pitchFamily="34" charset="0"/>
              </a:rPr>
              <a:t>roles:  </a:t>
            </a:r>
          </a:p>
          <a:p>
            <a:r>
              <a:rPr lang="en-IN" sz="2400" b="1" dirty="0">
                <a:solidFill>
                  <a:schemeClr val="accent2">
                    <a:lumMod val="75000"/>
                  </a:schemeClr>
                </a:solidFill>
                <a:latin typeface="Avenir Next LT Pro" panose="020B0504020202020204" pitchFamily="34" charset="0"/>
              </a:rPr>
              <a:t>  - </a:t>
            </a:r>
            <a:r>
              <a:rPr lang="en-IN" sz="2400" b="1" dirty="0" err="1">
                <a:solidFill>
                  <a:schemeClr val="accent2">
                    <a:lumMod val="75000"/>
                  </a:schemeClr>
                </a:solidFill>
                <a:latin typeface="Avenir Next LT Pro" panose="020B0504020202020204" pitchFamily="34" charset="0"/>
              </a:rPr>
              <a:t>myrole</a:t>
            </a:r>
            <a:r>
              <a:rPr lang="en-IN" sz="2400" b="1" dirty="0">
                <a:solidFill>
                  <a:schemeClr val="accent2">
                    <a:lumMod val="75000"/>
                  </a:schemeClr>
                </a:solidFill>
                <a:latin typeface="Avenir Next LT Pro" panose="020B0504020202020204" pitchFamily="34" charset="0"/>
              </a:rPr>
              <a:t> </a:t>
            </a:r>
            <a:endParaRPr lang="en-IN" sz="3600" b="1" dirty="0">
              <a:solidFill>
                <a:schemeClr val="bg1"/>
              </a:solidFill>
              <a:latin typeface="Avenir Next LT Pro" panose="020B0504020202020204" pitchFamily="34" charset="0"/>
            </a:endParaRPr>
          </a:p>
          <a:p>
            <a:endParaRPr lang="en-IN" sz="2400" b="1" dirty="0">
              <a:solidFill>
                <a:srgbClr val="6D7BF7"/>
              </a:solidFill>
              <a:latin typeface="Avenir Next LT Pro" panose="020B0504020202020204" pitchFamily="34" charset="0"/>
            </a:endParaRPr>
          </a:p>
        </p:txBody>
      </p:sp>
      <p:sp>
        <p:nvSpPr>
          <p:cNvPr id="12" name="TextBox 11">
            <a:extLst>
              <a:ext uri="{FF2B5EF4-FFF2-40B4-BE49-F238E27FC236}">
                <a16:creationId xmlns:a16="http://schemas.microsoft.com/office/drawing/2014/main" id="{3728E98D-F608-A36D-48D6-68DE80F1B414}"/>
              </a:ext>
            </a:extLst>
          </p:cNvPr>
          <p:cNvSpPr txBox="1"/>
          <p:nvPr/>
        </p:nvSpPr>
        <p:spPr>
          <a:xfrm>
            <a:off x="5842226" y="2966845"/>
            <a:ext cx="4389665" cy="1569660"/>
          </a:xfrm>
          <a:prstGeom prst="rect">
            <a:avLst/>
          </a:prstGeom>
          <a:noFill/>
        </p:spPr>
        <p:txBody>
          <a:bodyPr wrap="square">
            <a:spAutoFit/>
          </a:bodyPr>
          <a:lstStyle/>
          <a:p>
            <a:r>
              <a:rPr lang="en-IN" sz="2400" b="1" dirty="0">
                <a:solidFill>
                  <a:srgbClr val="6D7BF7"/>
                </a:solidFill>
                <a:latin typeface="Avenir Next LT Pro" panose="020B0504020202020204" pitchFamily="34" charset="0"/>
              </a:rPr>
              <a:t>Method 2 — </a:t>
            </a:r>
            <a:r>
              <a:rPr lang="en-IN" sz="2400" b="1" dirty="0" err="1">
                <a:solidFill>
                  <a:srgbClr val="6D7BF7"/>
                </a:solidFill>
                <a:latin typeface="Avenir Next LT Pro" panose="020B0504020202020204" pitchFamily="34" charset="0"/>
              </a:rPr>
              <a:t>include_role</a:t>
            </a:r>
            <a:endParaRPr lang="en-IN" sz="2400" b="1" dirty="0">
              <a:solidFill>
                <a:srgbClr val="6D7BF7"/>
              </a:solidFill>
              <a:latin typeface="Avenir Next LT Pro" panose="020B0504020202020204" pitchFamily="34" charset="0"/>
            </a:endParaRPr>
          </a:p>
          <a:p>
            <a:r>
              <a:rPr lang="en-IN" sz="2400" b="1" dirty="0">
                <a:solidFill>
                  <a:schemeClr val="accent2">
                    <a:lumMod val="75000"/>
                  </a:schemeClr>
                </a:solidFill>
                <a:latin typeface="Avenir Next LT Pro" panose="020B0504020202020204" pitchFamily="34" charset="0"/>
              </a:rPr>
              <a:t>- </a:t>
            </a:r>
            <a:r>
              <a:rPr lang="en-IN" sz="2400" b="1" dirty="0" err="1">
                <a:solidFill>
                  <a:schemeClr val="accent2">
                    <a:lumMod val="75000"/>
                  </a:schemeClr>
                </a:solidFill>
                <a:latin typeface="Avenir Next LT Pro" panose="020B0504020202020204" pitchFamily="34" charset="0"/>
              </a:rPr>
              <a:t>include_roles</a:t>
            </a:r>
            <a:r>
              <a:rPr lang="en-IN" sz="2400" b="1" dirty="0">
                <a:solidFill>
                  <a:schemeClr val="accent2">
                    <a:lumMod val="75000"/>
                  </a:schemeClr>
                </a:solidFill>
                <a:latin typeface="Avenir Next LT Pro" panose="020B0504020202020204" pitchFamily="34" charset="0"/>
              </a:rPr>
              <a:t>:  </a:t>
            </a:r>
          </a:p>
          <a:p>
            <a:r>
              <a:rPr lang="en-IN" sz="2400" b="1" dirty="0">
                <a:solidFill>
                  <a:schemeClr val="accent2">
                    <a:lumMod val="75000"/>
                  </a:schemeClr>
                </a:solidFill>
                <a:latin typeface="Avenir Next LT Pro" panose="020B0504020202020204" pitchFamily="34" charset="0"/>
              </a:rPr>
              <a:t>       name: </a:t>
            </a:r>
            <a:r>
              <a:rPr lang="en-IN" sz="2400" b="1" dirty="0" err="1">
                <a:solidFill>
                  <a:schemeClr val="accent2">
                    <a:lumMod val="75000"/>
                  </a:schemeClr>
                </a:solidFill>
                <a:latin typeface="Avenir Next LT Pro" panose="020B0504020202020204" pitchFamily="34" charset="0"/>
              </a:rPr>
              <a:t>myrole</a:t>
            </a:r>
            <a:r>
              <a:rPr lang="en-IN" sz="2400" b="1" dirty="0">
                <a:solidFill>
                  <a:schemeClr val="accent2">
                    <a:lumMod val="75000"/>
                  </a:schemeClr>
                </a:solidFill>
                <a:latin typeface="Avenir Next LT Pro" panose="020B0504020202020204" pitchFamily="34" charset="0"/>
              </a:rPr>
              <a:t> </a:t>
            </a:r>
            <a:endParaRPr lang="en-IN" sz="3600" b="1" dirty="0">
              <a:solidFill>
                <a:schemeClr val="bg1"/>
              </a:solidFill>
              <a:latin typeface="Avenir Next LT Pro" panose="020B0504020202020204" pitchFamily="34" charset="0"/>
            </a:endParaRPr>
          </a:p>
          <a:p>
            <a:endParaRPr lang="en-IN" sz="2400" b="1" dirty="0">
              <a:solidFill>
                <a:srgbClr val="6D7BF7"/>
              </a:solidFill>
              <a:latin typeface="Avenir Next LT Pro" panose="020B0504020202020204" pitchFamily="34" charset="0"/>
            </a:endParaRPr>
          </a:p>
        </p:txBody>
      </p:sp>
      <p:sp>
        <p:nvSpPr>
          <p:cNvPr id="14" name="TextBox 13">
            <a:extLst>
              <a:ext uri="{FF2B5EF4-FFF2-40B4-BE49-F238E27FC236}">
                <a16:creationId xmlns:a16="http://schemas.microsoft.com/office/drawing/2014/main" id="{36464AD6-1557-D164-C308-1B0028D6F0E1}"/>
              </a:ext>
            </a:extLst>
          </p:cNvPr>
          <p:cNvSpPr txBox="1"/>
          <p:nvPr/>
        </p:nvSpPr>
        <p:spPr>
          <a:xfrm>
            <a:off x="1652588" y="5054661"/>
            <a:ext cx="6384470" cy="646331"/>
          </a:xfrm>
          <a:prstGeom prst="rect">
            <a:avLst/>
          </a:prstGeom>
          <a:noFill/>
        </p:spPr>
        <p:txBody>
          <a:bodyPr wrap="square">
            <a:spAutoFit/>
          </a:bodyPr>
          <a:lstStyle/>
          <a:p>
            <a:pPr algn="ctr"/>
            <a:r>
              <a:rPr lang="en-US" b="1" dirty="0">
                <a:solidFill>
                  <a:schemeClr val="accent1">
                    <a:lumMod val="20000"/>
                    <a:lumOff val="80000"/>
                  </a:schemeClr>
                </a:solidFill>
              </a:rPr>
              <a:t>Use the declarative approach when possible. </a:t>
            </a:r>
          </a:p>
          <a:p>
            <a:pPr algn="ctr"/>
            <a:r>
              <a:rPr lang="en-US" b="1" dirty="0">
                <a:solidFill>
                  <a:schemeClr val="accent1">
                    <a:lumMod val="20000"/>
                    <a:lumOff val="80000"/>
                  </a:schemeClr>
                </a:solidFill>
              </a:rPr>
              <a:t>Use </a:t>
            </a:r>
            <a:r>
              <a:rPr lang="en-US" b="1" dirty="0" err="1">
                <a:solidFill>
                  <a:schemeClr val="accent1">
                    <a:lumMod val="20000"/>
                    <a:lumOff val="80000"/>
                  </a:schemeClr>
                </a:solidFill>
              </a:rPr>
              <a:t>include_role</a:t>
            </a:r>
            <a:r>
              <a:rPr lang="en-US" b="1" dirty="0">
                <a:solidFill>
                  <a:schemeClr val="accent1">
                    <a:lumMod val="20000"/>
                    <a:lumOff val="80000"/>
                  </a:schemeClr>
                </a:solidFill>
              </a:rPr>
              <a:t> when you need conditional logic.</a:t>
            </a:r>
            <a:endParaRPr lang="en-IN" b="1" dirty="0">
              <a:solidFill>
                <a:schemeClr val="accent1">
                  <a:lumMod val="20000"/>
                  <a:lumOff val="80000"/>
                </a:schemeClr>
              </a:solidFill>
            </a:endParaRPr>
          </a:p>
        </p:txBody>
      </p:sp>
    </p:spTree>
    <p:extLst>
      <p:ext uri="{BB962C8B-B14F-4D97-AF65-F5344CB8AC3E}">
        <p14:creationId xmlns:p14="http://schemas.microsoft.com/office/powerpoint/2010/main" val="1614711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73A8733-60F8-4B10-BBF0-30A7B8C308A3}"/>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Office desk table with mockup computer Copy space and workspace.">
            <a:extLst>
              <a:ext uri="{FF2B5EF4-FFF2-40B4-BE49-F238E27FC236}">
                <a16:creationId xmlns:a16="http://schemas.microsoft.com/office/drawing/2014/main" id="{AC1DCFB8-0E4C-4E0D-8A2D-113C91909FF3}"/>
              </a:ext>
            </a:extLst>
          </p:cNvPr>
          <p:cNvPicPr>
            <a:picLocks noGrp="1" noChangeAspect="1"/>
          </p:cNvPicPr>
          <p:nvPr>
            <p:ph sz="half" idx="2"/>
          </p:nvPr>
        </p:nvPicPr>
        <p:blipFill>
          <a:blip r:embed="rId5"/>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41A99116-B53E-4F91-8C79-8B811D6CE4F9}"/>
              </a:ext>
            </a:extLst>
          </p:cNvPr>
          <p:cNvSpPr txBox="1"/>
          <p:nvPr/>
        </p:nvSpPr>
        <p:spPr>
          <a:xfrm>
            <a:off x="828675" y="828675"/>
            <a:ext cx="10534650" cy="657225"/>
          </a:xfrm>
          <a:prstGeom prst="rect">
            <a:avLst/>
          </a:prstGeom>
          <a:noFill/>
        </p:spPr>
        <p:txBody>
          <a:bodyPr wrap="square" rtlCol="0">
            <a:normAutofit fontScale="92500" lnSpcReduction="20000"/>
          </a:bodyPr>
          <a:lstStyle/>
          <a:p>
            <a:pPr marL="0" marR="0" algn="l" fontAlgn="b">
              <a:buNone/>
            </a:pPr>
            <a:r>
              <a:rPr sz="4500">
                <a:solidFill>
                  <a:srgbClr val="6D7BF7"/>
                </a:solidFill>
                <a:effectLst/>
                <a:latin typeface="Avenir Next LT Pro Bold" panose="020B0804020202020204" pitchFamily="34" charset="0"/>
              </a:rPr>
              <a:t>CUSTOMIZATION AND REUSE</a:t>
            </a:r>
            <a:r>
              <a:rPr>
                <a:effectLst/>
              </a:rPr>
              <a:t> </a:t>
            </a:r>
            <a:endParaRPr lang="en-US"/>
          </a:p>
        </p:txBody>
      </p:sp>
      <p:pic>
        <p:nvPicPr>
          <p:cNvPr id="2" name="Picture 1">
            <a:extLst>
              <a:ext uri="{FF2B5EF4-FFF2-40B4-BE49-F238E27FC236}">
                <a16:creationId xmlns:a16="http://schemas.microsoft.com/office/drawing/2014/main" id="{89ECDA43-FA7F-5F2B-342C-3E452DCB894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30512557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18EF5AD-4D38-4F4F-B092-3573B1CA69AD}"/>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8FEAA759-322E-735D-C815-3327824B48AB}"/>
              </a:ext>
            </a:extLst>
          </p:cNvPr>
          <p:cNvSpPr>
            <a:spLocks noGrp="1"/>
          </p:cNvSpPr>
          <p:nvPr>
            <p:ph sz="half" idx="2"/>
          </p:nvPr>
        </p:nvSpPr>
        <p:spPr>
          <a:xfrm>
            <a:off x="619125" y="466725"/>
            <a:ext cx="12172950" cy="695325"/>
          </a:xfrm>
        </p:spPr>
        <p:txBody>
          <a:bodyPr>
            <a:normAutofit lnSpcReduction="10000"/>
          </a:bodyPr>
          <a:lstStyle/>
          <a:p>
            <a:pPr marL="0" indent="0" algn="l">
              <a:buNone/>
            </a:pPr>
            <a:r>
              <a:rPr sz="4500" b="1">
                <a:solidFill>
                  <a:srgbClr val="6D7BF7"/>
                </a:solidFill>
                <a:effectLst/>
                <a:latin typeface="Avenir Next LT Pro" panose="020B0504020202020204" pitchFamily="34" charset="0"/>
              </a:rPr>
              <a:t>ROLE PARAMETERS &amp; OVERRIDES</a:t>
            </a:r>
            <a:r>
              <a:rPr>
                <a:effectLst/>
              </a:rPr>
              <a:t> </a:t>
            </a:r>
            <a:endParaRPr lang="en-US"/>
          </a:p>
        </p:txBody>
      </p:sp>
      <p:sp>
        <p:nvSpPr>
          <p:cNvPr id="6" name="TextBox 5">
            <a:extLst>
              <a:ext uri="{FF2B5EF4-FFF2-40B4-BE49-F238E27FC236}">
                <a16:creationId xmlns:a16="http://schemas.microsoft.com/office/drawing/2014/main" id="{FED1457D-11E3-413B-BBF9-645C8C4FD387}"/>
              </a:ext>
            </a:extLst>
          </p:cNvPr>
          <p:cNvSpPr txBox="1"/>
          <p:nvPr/>
        </p:nvSpPr>
        <p:spPr>
          <a:xfrm>
            <a:off x="619125" y="1685925"/>
            <a:ext cx="12172950" cy="3676054"/>
          </a:xfrm>
          <a:prstGeom prst="rect">
            <a:avLst/>
          </a:prstGeom>
          <a:noFill/>
        </p:spPr>
        <p:txBody>
          <a:bodyPr wrap="square" rtlCol="0">
            <a:normAutofit lnSpcReduction="10000"/>
          </a:bodyPr>
          <a:lstStyle/>
          <a:p>
            <a:pPr marL="0" algn="l">
              <a:spcBef>
                <a:spcPts val="1200"/>
              </a:spcBef>
              <a:buNone/>
            </a:pPr>
            <a:r>
              <a:rPr sz="1800" b="1">
                <a:solidFill>
                  <a:srgbClr val="FFFFFF"/>
                </a:solidFill>
                <a:effectLst/>
                <a:latin typeface="Avenir Next LT Pro" panose="020B0504020202020204" pitchFamily="34" charset="0"/>
              </a:rPr>
              <a:t>Parameterization with variables</a:t>
            </a:r>
            <a:r>
              <a:rPr>
                <a:effectLst/>
              </a:rPr>
              <a:t> </a:t>
            </a:r>
          </a:p>
          <a:p>
            <a:pPr marL="0" algn="l">
              <a:spcBef>
                <a:spcPts val="450"/>
              </a:spcBef>
              <a:buNone/>
            </a:pPr>
            <a:r>
              <a:rPr sz="1200" b="0">
                <a:solidFill>
                  <a:srgbClr val="FFFFFF"/>
                </a:solidFill>
                <a:effectLst/>
                <a:latin typeface="Avenir Next LT Pro" panose="020B0504020202020204" pitchFamily="34" charset="0"/>
              </a:rPr>
              <a:t>Roles stay generic by reading values from variables, adapting behavior per context without changing role logic.</a:t>
            </a:r>
            <a:r>
              <a:rPr>
                <a:effectLst/>
              </a:rPr>
              <a:t> </a:t>
            </a:r>
          </a:p>
          <a:p>
            <a:pPr marL="0" algn="l">
              <a:spcBef>
                <a:spcPts val="1500"/>
              </a:spcBef>
              <a:buNone/>
            </a:pPr>
            <a:r>
              <a:rPr sz="1800" b="1">
                <a:solidFill>
                  <a:srgbClr val="FFFFFF"/>
                </a:solidFill>
                <a:effectLst/>
                <a:latin typeface="Avenir Next LT Pro" panose="020B0504020202020204" pitchFamily="34" charset="0"/>
              </a:rPr>
              <a:t>Defaults and overrides</a:t>
            </a:r>
            <a:r>
              <a:rPr>
                <a:effectLst/>
              </a:rPr>
              <a:t> </a:t>
            </a:r>
          </a:p>
          <a:p>
            <a:pPr marL="0" algn="l">
              <a:spcBef>
                <a:spcPts val="450"/>
              </a:spcBef>
              <a:buNone/>
            </a:pPr>
            <a:r>
              <a:rPr sz="1200" b="0">
                <a:solidFill>
                  <a:srgbClr val="FFFFFF"/>
                </a:solidFill>
                <a:effectLst/>
                <a:latin typeface="Avenir Next LT Pro" panose="020B0504020202020204" pitchFamily="34" charset="0"/>
              </a:rPr>
              <a:t>Define sensible defaults in defaults/main.yml; override in playbooks, inventories, or extra‑vars as needed.</a:t>
            </a:r>
            <a:r>
              <a:rPr>
                <a:effectLst/>
              </a:rPr>
              <a:t> </a:t>
            </a:r>
          </a:p>
          <a:p>
            <a:pPr marL="0" algn="l">
              <a:spcBef>
                <a:spcPts val="1500"/>
              </a:spcBef>
              <a:buNone/>
            </a:pPr>
            <a:r>
              <a:rPr sz="1800" b="1">
                <a:solidFill>
                  <a:srgbClr val="FFFFFF"/>
                </a:solidFill>
                <a:effectLst/>
                <a:latin typeface="Avenir Next LT Pro" panose="020B0504020202020204" pitchFamily="34" charset="0"/>
              </a:rPr>
              <a:t>Precedence awareness</a:t>
            </a:r>
            <a:r>
              <a:rPr>
                <a:effectLst/>
              </a:rPr>
              <a:t> </a:t>
            </a:r>
          </a:p>
          <a:p>
            <a:pPr marL="0" algn="l">
              <a:spcBef>
                <a:spcPts val="450"/>
              </a:spcBef>
              <a:buNone/>
            </a:pPr>
            <a:r>
              <a:rPr sz="1200" b="0">
                <a:solidFill>
                  <a:srgbClr val="FFFFFF"/>
                </a:solidFill>
                <a:effectLst/>
                <a:latin typeface="Avenir Next LT Pro" panose="020B0504020202020204" pitchFamily="34" charset="0"/>
              </a:rPr>
              <a:t>Understand Ansible’s variable precedence to avoid conflicts and unexpected results.</a:t>
            </a:r>
            <a:r>
              <a:rPr>
                <a:effectLst/>
              </a:rPr>
              <a:t> </a:t>
            </a:r>
          </a:p>
          <a:p>
            <a:pPr marL="0" algn="l">
              <a:spcBef>
                <a:spcPts val="1500"/>
              </a:spcBef>
              <a:buNone/>
            </a:pPr>
            <a:r>
              <a:rPr sz="1800" b="1">
                <a:solidFill>
                  <a:srgbClr val="FFFFFF"/>
                </a:solidFill>
                <a:effectLst/>
                <a:latin typeface="Avenir Next LT Pro" panose="020B0504020202020204" pitchFamily="34" charset="0"/>
              </a:rPr>
              <a:t>Clear documentation</a:t>
            </a:r>
            <a:r>
              <a:rPr>
                <a:effectLst/>
              </a:rPr>
              <a:t> </a:t>
            </a:r>
          </a:p>
          <a:p>
            <a:pPr marL="0" algn="l">
              <a:spcBef>
                <a:spcPts val="450"/>
              </a:spcBef>
              <a:buNone/>
            </a:pPr>
            <a:r>
              <a:rPr sz="1200" b="0">
                <a:solidFill>
                  <a:srgbClr val="FFFFFF"/>
                </a:solidFill>
                <a:effectLst/>
                <a:latin typeface="Avenir Next LT Pro" panose="020B0504020202020204" pitchFamily="34" charset="0"/>
              </a:rPr>
              <a:t>List variables, purposes, expected values, and defaults in the role’s README.md.</a:t>
            </a:r>
            <a:r>
              <a:rPr>
                <a:effectLst/>
              </a:rPr>
              <a:t> </a:t>
            </a:r>
          </a:p>
          <a:p>
            <a:pPr marL="0" algn="l">
              <a:spcBef>
                <a:spcPts val="1500"/>
              </a:spcBef>
              <a:buNone/>
            </a:pPr>
            <a:r>
              <a:rPr sz="1800" b="1">
                <a:solidFill>
                  <a:srgbClr val="FFFFFF"/>
                </a:solidFill>
                <a:effectLst/>
                <a:latin typeface="Avenir Next LT Pro" panose="020B0504020202020204" pitchFamily="34" charset="0"/>
              </a:rPr>
              <a:t>Benefits</a:t>
            </a:r>
            <a:r>
              <a:rPr>
                <a:effectLst/>
              </a:rPr>
              <a:t> </a:t>
            </a:r>
          </a:p>
          <a:p>
            <a:pPr marL="0" algn="l">
              <a:spcBef>
                <a:spcPts val="450"/>
              </a:spcBef>
              <a:buNone/>
            </a:pPr>
            <a:r>
              <a:rPr sz="1200" b="0">
                <a:solidFill>
                  <a:srgbClr val="FFFFFF"/>
                </a:solidFill>
                <a:effectLst/>
                <a:latin typeface="Avenir Next LT Pro" panose="020B0504020202020204" pitchFamily="34" charset="0"/>
              </a:rPr>
              <a:t>Maximizes reuse, reduces duplication, and supports multiple OSs, environments, and configurations.</a:t>
            </a:r>
            <a:r>
              <a:rPr>
                <a:effectLst/>
              </a:rPr>
              <a:t> </a:t>
            </a:r>
            <a:endParaRPr lang="en-US"/>
          </a:p>
        </p:txBody>
      </p:sp>
      <p:pic>
        <p:nvPicPr>
          <p:cNvPr id="2" name="Picture 1">
            <a:extLst>
              <a:ext uri="{FF2B5EF4-FFF2-40B4-BE49-F238E27FC236}">
                <a16:creationId xmlns:a16="http://schemas.microsoft.com/office/drawing/2014/main" id="{9FB6CD16-3837-D8C6-03DE-5AC3B47202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3337076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77D1519-3079-4BD6-8D15-49E5CE96245D}"/>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Screen Time damaging the brain psychology and technology health affects due to internet addiction and cognitive damage physiological effects as a 3D illustration.">
            <a:extLst>
              <a:ext uri="{FF2B5EF4-FFF2-40B4-BE49-F238E27FC236}">
                <a16:creationId xmlns:a16="http://schemas.microsoft.com/office/drawing/2014/main" id="{385C869F-9BC2-49FC-94B6-0DEC5ABF5C95}"/>
              </a:ext>
            </a:extLst>
          </p:cNvPr>
          <p:cNvPicPr>
            <a:picLocks noGrp="1" noChangeAspect="1"/>
          </p:cNvPicPr>
          <p:nvPr>
            <p:ph sz="half" idx="2"/>
          </p:nvPr>
        </p:nvPicPr>
        <p:blipFill>
          <a:blip r:embed="rId5"/>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BDA86576-DC99-4077-BCF5-B1907D7F132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236BCC9F-82A3-4ABF-BCE6-42562D4E029F}"/>
              </a:ext>
            </a:extLst>
          </p:cNvPr>
          <p:cNvSpPr txBox="1"/>
          <p:nvPr/>
        </p:nvSpPr>
        <p:spPr>
          <a:xfrm>
            <a:off x="0" y="2857500"/>
            <a:ext cx="12192000" cy="1390650"/>
          </a:xfrm>
          <a:prstGeom prst="rect">
            <a:avLst/>
          </a:prstGeom>
          <a:noFill/>
        </p:spPr>
        <p:txBody>
          <a:bodyPr wrap="square" rtlCol="0">
            <a:normAutofit lnSpcReduction="10000"/>
          </a:bodyPr>
          <a:lstStyle/>
          <a:p>
            <a:pPr marL="0" marR="0" algn="ctr">
              <a:buNone/>
            </a:pPr>
            <a:r>
              <a:rPr sz="4500" b="1">
                <a:solidFill>
                  <a:srgbClr val="6D7BF7"/>
                </a:solidFill>
                <a:effectLst/>
                <a:latin typeface="Avenir Next LT Pro" panose="020B0504020202020204" pitchFamily="34" charset="0"/>
              </a:rPr>
              <a:t>ROLE DEPENDENCIES AND LAYERED AUTOMATION</a:t>
            </a:r>
            <a:r>
              <a:rPr>
                <a:effectLst/>
              </a:rPr>
              <a:t> </a:t>
            </a:r>
            <a:endParaRPr lang="en-US"/>
          </a:p>
        </p:txBody>
      </p:sp>
      <p:pic>
        <p:nvPicPr>
          <p:cNvPr id="2" name="Picture 1">
            <a:extLst>
              <a:ext uri="{FF2B5EF4-FFF2-40B4-BE49-F238E27FC236}">
                <a16:creationId xmlns:a16="http://schemas.microsoft.com/office/drawing/2014/main" id="{C6C73726-E6F0-B492-4ED9-12DC63B52F1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385455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8966EF7-BF0E-43F9-9E53-85AEFAEDA429}"/>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Screen Time damaging the brain psychology and technology health affects due to internet addiction and cognitive damage physiological effects as a 3D illustration.">
            <a:extLst>
              <a:ext uri="{FF2B5EF4-FFF2-40B4-BE49-F238E27FC236}">
                <a16:creationId xmlns:a16="http://schemas.microsoft.com/office/drawing/2014/main" id="{5D8A570B-132A-4420-B54D-A8E940438D30}"/>
              </a:ext>
            </a:extLst>
          </p:cNvPr>
          <p:cNvPicPr>
            <a:picLocks noGrp="1" noChangeAspect="1"/>
          </p:cNvPicPr>
          <p:nvPr>
            <p:ph sz="half" idx="2"/>
          </p:nvPr>
        </p:nvPicPr>
        <p:blipFill>
          <a:blip r:embed="rId5"/>
          <a:stretch>
            <a:fillRect/>
          </a:stretch>
        </p:blipFill>
        <p:spPr>
          <a:xfrm>
            <a:off x="0" y="0"/>
            <a:ext cx="6858000" cy="6858000"/>
          </a:xfrm>
          <a:prstGeom prst="rect">
            <a:avLst/>
          </a:prstGeom>
        </p:spPr>
      </p:pic>
      <p:sp>
        <p:nvSpPr>
          <p:cNvPr id="7" name="TextBox 6">
            <a:extLst>
              <a:ext uri="{FF2B5EF4-FFF2-40B4-BE49-F238E27FC236}">
                <a16:creationId xmlns:a16="http://schemas.microsoft.com/office/drawing/2014/main" id="{66210A9A-C95F-446B-BCCD-48112CAB1533}"/>
              </a:ext>
            </a:extLst>
          </p:cNvPr>
          <p:cNvSpPr txBox="1"/>
          <p:nvPr/>
        </p:nvSpPr>
        <p:spPr>
          <a:xfrm>
            <a:off x="7200900" y="581025"/>
            <a:ext cx="4391025" cy="2514600"/>
          </a:xfrm>
          <a:prstGeom prst="rect">
            <a:avLst/>
          </a:prstGeom>
          <a:noFill/>
        </p:spPr>
        <p:txBody>
          <a:bodyPr wrap="square" rtlCol="0">
            <a:normAutofit fontScale="92500" lnSpcReduction="10000"/>
          </a:bodyPr>
          <a:lstStyle/>
          <a:p>
            <a:pPr marL="0" algn="l">
              <a:buNone/>
            </a:pPr>
            <a:r>
              <a:rPr sz="4500" b="1" dirty="0">
                <a:solidFill>
                  <a:srgbClr val="6D7BF7"/>
                </a:solidFill>
                <a:effectLst/>
                <a:latin typeface="Avenir Next LT Pro" panose="020B0504020202020204" pitchFamily="34" charset="0"/>
              </a:rPr>
              <a:t>ROLE DEPENDENCIES, LAYERED AUTOMATION</a:t>
            </a:r>
            <a:r>
              <a:rPr dirty="0">
                <a:effectLst/>
              </a:rPr>
              <a:t> </a:t>
            </a:r>
            <a:endParaRPr lang="en-US" dirty="0"/>
          </a:p>
        </p:txBody>
      </p:sp>
      <p:sp>
        <p:nvSpPr>
          <p:cNvPr id="8" name="TextBox 7">
            <a:extLst>
              <a:ext uri="{FF2B5EF4-FFF2-40B4-BE49-F238E27FC236}">
                <a16:creationId xmlns:a16="http://schemas.microsoft.com/office/drawing/2014/main" id="{5B3BAD6F-77D5-4FC3-BD4D-540F4880702A}"/>
              </a:ext>
            </a:extLst>
          </p:cNvPr>
          <p:cNvSpPr txBox="1"/>
          <p:nvPr/>
        </p:nvSpPr>
        <p:spPr>
          <a:xfrm>
            <a:off x="7200900" y="3438525"/>
            <a:ext cx="4391025" cy="274290"/>
          </a:xfrm>
          <a:prstGeom prst="rect">
            <a:avLst/>
          </a:prstGeom>
          <a:noFill/>
        </p:spPr>
        <p:txBody>
          <a:bodyPr wrap="square" rtlCol="0">
            <a:normAutofit fontScale="77500" lnSpcReduction="20000"/>
          </a:bodyPr>
          <a:lstStyle/>
          <a:p>
            <a:pPr marL="0" algn="l">
              <a:buNone/>
            </a:pPr>
            <a:r>
              <a:rPr sz="1800" b="1">
                <a:solidFill>
                  <a:srgbClr val="FFFFFF"/>
                </a:solidFill>
                <a:effectLst/>
                <a:latin typeface="Avenir Next LT Pro" panose="020B0504020202020204" pitchFamily="34" charset="0"/>
              </a:rPr>
              <a:t>Composable Automation</a:t>
            </a:r>
            <a:r>
              <a:rPr>
                <a:effectLst/>
              </a:rPr>
              <a:t> </a:t>
            </a:r>
            <a:endParaRPr lang="en-US"/>
          </a:p>
        </p:txBody>
      </p:sp>
      <p:sp>
        <p:nvSpPr>
          <p:cNvPr id="9" name="TextBox 8">
            <a:extLst>
              <a:ext uri="{FF2B5EF4-FFF2-40B4-BE49-F238E27FC236}">
                <a16:creationId xmlns:a16="http://schemas.microsoft.com/office/drawing/2014/main" id="{7216B470-8F11-470A-9551-3693B77F69C2}"/>
              </a:ext>
            </a:extLst>
          </p:cNvPr>
          <p:cNvSpPr txBox="1"/>
          <p:nvPr/>
        </p:nvSpPr>
        <p:spPr>
          <a:xfrm>
            <a:off x="7200900" y="3808065"/>
            <a:ext cx="4391025" cy="426541"/>
          </a:xfrm>
          <a:prstGeom prst="rect">
            <a:avLst/>
          </a:prstGeom>
          <a:noFill/>
        </p:spPr>
        <p:txBody>
          <a:bodyPr wrap="square" rtlCol="0">
            <a:normAutofit fontScale="85000" lnSpcReduction="20000"/>
          </a:bodyPr>
          <a:lstStyle/>
          <a:p>
            <a:pPr marL="0" marR="0" algn="l">
              <a:spcBef>
                <a:spcPts val="750"/>
              </a:spcBef>
              <a:buNone/>
            </a:pPr>
            <a:r>
              <a:rPr sz="1200" b="0">
                <a:solidFill>
                  <a:srgbClr val="FFFFFF"/>
                </a:solidFill>
                <a:effectLst/>
                <a:latin typeface="Avenir Next LT Pro" panose="020B0504020202020204" pitchFamily="34" charset="0"/>
              </a:rPr>
              <a:t>Define prerequisites in meta/main.yml to include and order roles automatically.</a:t>
            </a:r>
            <a:r>
              <a:rPr>
                <a:effectLst/>
              </a:rPr>
              <a:t> </a:t>
            </a:r>
            <a:endParaRPr lang="en-US"/>
          </a:p>
        </p:txBody>
      </p:sp>
      <p:sp>
        <p:nvSpPr>
          <p:cNvPr id="10" name="TextBox 9">
            <a:extLst>
              <a:ext uri="{FF2B5EF4-FFF2-40B4-BE49-F238E27FC236}">
                <a16:creationId xmlns:a16="http://schemas.microsoft.com/office/drawing/2014/main" id="{7595FB13-4247-4DD9-A466-5E8FFB266C0E}"/>
              </a:ext>
            </a:extLst>
          </p:cNvPr>
          <p:cNvSpPr txBox="1"/>
          <p:nvPr/>
        </p:nvSpPr>
        <p:spPr>
          <a:xfrm>
            <a:off x="7200900" y="4329856"/>
            <a:ext cx="4391025" cy="274290"/>
          </a:xfrm>
          <a:prstGeom prst="rect">
            <a:avLst/>
          </a:prstGeom>
          <a:noFill/>
        </p:spPr>
        <p:txBody>
          <a:bodyPr wrap="square" rtlCol="0">
            <a:normAutofit fontScale="77500" lnSpcReduction="20000"/>
          </a:bodyPr>
          <a:lstStyle/>
          <a:p>
            <a:pPr marL="0" marR="0" algn="l">
              <a:spcBef>
                <a:spcPts val="750"/>
              </a:spcBef>
              <a:buNone/>
            </a:pPr>
            <a:r>
              <a:rPr sz="1800" b="1">
                <a:solidFill>
                  <a:srgbClr val="FFFFFF"/>
                </a:solidFill>
                <a:effectLst/>
                <a:latin typeface="Avenir Next LT Pro" panose="020B0504020202020204" pitchFamily="34" charset="0"/>
              </a:rPr>
              <a:t>Baseline First</a:t>
            </a:r>
            <a:r>
              <a:rPr>
                <a:effectLst/>
              </a:rPr>
              <a:t> </a:t>
            </a:r>
            <a:endParaRPr lang="en-US"/>
          </a:p>
        </p:txBody>
      </p:sp>
      <p:sp>
        <p:nvSpPr>
          <p:cNvPr id="11" name="TextBox 10">
            <a:extLst>
              <a:ext uri="{FF2B5EF4-FFF2-40B4-BE49-F238E27FC236}">
                <a16:creationId xmlns:a16="http://schemas.microsoft.com/office/drawing/2014/main" id="{E38C41F3-D453-4B40-B8AF-60F2CF3E86CE}"/>
              </a:ext>
            </a:extLst>
          </p:cNvPr>
          <p:cNvSpPr txBox="1"/>
          <p:nvPr/>
        </p:nvSpPr>
        <p:spPr>
          <a:xfrm>
            <a:off x="7200900" y="4699396"/>
            <a:ext cx="4391025" cy="426541"/>
          </a:xfrm>
          <a:prstGeom prst="rect">
            <a:avLst/>
          </a:prstGeom>
          <a:noFill/>
        </p:spPr>
        <p:txBody>
          <a:bodyPr wrap="square" rtlCol="0">
            <a:normAutofit fontScale="85000" lnSpcReduction="20000"/>
          </a:bodyPr>
          <a:lstStyle/>
          <a:p>
            <a:pPr marL="0" marR="0" algn="l">
              <a:spcBef>
                <a:spcPts val="750"/>
              </a:spcBef>
              <a:buNone/>
            </a:pPr>
            <a:r>
              <a:rPr sz="1200" b="0" dirty="0">
                <a:solidFill>
                  <a:srgbClr val="FFFFFF"/>
                </a:solidFill>
                <a:effectLst/>
                <a:latin typeface="Avenir Next LT Pro" panose="020B0504020202020204" pitchFamily="34" charset="0"/>
              </a:rPr>
              <a:t>Enforce common settings and security hardening before app‑specific roles.</a:t>
            </a:r>
            <a:r>
              <a:rPr dirty="0">
                <a:effectLst/>
              </a:rPr>
              <a:t> </a:t>
            </a:r>
            <a:endParaRPr lang="en-US" dirty="0"/>
          </a:p>
        </p:txBody>
      </p:sp>
      <p:sp>
        <p:nvSpPr>
          <p:cNvPr id="12" name="TextBox 11">
            <a:extLst>
              <a:ext uri="{FF2B5EF4-FFF2-40B4-BE49-F238E27FC236}">
                <a16:creationId xmlns:a16="http://schemas.microsoft.com/office/drawing/2014/main" id="{9681BB1F-5C4C-44B1-A4EF-E2E12FDD3F9A}"/>
              </a:ext>
            </a:extLst>
          </p:cNvPr>
          <p:cNvSpPr txBox="1"/>
          <p:nvPr/>
        </p:nvSpPr>
        <p:spPr>
          <a:xfrm>
            <a:off x="7200900" y="5221188"/>
            <a:ext cx="4391025" cy="274290"/>
          </a:xfrm>
          <a:prstGeom prst="rect">
            <a:avLst/>
          </a:prstGeom>
          <a:noFill/>
        </p:spPr>
        <p:txBody>
          <a:bodyPr wrap="square" rtlCol="0">
            <a:normAutofit fontScale="77500" lnSpcReduction="20000"/>
          </a:bodyPr>
          <a:lstStyle/>
          <a:p>
            <a:pPr marL="0" marR="0" algn="l">
              <a:spcBef>
                <a:spcPts val="750"/>
              </a:spcBef>
              <a:buNone/>
            </a:pPr>
            <a:r>
              <a:rPr sz="1800" b="1">
                <a:solidFill>
                  <a:srgbClr val="FFFFFF"/>
                </a:solidFill>
                <a:effectLst/>
                <a:latin typeface="Avenir Next LT Pro" panose="020B0504020202020204" pitchFamily="34" charset="0"/>
              </a:rPr>
              <a:t>Parameterized Dependencies</a:t>
            </a:r>
            <a:r>
              <a:rPr>
                <a:effectLst/>
              </a:rPr>
              <a:t> </a:t>
            </a:r>
            <a:endParaRPr lang="en-US"/>
          </a:p>
        </p:txBody>
      </p:sp>
      <p:sp>
        <p:nvSpPr>
          <p:cNvPr id="13" name="TextBox 12">
            <a:extLst>
              <a:ext uri="{FF2B5EF4-FFF2-40B4-BE49-F238E27FC236}">
                <a16:creationId xmlns:a16="http://schemas.microsoft.com/office/drawing/2014/main" id="{1CE0C60D-DB7D-434C-A7B6-A50335D562BE}"/>
              </a:ext>
            </a:extLst>
          </p:cNvPr>
          <p:cNvSpPr txBox="1"/>
          <p:nvPr/>
        </p:nvSpPr>
        <p:spPr>
          <a:xfrm>
            <a:off x="7200900" y="5495478"/>
            <a:ext cx="4391025" cy="308521"/>
          </a:xfrm>
          <a:prstGeom prst="rect">
            <a:avLst/>
          </a:prstGeom>
          <a:noFill/>
        </p:spPr>
        <p:txBody>
          <a:bodyPr wrap="square" rtlCol="0">
            <a:normAutofit/>
          </a:bodyPr>
          <a:lstStyle/>
          <a:p>
            <a:pPr marL="0" marR="0" algn="l">
              <a:spcBef>
                <a:spcPts val="750"/>
              </a:spcBef>
              <a:buNone/>
            </a:pPr>
            <a:r>
              <a:rPr sz="1050" b="0" dirty="0">
                <a:solidFill>
                  <a:srgbClr val="FFFFFF"/>
                </a:solidFill>
                <a:effectLst/>
                <a:latin typeface="Avenir Next LT Pro" panose="020B0504020202020204" pitchFamily="34" charset="0"/>
              </a:rPr>
              <a:t>Pass variables to customize prerequisite roles and behaviors.</a:t>
            </a:r>
            <a:r>
              <a:rPr sz="1400" dirty="0">
                <a:effectLst/>
              </a:rPr>
              <a:t> </a:t>
            </a:r>
            <a:endParaRPr lang="en-US" sz="1400" dirty="0"/>
          </a:p>
        </p:txBody>
      </p:sp>
      <p:sp>
        <p:nvSpPr>
          <p:cNvPr id="14" name="TextBox 13">
            <a:extLst>
              <a:ext uri="{FF2B5EF4-FFF2-40B4-BE49-F238E27FC236}">
                <a16:creationId xmlns:a16="http://schemas.microsoft.com/office/drawing/2014/main" id="{09339875-70E5-4CBA-AEF6-B4BDE0A6E9FF}"/>
              </a:ext>
            </a:extLst>
          </p:cNvPr>
          <p:cNvSpPr txBox="1"/>
          <p:nvPr/>
        </p:nvSpPr>
        <p:spPr>
          <a:xfrm>
            <a:off x="7200900" y="5899249"/>
            <a:ext cx="4391025" cy="274290"/>
          </a:xfrm>
          <a:prstGeom prst="rect">
            <a:avLst/>
          </a:prstGeom>
          <a:noFill/>
        </p:spPr>
        <p:txBody>
          <a:bodyPr wrap="square" rtlCol="0">
            <a:normAutofit fontScale="77500" lnSpcReduction="20000"/>
          </a:bodyPr>
          <a:lstStyle/>
          <a:p>
            <a:pPr marL="0" marR="0" algn="l">
              <a:spcBef>
                <a:spcPts val="750"/>
              </a:spcBef>
              <a:buNone/>
            </a:pPr>
            <a:r>
              <a:rPr sz="1800" b="1">
                <a:solidFill>
                  <a:srgbClr val="FFFFFF"/>
                </a:solidFill>
                <a:effectLst/>
                <a:latin typeface="Avenir Next LT Pro" panose="020B0504020202020204" pitchFamily="34" charset="0"/>
              </a:rPr>
              <a:t>Use Judiciously</a:t>
            </a:r>
            <a:r>
              <a:rPr>
                <a:effectLst/>
              </a:rPr>
              <a:t> </a:t>
            </a:r>
            <a:endParaRPr lang="en-US"/>
          </a:p>
        </p:txBody>
      </p:sp>
      <p:sp>
        <p:nvSpPr>
          <p:cNvPr id="15" name="TextBox 14">
            <a:extLst>
              <a:ext uri="{FF2B5EF4-FFF2-40B4-BE49-F238E27FC236}">
                <a16:creationId xmlns:a16="http://schemas.microsoft.com/office/drawing/2014/main" id="{26FF6D7D-AB95-44D7-9294-474FBEFD9304}"/>
              </a:ext>
            </a:extLst>
          </p:cNvPr>
          <p:cNvSpPr txBox="1"/>
          <p:nvPr/>
        </p:nvSpPr>
        <p:spPr>
          <a:xfrm>
            <a:off x="7200900" y="6268789"/>
            <a:ext cx="4391025" cy="426541"/>
          </a:xfrm>
          <a:prstGeom prst="rect">
            <a:avLst/>
          </a:prstGeom>
          <a:noFill/>
        </p:spPr>
        <p:txBody>
          <a:bodyPr wrap="square" rtlCol="0">
            <a:normAutofit fontScale="85000" lnSpcReduction="20000"/>
          </a:bodyPr>
          <a:lstStyle/>
          <a:p>
            <a:pPr marL="0" marR="0" algn="l">
              <a:spcBef>
                <a:spcPts val="750"/>
              </a:spcBef>
              <a:buNone/>
            </a:pPr>
            <a:r>
              <a:rPr sz="1200" b="0">
                <a:solidFill>
                  <a:srgbClr val="FFFFFF"/>
                </a:solidFill>
                <a:effectLst/>
                <a:latin typeface="Avenir Next LT Pro" panose="020B0504020202020204" pitchFamily="34" charset="0"/>
              </a:rPr>
              <a:t>Keep roles focused; model clear relationships to reduce coupling and simplify playbooks.</a:t>
            </a:r>
            <a:r>
              <a:rPr>
                <a:effectLst/>
              </a:rPr>
              <a:t> </a:t>
            </a:r>
            <a:endParaRPr lang="en-US"/>
          </a:p>
        </p:txBody>
      </p:sp>
      <p:pic>
        <p:nvPicPr>
          <p:cNvPr id="2" name="Picture 1">
            <a:extLst>
              <a:ext uri="{FF2B5EF4-FFF2-40B4-BE49-F238E27FC236}">
                <a16:creationId xmlns:a16="http://schemas.microsoft.com/office/drawing/2014/main" id="{CC300D01-2057-910F-992D-BB8609DB634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3226728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7B4051A-B047-46AB-BB4C-02DC54336AFF}"/>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Stand lights and tablet Mock-up.">
            <a:extLst>
              <a:ext uri="{FF2B5EF4-FFF2-40B4-BE49-F238E27FC236}">
                <a16:creationId xmlns:a16="http://schemas.microsoft.com/office/drawing/2014/main" id="{29A286E4-CE2C-4EE6-B7A7-3D1D87EE565E}"/>
              </a:ext>
            </a:extLst>
          </p:cNvPr>
          <p:cNvPicPr>
            <a:picLocks noGrp="1" noChangeAspect="1"/>
          </p:cNvPicPr>
          <p:nvPr>
            <p:ph sz="half" idx="2"/>
          </p:nvPr>
        </p:nvPicPr>
        <p:blipFill>
          <a:blip r:embed="rId5"/>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FD9741CC-B653-4075-8A3C-3C3BE92F177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E9BF72D6-441C-4349-A984-7B8C0D52D4C4}"/>
              </a:ext>
            </a:extLst>
          </p:cNvPr>
          <p:cNvSpPr txBox="1"/>
          <p:nvPr/>
        </p:nvSpPr>
        <p:spPr>
          <a:xfrm>
            <a:off x="828675" y="5334000"/>
            <a:ext cx="10534650" cy="695325"/>
          </a:xfrm>
          <a:prstGeom prst="rect">
            <a:avLst/>
          </a:prstGeom>
          <a:noFill/>
        </p:spPr>
        <p:txBody>
          <a:bodyPr wrap="square" rtlCol="0">
            <a:normAutofit fontScale="92500" lnSpcReduction="10000"/>
          </a:bodyPr>
          <a:lstStyle/>
          <a:p>
            <a:pPr marL="0" marR="0" algn="l" fontAlgn="b">
              <a:buNone/>
            </a:pPr>
            <a:r>
              <a:rPr sz="4500">
                <a:solidFill>
                  <a:srgbClr val="6D7BF7"/>
                </a:solidFill>
                <a:effectLst/>
                <a:latin typeface="Avenir Next LT Pro Bold" panose="020B0804020202020204" pitchFamily="34" charset="0"/>
              </a:rPr>
              <a:t>CONCLUSION AND NEXT STEPS</a:t>
            </a:r>
            <a:r>
              <a:rPr>
                <a:effectLst/>
              </a:rPr>
              <a:t> </a:t>
            </a:r>
            <a:endParaRPr lang="en-US"/>
          </a:p>
        </p:txBody>
      </p:sp>
      <p:pic>
        <p:nvPicPr>
          <p:cNvPr id="2" name="Picture 1">
            <a:extLst>
              <a:ext uri="{FF2B5EF4-FFF2-40B4-BE49-F238E27FC236}">
                <a16:creationId xmlns:a16="http://schemas.microsoft.com/office/drawing/2014/main" id="{DCE1E8FF-4E04-9961-4B33-BE156171AA7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1587053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1CAD02D-1244-452A-B5EF-3533DE2A903E}"/>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0F6EF0D7-D717-1912-B82B-576FBAFD2AD1}"/>
              </a:ext>
            </a:extLst>
          </p:cNvPr>
          <p:cNvSpPr>
            <a:spLocks noGrp="1"/>
          </p:cNvSpPr>
          <p:nvPr>
            <p:ph sz="half" idx="2"/>
          </p:nvPr>
        </p:nvSpPr>
        <p:spPr>
          <a:xfrm>
            <a:off x="619125" y="619125"/>
            <a:ext cx="12172950" cy="628650"/>
          </a:xfrm>
        </p:spPr>
        <p:txBody>
          <a:bodyPr>
            <a:normAutofit fontScale="92500" lnSpcReduction="10000"/>
          </a:bodyPr>
          <a:lstStyle/>
          <a:p>
            <a:pPr marL="0" marR="0" indent="0" algn="l">
              <a:buNone/>
            </a:pPr>
            <a:r>
              <a:rPr sz="4500" b="1" cap="all">
                <a:solidFill>
                  <a:srgbClr val="6D7BF7"/>
                </a:solidFill>
                <a:effectLst/>
                <a:latin typeface="Avenir Next LT Pro Bold" panose="020B0804020202020204" pitchFamily="34" charset="0"/>
              </a:rPr>
              <a:t>Key Takeaways and Path</a:t>
            </a:r>
            <a:r>
              <a:rPr>
                <a:effectLst/>
              </a:rPr>
              <a:t> </a:t>
            </a:r>
            <a:endParaRPr lang="en-US"/>
          </a:p>
        </p:txBody>
      </p:sp>
      <p:sp>
        <p:nvSpPr>
          <p:cNvPr id="6" name="TextBox 5">
            <a:extLst>
              <a:ext uri="{FF2B5EF4-FFF2-40B4-BE49-F238E27FC236}">
                <a16:creationId xmlns:a16="http://schemas.microsoft.com/office/drawing/2014/main" id="{0C8B3A8C-6474-40D0-AB2B-B8C287090F9C}"/>
              </a:ext>
            </a:extLst>
          </p:cNvPr>
          <p:cNvSpPr txBox="1"/>
          <p:nvPr/>
        </p:nvSpPr>
        <p:spPr>
          <a:xfrm>
            <a:off x="619125" y="1990724"/>
            <a:ext cx="8960304" cy="2515961"/>
          </a:xfrm>
          <a:prstGeom prst="rect">
            <a:avLst/>
          </a:prstGeom>
          <a:noFill/>
        </p:spPr>
        <p:txBody>
          <a:bodyPr wrap="square" rtlCol="0">
            <a:normAutofit/>
          </a:bodyPr>
          <a:lstStyle/>
          <a:p>
            <a:pPr marL="0" marR="0" algn="l">
              <a:buNone/>
            </a:pPr>
            <a:r>
              <a:rPr sz="1600" dirty="0">
                <a:solidFill>
                  <a:srgbClr val="FFFFFF"/>
                </a:solidFill>
                <a:effectLst/>
                <a:latin typeface="Avenir Next LT Pro Regular"/>
              </a:rPr>
              <a:t>Roles enable scalable, maintainable automation through standardized, reusable structure.</a:t>
            </a:r>
            <a:r>
              <a:rPr sz="2400" dirty="0">
                <a:effectLst/>
              </a:rPr>
              <a:t> </a:t>
            </a:r>
          </a:p>
          <a:p>
            <a:pPr marL="0" marR="0" algn="l">
              <a:spcBef>
                <a:spcPts val="600"/>
              </a:spcBef>
              <a:buNone/>
            </a:pPr>
            <a:r>
              <a:rPr sz="1600" dirty="0">
                <a:solidFill>
                  <a:srgbClr val="FFFFFF"/>
                </a:solidFill>
                <a:effectLst/>
                <a:latin typeface="Avenir Next LT Pro Regular"/>
              </a:rPr>
              <a:t>You learned design, creation, migration, execution, variables, and dependencies.</a:t>
            </a:r>
            <a:r>
              <a:rPr sz="2400" dirty="0">
                <a:effectLst/>
              </a:rPr>
              <a:t> </a:t>
            </a:r>
          </a:p>
          <a:p>
            <a:pPr marL="0" marR="0" algn="l">
              <a:spcBef>
                <a:spcPts val="600"/>
              </a:spcBef>
              <a:buNone/>
            </a:pPr>
            <a:r>
              <a:rPr sz="1600" dirty="0">
                <a:solidFill>
                  <a:srgbClr val="FFFFFF"/>
                </a:solidFill>
                <a:effectLst/>
                <a:latin typeface="Avenir Next LT Pro Regular"/>
              </a:rPr>
              <a:t>Next: refactor playbooks, explore Galaxy roles, add parameters and </a:t>
            </a:r>
            <a:r>
              <a:rPr dirty="0">
                <a:solidFill>
                  <a:srgbClr val="FFFFFF"/>
                </a:solidFill>
                <a:effectLst/>
                <a:latin typeface="Avenir Next LT Pro Regular"/>
              </a:rPr>
              <a:t>dependencies</a:t>
            </a:r>
            <a:r>
              <a:rPr sz="1600" dirty="0">
                <a:solidFill>
                  <a:srgbClr val="FFFFFF"/>
                </a:solidFill>
                <a:effectLst/>
                <a:latin typeface="Avenir Next LT Pro Regular"/>
              </a:rPr>
              <a:t>.</a:t>
            </a:r>
            <a:r>
              <a:rPr sz="2400" dirty="0">
                <a:effectLst/>
              </a:rPr>
              <a:t> </a:t>
            </a:r>
          </a:p>
          <a:p>
            <a:pPr marL="0" marR="0" algn="l">
              <a:spcBef>
                <a:spcPts val="600"/>
              </a:spcBef>
              <a:buNone/>
            </a:pPr>
            <a:r>
              <a:rPr sz="1600" dirty="0">
                <a:solidFill>
                  <a:srgbClr val="FFFFFF"/>
                </a:solidFill>
                <a:effectLst/>
                <a:latin typeface="Avenir Next LT Pro Regular"/>
              </a:rPr>
              <a:t>Advance with Molecule tests, CI/CD integration, and org standards alignment.</a:t>
            </a:r>
            <a:r>
              <a:rPr sz="2400" dirty="0">
                <a:effectLst/>
              </a:rPr>
              <a:t> </a:t>
            </a:r>
            <a:endParaRPr lang="en-US" sz="2400" dirty="0"/>
          </a:p>
        </p:txBody>
      </p:sp>
      <p:pic>
        <p:nvPicPr>
          <p:cNvPr id="2" name="Picture 1">
            <a:extLst>
              <a:ext uri="{FF2B5EF4-FFF2-40B4-BE49-F238E27FC236}">
                <a16:creationId xmlns:a16="http://schemas.microsoft.com/office/drawing/2014/main" id="{658FFC85-3325-B9B2-165E-4DE76EBC00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55829" y="0"/>
            <a:ext cx="936171" cy="943263"/>
          </a:xfrm>
          <a:prstGeom prst="rect">
            <a:avLst/>
          </a:prstGeom>
        </p:spPr>
      </p:pic>
    </p:spTree>
    <p:extLst>
      <p:ext uri="{BB962C8B-B14F-4D97-AF65-F5344CB8AC3E}">
        <p14:creationId xmlns:p14="http://schemas.microsoft.com/office/powerpoint/2010/main" val="25890954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760c494-6550-44b4-8258-77c175d778b7}" enabled="1" method="Standard" siteId="{76a2ae5a-9f00-4f6b-95ed-5d33d77c4d61}" removed="0"/>
</clbl:labelList>
</file>

<file path=docProps/app.xml><?xml version="1.0" encoding="utf-8"?>
<Properties xmlns="http://schemas.openxmlformats.org/officeDocument/2006/extended-properties" xmlns:vt="http://schemas.openxmlformats.org/officeDocument/2006/docPropsVTypes">
  <TotalTime>162</TotalTime>
  <Words>3093</Words>
  <Application>Microsoft Office PowerPoint</Application>
  <PresentationFormat>Widescreen</PresentationFormat>
  <Paragraphs>140</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Avenir Next LT Pro</vt:lpstr>
      <vt:lpstr>Avenir Next LT Pro Bold</vt:lpstr>
      <vt:lpstr>Avenir Next LT Pro Regular</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soumyendu.pal@capgemini.com</dc:creator>
  <cp:lastModifiedBy>Pal, Soumyendu</cp:lastModifiedBy>
  <cp:revision>5</cp:revision>
  <dcterms:modified xsi:type="dcterms:W3CDTF">2026-03-29T12:00:18Z</dcterms:modified>
</cp:coreProperties>
</file>