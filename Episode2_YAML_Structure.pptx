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1" r:id="rId5"/>
    <p:sldId id="2562" r:id="rId6"/>
    <p:sldId id="2563" r:id="rId7"/>
    <p:sldId id="2564" r:id="rId8"/>
    <p:sldId id="2565" r:id="rId9"/>
    <p:sldId id="2566" r:id="rId10"/>
    <p:sldId id="2567" r:id="rId11"/>
    <p:sldId id="2568" r:id="rId12"/>
    <p:sldId id="2569" r:id="rId13"/>
    <p:sldId id="2570" r:id="rId14"/>
    <p:sldId id="2572" r:id="rId15"/>
    <p:sldId id="262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pisode 2: YAML Structure in Ansible Playbooks" id="{F1D0D397-3A37-4573-BE6D-B9C0E3811D2C}">
          <p14:sldIdLst>
            <p14:sldId id="2561"/>
          </p14:sldIdLst>
        </p14:section>
        <p14:section name="Understanding Ansible Playbooks" id="{58AEDC49-9998-4B09-8208-E43B74146FD3}">
          <p14:sldIdLst>
            <p14:sldId id="2562"/>
            <p14:sldId id="2563"/>
            <p14:sldId id="2564"/>
          </p14:sldIdLst>
        </p14:section>
        <p14:section name="YAML Representation in Playbooks" id="{5BC172F6-358C-40F9-A4D2-377B22CBD5D8}">
          <p14:sldIdLst>
            <p14:sldId id="2565"/>
            <p14:sldId id="2566"/>
            <p14:sldId id="2567"/>
          </p14:sldIdLst>
        </p14:section>
        <p14:section name="Best Practices and Validation" id="{7D3CA716-E37C-4471-A921-ED078D4E8527}">
          <p14:sldIdLst>
            <p14:sldId id="2568"/>
            <p14:sldId id="2569"/>
            <p14:sldId id="2570"/>
          </p14:sldIdLst>
        </p14:section>
        <p14:section name="Conclusion" id="{92B1B022-46E8-49C3-AD26-DD7FF528834F}">
          <p14:sldIdLst>
            <p14:sldId id="2572"/>
            <p14:sldId id="262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3E011-868E-4264-88C9-24F57F2AEE82}" v="85" dt="2025-12-07T09:56:16.2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74" d="100"/>
          <a:sy n="74" d="100"/>
        </p:scale>
        <p:origin x="376" y="56"/>
      </p:cViewPr>
      <p:guideLst/>
    </p:cSldViewPr>
  </p:slideViewPr>
  <p:notesTextViewPr>
    <p:cViewPr>
      <p:scale>
        <a:sx n="3" d="2"/>
        <a:sy n="3" d="2"/>
      </p:scale>
      <p:origin x="0" y="0"/>
    </p:cViewPr>
  </p:notesText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2A83BD05-4EDD-454C-988D-B5433093FF15}"/>
    <pc:docChg chg="addSld delSld modSld addSection">
      <pc:chgData name="" userId="" providerId="" clId="Web-{2A83BD05-4EDD-454C-988D-B5433093FF15}" dt="2025-11-20T08:42:09.001" v="13" actId="34807"/>
      <pc:docMkLst>
        <pc:docMk/>
      </pc:docMkLst>
      <pc:sldChg chg="del">
        <pc:chgData name="" userId="" providerId="" clId="Web-{2A83BD05-4EDD-454C-988D-B5433093FF15}" dt="2025-11-20T08:42:08.891" v="0" actId="34807"/>
        <pc:sldMkLst>
          <pc:docMk/>
          <pc:sldMk cId="348015162" sldId="256"/>
        </pc:sldMkLst>
      </pc:sldChg>
      <pc:sldChg chg="modSp add mod modClrScheme addAnim chgLayout">
        <pc:chgData name="" userId="" providerId="" clId="Web-{2A83BD05-4EDD-454C-988D-B5433093FF15}" dt="2025-11-20T08:42:09.001" v="4" actId="34807"/>
        <pc:sldMkLst>
          <pc:docMk/>
          <pc:sldMk cId="3910989340" sldId="2561"/>
        </pc:sldMkLst>
        <pc:spChg chg="mod">
          <ac:chgData name="" userId="" providerId="" clId="Web-{2A83BD05-4EDD-454C-988D-B5433093FF15}" dt="2025-11-20T08:42:09.001" v="1" actId="34807"/>
          <ac:spMkLst>
            <pc:docMk/>
            <pc:sldMk cId="3910989340" sldId="2561"/>
            <ac:spMk id="2" creationId="{E51E76DF-1920-EC34-6C47-E670217EC2A9}"/>
          </ac:spMkLst>
        </pc:spChg>
        <pc:spChg chg="mod">
          <ac:chgData name="" userId="" providerId="" clId="Web-{2A83BD05-4EDD-454C-988D-B5433093FF15}" dt="2025-11-20T08:42:09.001" v="1" actId="34807"/>
          <ac:spMkLst>
            <pc:docMk/>
            <pc:sldMk cId="3910989340" sldId="2561"/>
            <ac:spMk id="3" creationId="{3B26EAA5-8D3D-4EE1-1EFF-231F609B27F9}"/>
          </ac:spMkLst>
        </pc:spChg>
      </pc:sldChg>
      <pc:sldChg chg="modSp add mod modTransition modClrScheme addAnim chgLayout">
        <pc:chgData name="" userId="" providerId="" clId="Web-{2A83BD05-4EDD-454C-988D-B5433093FF15}" dt="2025-11-20T08:42:09.001" v="5" actId="34807"/>
        <pc:sldMkLst>
          <pc:docMk/>
          <pc:sldMk cId="3531215779" sldId="2562"/>
        </pc:sldMkLst>
        <pc:spChg chg="mod">
          <ac:chgData name="" userId="" providerId="" clId="Web-{2A83BD05-4EDD-454C-988D-B5433093FF15}" dt="2025-11-20T08:42:09.001" v="1" actId="34807"/>
          <ac:spMkLst>
            <pc:docMk/>
            <pc:sldMk cId="3531215779" sldId="2562"/>
            <ac:spMk id="2" creationId="{0941BBFF-0D02-B25B-DD5F-94A15BD5DD52}"/>
          </ac:spMkLst>
        </pc:spChg>
      </pc:sldChg>
      <pc:sldChg chg="modSp add mod modTransition modClrScheme addAnim chgLayout">
        <pc:chgData name="" userId="" providerId="" clId="Web-{2A83BD05-4EDD-454C-988D-B5433093FF15}" dt="2025-11-20T08:42:09.001" v="6" actId="34807"/>
        <pc:sldMkLst>
          <pc:docMk/>
          <pc:sldMk cId="872450590" sldId="2563"/>
        </pc:sldMkLst>
        <pc:spChg chg="mod">
          <ac:chgData name="" userId="" providerId="" clId="Web-{2A83BD05-4EDD-454C-988D-B5433093FF15}" dt="2025-11-20T08:42:09.001" v="1" actId="34807"/>
          <ac:spMkLst>
            <pc:docMk/>
            <pc:sldMk cId="872450590" sldId="2563"/>
            <ac:spMk id="2" creationId="{2D3C6878-AB48-D92C-9432-85A282DEF3C7}"/>
          </ac:spMkLst>
        </pc:spChg>
        <pc:spChg chg="mod">
          <ac:chgData name="" userId="" providerId="" clId="Web-{2A83BD05-4EDD-454C-988D-B5433093FF15}" dt="2025-11-20T08:42:09.001" v="1" actId="34807"/>
          <ac:spMkLst>
            <pc:docMk/>
            <pc:sldMk cId="872450590" sldId="2563"/>
            <ac:spMk id="7" creationId="{D0041BE7-130F-7C04-AA71-A58F92AB8591}"/>
          </ac:spMkLst>
        </pc:spChg>
        <pc:picChg chg="mod ord">
          <ac:chgData name="" userId="" providerId="" clId="Web-{2A83BD05-4EDD-454C-988D-B5433093FF15}" dt="2025-11-20T08:42:09.001" v="1" actId="34807"/>
          <ac:picMkLst>
            <pc:docMk/>
            <pc:sldMk cId="872450590" sldId="2563"/>
            <ac:picMk id="8" creationId="{39B25E25-BBAB-46DA-A89A-4E8DE63A000E}"/>
          </ac:picMkLst>
        </pc:picChg>
      </pc:sldChg>
      <pc:sldChg chg="modSp add mod modTransition modClrScheme addAnim chgLayout">
        <pc:chgData name="" userId="" providerId="" clId="Web-{2A83BD05-4EDD-454C-988D-B5433093FF15}" dt="2025-11-20T08:42:09.001" v="7" actId="34807"/>
        <pc:sldMkLst>
          <pc:docMk/>
          <pc:sldMk cId="4070165032" sldId="2564"/>
        </pc:sldMkLst>
        <pc:spChg chg="mod">
          <ac:chgData name="" userId="" providerId="" clId="Web-{2A83BD05-4EDD-454C-988D-B5433093FF15}" dt="2025-11-20T08:42:09.001" v="1" actId="34807"/>
          <ac:spMkLst>
            <pc:docMk/>
            <pc:sldMk cId="4070165032" sldId="2564"/>
            <ac:spMk id="2" creationId="{98B687EC-FA75-71A9-5228-03241B820E10}"/>
          </ac:spMkLst>
        </pc:spChg>
      </pc:sldChg>
      <pc:sldChg chg="modSp add mod modTransition modClrScheme addAnim chgLayout">
        <pc:chgData name="" userId="" providerId="" clId="Web-{2A83BD05-4EDD-454C-988D-B5433093FF15}" dt="2025-11-20T08:42:09.001" v="8" actId="34807"/>
        <pc:sldMkLst>
          <pc:docMk/>
          <pc:sldMk cId="1638242638" sldId="2565"/>
        </pc:sldMkLst>
        <pc:spChg chg="mod">
          <ac:chgData name="" userId="" providerId="" clId="Web-{2A83BD05-4EDD-454C-988D-B5433093FF15}" dt="2025-11-20T08:42:09.001" v="1" actId="34807"/>
          <ac:spMkLst>
            <pc:docMk/>
            <pc:sldMk cId="1638242638" sldId="2565"/>
            <ac:spMk id="2" creationId="{4C467C04-C240-700C-7E89-B35F6D128D14}"/>
          </ac:spMkLst>
        </pc:spChg>
      </pc:sldChg>
      <pc:sldChg chg="modSp add mod modTransition modClrScheme addAnim chgLayout">
        <pc:chgData name="" userId="" providerId="" clId="Web-{2A83BD05-4EDD-454C-988D-B5433093FF15}" dt="2025-11-20T08:42:09.001" v="9" actId="34807"/>
        <pc:sldMkLst>
          <pc:docMk/>
          <pc:sldMk cId="446712595" sldId="2566"/>
        </pc:sldMkLst>
        <pc:spChg chg="mod">
          <ac:chgData name="" userId="" providerId="" clId="Web-{2A83BD05-4EDD-454C-988D-B5433093FF15}" dt="2025-11-20T08:42:09.001" v="1" actId="34807"/>
          <ac:spMkLst>
            <pc:docMk/>
            <pc:sldMk cId="446712595" sldId="2566"/>
            <ac:spMk id="2" creationId="{E713AA0F-312A-1F04-0567-19BFAF95C42C}"/>
          </ac:spMkLst>
        </pc:spChg>
        <pc:spChg chg="mod">
          <ac:chgData name="" userId="" providerId="" clId="Web-{2A83BD05-4EDD-454C-988D-B5433093FF15}" dt="2025-11-20T08:42:09.001" v="1" actId="34807"/>
          <ac:spMkLst>
            <pc:docMk/>
            <pc:sldMk cId="446712595" sldId="2566"/>
            <ac:spMk id="5" creationId="{DAC1BC45-52B7-FE17-506F-6445D20912B5}"/>
          </ac:spMkLst>
        </pc:spChg>
        <pc:spChg chg="mod">
          <ac:chgData name="" userId="" providerId="" clId="Web-{2A83BD05-4EDD-454C-988D-B5433093FF15}" dt="2025-11-20T08:42:09.001" v="1" actId="34807"/>
          <ac:spMkLst>
            <pc:docMk/>
            <pc:sldMk cId="446712595" sldId="2566"/>
            <ac:spMk id="7" creationId="{1F74BC9C-B20D-8C1D-EA0E-34DF5117AD03}"/>
          </ac:spMkLst>
        </pc:spChg>
        <pc:picChg chg="mod">
          <ac:chgData name="" userId="" providerId="" clId="Web-{2A83BD05-4EDD-454C-988D-B5433093FF15}" dt="2025-11-20T08:42:09.001" v="1" actId="34807"/>
          <ac:picMkLst>
            <pc:docMk/>
            <pc:sldMk cId="446712595" sldId="2566"/>
            <ac:picMk id="8" creationId="{7E3050D3-4365-43D8-9F75-415B4FF5EA1A}"/>
          </ac:picMkLst>
        </pc:picChg>
      </pc:sldChg>
      <pc:sldChg chg="modSp add mod modTransition modClrScheme chgLayout">
        <pc:chgData name="" userId="" providerId="" clId="Web-{2A83BD05-4EDD-454C-988D-B5433093FF15}" dt="2025-11-20T08:42:09.001" v="1" actId="34807"/>
        <pc:sldMkLst>
          <pc:docMk/>
          <pc:sldMk cId="4172266246" sldId="2567"/>
        </pc:sldMkLst>
        <pc:spChg chg="mod">
          <ac:chgData name="" userId="" providerId="" clId="Web-{2A83BD05-4EDD-454C-988D-B5433093FF15}" dt="2025-11-20T08:42:09.001" v="1" actId="34807"/>
          <ac:spMkLst>
            <pc:docMk/>
            <pc:sldMk cId="4172266246" sldId="2567"/>
            <ac:spMk id="2" creationId="{4F02F4EB-F1F0-536B-4FCC-877F2A9A422E}"/>
          </ac:spMkLst>
        </pc:spChg>
        <pc:graphicFrameChg chg="mod ord">
          <ac:chgData name="" userId="" providerId="" clId="Web-{2A83BD05-4EDD-454C-988D-B5433093FF15}" dt="2025-11-20T08:42:09.001" v="1" actId="34807"/>
          <ac:graphicFrameMkLst>
            <pc:docMk/>
            <pc:sldMk cId="4172266246" sldId="2567"/>
            <ac:graphicFrameMk id="8" creationId="{132A41B0-0099-4DA5-9127-179FAC7826AF}"/>
          </ac:graphicFrameMkLst>
        </pc:graphicFrameChg>
      </pc:sldChg>
      <pc:sldChg chg="modSp add mod modTransition modClrScheme addAnim chgLayout">
        <pc:chgData name="" userId="" providerId="" clId="Web-{2A83BD05-4EDD-454C-988D-B5433093FF15}" dt="2025-11-20T08:42:09.001" v="10" actId="34807"/>
        <pc:sldMkLst>
          <pc:docMk/>
          <pc:sldMk cId="3791894527" sldId="2568"/>
        </pc:sldMkLst>
        <pc:spChg chg="mod">
          <ac:chgData name="" userId="" providerId="" clId="Web-{2A83BD05-4EDD-454C-988D-B5433093FF15}" dt="2025-11-20T08:42:09.001" v="1" actId="34807"/>
          <ac:spMkLst>
            <pc:docMk/>
            <pc:sldMk cId="3791894527" sldId="2568"/>
            <ac:spMk id="2" creationId="{4971619A-FE38-483A-D0E4-D867C2E9918D}"/>
          </ac:spMkLst>
        </pc:spChg>
        <pc:spChg chg="mod">
          <ac:chgData name="" userId="" providerId="" clId="Web-{2A83BD05-4EDD-454C-988D-B5433093FF15}" dt="2025-11-20T08:42:09.001" v="1" actId="34807"/>
          <ac:spMkLst>
            <pc:docMk/>
            <pc:sldMk cId="3791894527" sldId="2568"/>
            <ac:spMk id="7" creationId="{31B7F3C0-3477-74E1-FE16-0C37B6C49BFA}"/>
          </ac:spMkLst>
        </pc:spChg>
      </pc:sldChg>
      <pc:sldChg chg="modSp add mod modTransition modClrScheme addAnim chgLayout">
        <pc:chgData name="" userId="" providerId="" clId="Web-{2A83BD05-4EDD-454C-988D-B5433093FF15}" dt="2025-11-20T08:42:09.001" v="11" actId="34807"/>
        <pc:sldMkLst>
          <pc:docMk/>
          <pc:sldMk cId="1858260712" sldId="2569"/>
        </pc:sldMkLst>
        <pc:spChg chg="mod">
          <ac:chgData name="" userId="" providerId="" clId="Web-{2A83BD05-4EDD-454C-988D-B5433093FF15}" dt="2025-11-20T08:42:09.001" v="1" actId="34807"/>
          <ac:spMkLst>
            <pc:docMk/>
            <pc:sldMk cId="1858260712" sldId="2569"/>
            <ac:spMk id="2" creationId="{D1819A87-5E4F-7D2A-2677-35CB35A30A6A}"/>
          </ac:spMkLst>
        </pc:spChg>
        <pc:spChg chg="mod">
          <ac:chgData name="" userId="" providerId="" clId="Web-{2A83BD05-4EDD-454C-988D-B5433093FF15}" dt="2025-11-20T08:42:09.001" v="1" actId="34807"/>
          <ac:spMkLst>
            <pc:docMk/>
            <pc:sldMk cId="1858260712" sldId="2569"/>
            <ac:spMk id="7" creationId="{91832754-66FD-9263-3B07-D7D33CDEE39D}"/>
          </ac:spMkLst>
        </pc:spChg>
        <pc:picChg chg="mod ord">
          <ac:chgData name="" userId="" providerId="" clId="Web-{2A83BD05-4EDD-454C-988D-B5433093FF15}" dt="2025-11-20T08:42:09.001" v="1" actId="34807"/>
          <ac:picMkLst>
            <pc:docMk/>
            <pc:sldMk cId="1858260712" sldId="2569"/>
            <ac:picMk id="8" creationId="{40069178-1931-46E2-B78A-D158B7C154EB}"/>
          </ac:picMkLst>
        </pc:picChg>
      </pc:sldChg>
      <pc:sldChg chg="modSp add mod modTransition modClrScheme chgLayout">
        <pc:chgData name="" userId="" providerId="" clId="Web-{2A83BD05-4EDD-454C-988D-B5433093FF15}" dt="2025-11-20T08:42:09.001" v="1" actId="34807"/>
        <pc:sldMkLst>
          <pc:docMk/>
          <pc:sldMk cId="2153755672" sldId="2570"/>
        </pc:sldMkLst>
        <pc:spChg chg="mod">
          <ac:chgData name="" userId="" providerId="" clId="Web-{2A83BD05-4EDD-454C-988D-B5433093FF15}" dt="2025-11-20T08:42:09.001" v="1" actId="34807"/>
          <ac:spMkLst>
            <pc:docMk/>
            <pc:sldMk cId="2153755672" sldId="2570"/>
            <ac:spMk id="2" creationId="{B524EE46-0D9F-5010-387C-B7D7D109C6A2}"/>
          </ac:spMkLst>
        </pc:spChg>
        <pc:graphicFrameChg chg="mod ord">
          <ac:chgData name="" userId="" providerId="" clId="Web-{2A83BD05-4EDD-454C-988D-B5433093FF15}" dt="2025-11-20T08:42:09.001" v="1" actId="34807"/>
          <ac:graphicFrameMkLst>
            <pc:docMk/>
            <pc:sldMk cId="2153755672" sldId="2570"/>
            <ac:graphicFrameMk id="8" creationId="{0935EF35-9423-4711-9680-3B4A10355D11}"/>
          </ac:graphicFrameMkLst>
        </pc:graphicFrameChg>
      </pc:sldChg>
      <pc:sldChg chg="modSp add mod modTransition modClrScheme addAnim chgLayout">
        <pc:chgData name="" userId="" providerId="" clId="Web-{2A83BD05-4EDD-454C-988D-B5433093FF15}" dt="2025-11-20T08:42:09.001" v="12" actId="34807"/>
        <pc:sldMkLst>
          <pc:docMk/>
          <pc:sldMk cId="2338330827" sldId="2571"/>
        </pc:sldMkLst>
      </pc:sldChg>
      <pc:sldChg chg="modSp add mod modTransition modClrScheme addAnim chgLayout">
        <pc:chgData name="" userId="" providerId="" clId="Web-{2A83BD05-4EDD-454C-988D-B5433093FF15}" dt="2025-11-20T08:42:09.001" v="13" actId="34807"/>
        <pc:sldMkLst>
          <pc:docMk/>
          <pc:sldMk cId="641359961" sldId="2572"/>
        </pc:sldMkLst>
        <pc:spChg chg="mod">
          <ac:chgData name="" userId="" providerId="" clId="Web-{2A83BD05-4EDD-454C-988D-B5433093FF15}" dt="2025-11-20T08:42:09.001" v="1" actId="34807"/>
          <ac:spMkLst>
            <pc:docMk/>
            <pc:sldMk cId="641359961" sldId="2572"/>
            <ac:spMk id="2" creationId="{F117127D-6157-DBE4-154F-8028752E9C2E}"/>
          </ac:spMkLst>
        </pc:spChg>
        <pc:spChg chg="mod">
          <ac:chgData name="" userId="" providerId="" clId="Web-{2A83BD05-4EDD-454C-988D-B5433093FF15}" dt="2025-11-20T08:42:09.001" v="1" actId="34807"/>
          <ac:spMkLst>
            <pc:docMk/>
            <pc:sldMk cId="641359961" sldId="2572"/>
            <ac:spMk id="7" creationId="{2443EBAA-5EDA-BE79-5613-CF7343D65C38}"/>
          </ac:spMkLst>
        </pc:spChg>
        <pc:picChg chg="mod ord">
          <ac:chgData name="" userId="" providerId="" clId="Web-{2A83BD05-4EDD-454C-988D-B5433093FF15}" dt="2025-11-20T08:42:09.001" v="1" actId="34807"/>
          <ac:picMkLst>
            <pc:docMk/>
            <pc:sldMk cId="641359961" sldId="2572"/>
            <ac:picMk id="8" creationId="{DA0CAD75-7023-4103-A237-9A597BB71E30}"/>
          </ac:picMkLst>
        </pc:picChg>
      </pc:sldChg>
    </pc:docChg>
  </pc:docChgLst>
  <pc:docChgLst>
    <pc:chgData name="Pal, Soumyendu" userId="68503d3d-ac8d-4828-9c3f-abc5a97f3674" providerId="ADAL" clId="{92440D97-2063-49B4-9BF5-3A22B04E4F12}"/>
    <pc:docChg chg="undo custSel addSld delSld modSld modSection">
      <pc:chgData name="Pal, Soumyendu" userId="68503d3d-ac8d-4828-9c3f-abc5a97f3674" providerId="ADAL" clId="{92440D97-2063-49B4-9BF5-3A22B04E4F12}" dt="2025-12-07T10:43:20.918" v="1490" actId="6549"/>
      <pc:docMkLst>
        <pc:docMk/>
      </pc:docMkLst>
      <pc:sldChg chg="addSp delSp modSp mod setBg modAnim">
        <pc:chgData name="Pal, Soumyendu" userId="68503d3d-ac8d-4828-9c3f-abc5a97f3674" providerId="ADAL" clId="{92440D97-2063-49B4-9BF5-3A22B04E4F12}" dt="2025-12-01T05:23:33.683" v="1002" actId="113"/>
        <pc:sldMkLst>
          <pc:docMk/>
          <pc:sldMk cId="3910989340" sldId="2561"/>
        </pc:sldMkLst>
        <pc:spChg chg="mod">
          <ac:chgData name="Pal, Soumyendu" userId="68503d3d-ac8d-4828-9c3f-abc5a97f3674" providerId="ADAL" clId="{92440D97-2063-49B4-9BF5-3A22B04E4F12}" dt="2025-11-21T13:51:39.056" v="373" actId="14100"/>
          <ac:spMkLst>
            <pc:docMk/>
            <pc:sldMk cId="3910989340" sldId="2561"/>
            <ac:spMk id="2" creationId="{E51E76DF-1920-EC34-6C47-E670217EC2A9}"/>
          </ac:spMkLst>
        </pc:spChg>
        <pc:spChg chg="mod">
          <ac:chgData name="Pal, Soumyendu" userId="68503d3d-ac8d-4828-9c3f-abc5a97f3674" providerId="ADAL" clId="{92440D97-2063-49B4-9BF5-3A22B04E4F12}" dt="2025-12-01T05:23:33.683" v="1002" actId="113"/>
          <ac:spMkLst>
            <pc:docMk/>
            <pc:sldMk cId="3910989340" sldId="2561"/>
            <ac:spMk id="3" creationId="{3B26EAA5-8D3D-4EE1-1EFF-231F609B27F9}"/>
          </ac:spMkLst>
        </pc:spChg>
        <pc:spChg chg="add mod">
          <ac:chgData name="Pal, Soumyendu" userId="68503d3d-ac8d-4828-9c3f-abc5a97f3674" providerId="ADAL" clId="{92440D97-2063-49B4-9BF5-3A22B04E4F12}" dt="2025-11-21T14:08:17.265" v="679" actId="1076"/>
          <ac:spMkLst>
            <pc:docMk/>
            <pc:sldMk cId="3910989340" sldId="2561"/>
            <ac:spMk id="4" creationId="{8D0BD359-926E-C81E-54CC-989D68A24A44}"/>
          </ac:spMkLst>
        </pc:spChg>
        <pc:spChg chg="add mod">
          <ac:chgData name="Pal, Soumyendu" userId="68503d3d-ac8d-4828-9c3f-abc5a97f3674" providerId="ADAL" clId="{92440D97-2063-49B4-9BF5-3A22B04E4F12}" dt="2025-11-21T14:08:15.632" v="678" actId="1076"/>
          <ac:spMkLst>
            <pc:docMk/>
            <pc:sldMk cId="3910989340" sldId="2561"/>
            <ac:spMk id="6" creationId="{6369DD55-E5CF-D114-74F4-D1640C781747}"/>
          </ac:spMkLst>
        </pc:spChg>
        <pc:picChg chg="add mod">
          <ac:chgData name="Pal, Soumyendu" userId="68503d3d-ac8d-4828-9c3f-abc5a97f3674" providerId="ADAL" clId="{92440D97-2063-49B4-9BF5-3A22B04E4F12}" dt="2025-11-21T09:16:16.506" v="309"/>
          <ac:picMkLst>
            <pc:docMk/>
            <pc:sldMk cId="3910989340" sldId="2561"/>
            <ac:picMk id="5" creationId="{9EBD1287-C04D-7C6F-F1CB-5B334F0A2810}"/>
          </ac:picMkLst>
        </pc:picChg>
      </pc:sldChg>
      <pc:sldChg chg="addSp delSp modSp mod setBg modAnim">
        <pc:chgData name="Pal, Soumyendu" userId="68503d3d-ac8d-4828-9c3f-abc5a97f3674" providerId="ADAL" clId="{92440D97-2063-49B4-9BF5-3A22B04E4F12}" dt="2025-11-21T13:47:14.707" v="370" actId="404"/>
        <pc:sldMkLst>
          <pc:docMk/>
          <pc:sldMk cId="3531215779" sldId="2562"/>
        </pc:sldMkLst>
        <pc:spChg chg="mod">
          <ac:chgData name="Pal, Soumyendu" userId="68503d3d-ac8d-4828-9c3f-abc5a97f3674" providerId="ADAL" clId="{92440D97-2063-49B4-9BF5-3A22B04E4F12}" dt="2025-11-21T13:47:14.707" v="370" actId="404"/>
          <ac:spMkLst>
            <pc:docMk/>
            <pc:sldMk cId="3531215779" sldId="2562"/>
            <ac:spMk id="2" creationId="{0941BBFF-0D02-B25B-DD5F-94A15BD5DD52}"/>
          </ac:spMkLst>
        </pc:spChg>
        <pc:picChg chg="add mod">
          <ac:chgData name="Pal, Soumyendu" userId="68503d3d-ac8d-4828-9c3f-abc5a97f3674" providerId="ADAL" clId="{92440D97-2063-49B4-9BF5-3A22B04E4F12}" dt="2025-11-21T09:16:18.995" v="310"/>
          <ac:picMkLst>
            <pc:docMk/>
            <pc:sldMk cId="3531215779" sldId="2562"/>
            <ac:picMk id="3" creationId="{21747246-B1F4-3FE7-679C-52763D716F79}"/>
          </ac:picMkLst>
        </pc:picChg>
      </pc:sldChg>
      <pc:sldChg chg="addSp delSp modSp mod modAnim">
        <pc:chgData name="Pal, Soumyendu" userId="68503d3d-ac8d-4828-9c3f-abc5a97f3674" providerId="ADAL" clId="{92440D97-2063-49B4-9BF5-3A22B04E4F12}" dt="2025-11-21T14:20:29.182" v="707" actId="1035"/>
        <pc:sldMkLst>
          <pc:docMk/>
          <pc:sldMk cId="872450590" sldId="2563"/>
        </pc:sldMkLst>
        <pc:spChg chg="mod">
          <ac:chgData name="Pal, Soumyendu" userId="68503d3d-ac8d-4828-9c3f-abc5a97f3674" providerId="ADAL" clId="{92440D97-2063-49B4-9BF5-3A22B04E4F12}" dt="2025-11-21T14:16:40.454" v="684" actId="1035"/>
          <ac:spMkLst>
            <pc:docMk/>
            <pc:sldMk cId="872450590" sldId="2563"/>
            <ac:spMk id="2" creationId="{2D3C6878-AB48-D92C-9432-85A282DEF3C7}"/>
          </ac:spMkLst>
        </pc:spChg>
        <pc:spChg chg="mod">
          <ac:chgData name="Pal, Soumyendu" userId="68503d3d-ac8d-4828-9c3f-abc5a97f3674" providerId="ADAL" clId="{92440D97-2063-49B4-9BF5-3A22B04E4F12}" dt="2025-11-21T14:20:29.182" v="707" actId="1035"/>
          <ac:spMkLst>
            <pc:docMk/>
            <pc:sldMk cId="872450590" sldId="2563"/>
            <ac:spMk id="7" creationId="{D0041BE7-130F-7C04-AA71-A58F92AB8591}"/>
          </ac:spMkLst>
        </pc:spChg>
        <pc:picChg chg="add mod">
          <ac:chgData name="Pal, Soumyendu" userId="68503d3d-ac8d-4828-9c3f-abc5a97f3674" providerId="ADAL" clId="{92440D97-2063-49B4-9BF5-3A22B04E4F12}" dt="2025-11-21T09:16:22.338" v="311"/>
          <ac:picMkLst>
            <pc:docMk/>
            <pc:sldMk cId="872450590" sldId="2563"/>
            <ac:picMk id="6" creationId="{37D2876B-FBCA-3BDA-81AD-C734F097D8BD}"/>
          </ac:picMkLst>
        </pc:picChg>
      </pc:sldChg>
      <pc:sldChg chg="addSp delSp modSp mod delAnim">
        <pc:chgData name="Pal, Soumyendu" userId="68503d3d-ac8d-4828-9c3f-abc5a97f3674" providerId="ADAL" clId="{92440D97-2063-49B4-9BF5-3A22B04E4F12}" dt="2025-12-07T10:43:20.918" v="1490" actId="6549"/>
        <pc:sldMkLst>
          <pc:docMk/>
          <pc:sldMk cId="4070165032" sldId="2564"/>
        </pc:sldMkLst>
        <pc:spChg chg="mod">
          <ac:chgData name="Pal, Soumyendu" userId="68503d3d-ac8d-4828-9c3f-abc5a97f3674" providerId="ADAL" clId="{92440D97-2063-49B4-9BF5-3A22B04E4F12}" dt="2025-11-21T13:37:35.756" v="333" actId="207"/>
          <ac:spMkLst>
            <pc:docMk/>
            <pc:sldMk cId="4070165032" sldId="2564"/>
            <ac:spMk id="2" creationId="{98B687EC-FA75-71A9-5228-03241B820E10}"/>
          </ac:spMkLst>
        </pc:spChg>
        <pc:spChg chg="add mod">
          <ac:chgData name="Pal, Soumyendu" userId="68503d3d-ac8d-4828-9c3f-abc5a97f3674" providerId="ADAL" clId="{92440D97-2063-49B4-9BF5-3A22B04E4F12}" dt="2025-12-07T10:43:20.918" v="1490" actId="6549"/>
          <ac:spMkLst>
            <pc:docMk/>
            <pc:sldMk cId="4070165032" sldId="2564"/>
            <ac:spMk id="20" creationId="{7BC300D1-FBF7-95A5-F22A-31DB51A9028E}"/>
          </ac:spMkLst>
        </pc:spChg>
        <pc:picChg chg="add mod">
          <ac:chgData name="Pal, Soumyendu" userId="68503d3d-ac8d-4828-9c3f-abc5a97f3674" providerId="ADAL" clId="{92440D97-2063-49B4-9BF5-3A22B04E4F12}" dt="2025-11-21T07:09:55.013" v="118" actId="14100"/>
          <ac:picMkLst>
            <pc:docMk/>
            <pc:sldMk cId="4070165032" sldId="2564"/>
            <ac:picMk id="25" creationId="{3914E296-6526-DD6D-5007-52D8BAD664DE}"/>
          </ac:picMkLst>
        </pc:picChg>
        <pc:picChg chg="add mod">
          <ac:chgData name="Pal, Soumyendu" userId="68503d3d-ac8d-4828-9c3f-abc5a97f3674" providerId="ADAL" clId="{92440D97-2063-49B4-9BF5-3A22B04E4F12}" dt="2025-11-21T09:16:25.903" v="312"/>
          <ac:picMkLst>
            <pc:docMk/>
            <pc:sldMk cId="4070165032" sldId="2564"/>
            <ac:picMk id="26" creationId="{23EA7623-F3D4-8676-65CC-9DA6346D06EA}"/>
          </ac:picMkLst>
        </pc:picChg>
      </pc:sldChg>
      <pc:sldChg chg="addSp delSp modSp mod setBg modAnim">
        <pc:chgData name="Pal, Soumyendu" userId="68503d3d-ac8d-4828-9c3f-abc5a97f3674" providerId="ADAL" clId="{92440D97-2063-49B4-9BF5-3A22B04E4F12}" dt="2025-11-21T14:21:10.635" v="708" actId="120"/>
        <pc:sldMkLst>
          <pc:docMk/>
          <pc:sldMk cId="1638242638" sldId="2565"/>
        </pc:sldMkLst>
        <pc:spChg chg="mod">
          <ac:chgData name="Pal, Soumyendu" userId="68503d3d-ac8d-4828-9c3f-abc5a97f3674" providerId="ADAL" clId="{92440D97-2063-49B4-9BF5-3A22B04E4F12}" dt="2025-11-21T14:21:10.635" v="708" actId="120"/>
          <ac:spMkLst>
            <pc:docMk/>
            <pc:sldMk cId="1638242638" sldId="2565"/>
            <ac:spMk id="2" creationId="{4C467C04-C240-700C-7E89-B35F6D128D14}"/>
          </ac:spMkLst>
        </pc:spChg>
        <pc:picChg chg="add mod">
          <ac:chgData name="Pal, Soumyendu" userId="68503d3d-ac8d-4828-9c3f-abc5a97f3674" providerId="ADAL" clId="{92440D97-2063-49B4-9BF5-3A22B04E4F12}" dt="2025-11-21T09:16:30.076" v="313"/>
          <ac:picMkLst>
            <pc:docMk/>
            <pc:sldMk cId="1638242638" sldId="2565"/>
            <ac:picMk id="3" creationId="{11BA6F2A-5FBA-EC04-B211-251FDE9373C1}"/>
          </ac:picMkLst>
        </pc:picChg>
      </pc:sldChg>
      <pc:sldChg chg="addSp delSp modSp mod modTransition modAnim">
        <pc:chgData name="Pal, Soumyendu" userId="68503d3d-ac8d-4828-9c3f-abc5a97f3674" providerId="ADAL" clId="{92440D97-2063-49B4-9BF5-3A22B04E4F12}" dt="2025-12-01T05:26:12.128" v="1008" actId="403"/>
        <pc:sldMkLst>
          <pc:docMk/>
          <pc:sldMk cId="446712595" sldId="2566"/>
        </pc:sldMkLst>
        <pc:spChg chg="mod">
          <ac:chgData name="Pal, Soumyendu" userId="68503d3d-ac8d-4828-9c3f-abc5a97f3674" providerId="ADAL" clId="{92440D97-2063-49B4-9BF5-3A22B04E4F12}" dt="2025-12-01T05:26:12.128" v="1008" actId="403"/>
          <ac:spMkLst>
            <pc:docMk/>
            <pc:sldMk cId="446712595" sldId="2566"/>
            <ac:spMk id="7" creationId="{1F74BC9C-B20D-8C1D-EA0E-34DF5117AD03}"/>
          </ac:spMkLst>
        </pc:spChg>
        <pc:picChg chg="add mod">
          <ac:chgData name="Pal, Soumyendu" userId="68503d3d-ac8d-4828-9c3f-abc5a97f3674" providerId="ADAL" clId="{92440D97-2063-49B4-9BF5-3A22B04E4F12}" dt="2025-11-21T09:16:32.626" v="314"/>
          <ac:picMkLst>
            <pc:docMk/>
            <pc:sldMk cId="446712595" sldId="2566"/>
            <ac:picMk id="6" creationId="{9C70B01B-F4A6-DF53-046E-D4D8198D056A}"/>
          </ac:picMkLst>
        </pc:picChg>
      </pc:sldChg>
      <pc:sldChg chg="addSp delSp modSp mod">
        <pc:chgData name="Pal, Soumyendu" userId="68503d3d-ac8d-4828-9c3f-abc5a97f3674" providerId="ADAL" clId="{92440D97-2063-49B4-9BF5-3A22B04E4F12}" dt="2025-12-06T09:18:17.060" v="1360" actId="1036"/>
        <pc:sldMkLst>
          <pc:docMk/>
          <pc:sldMk cId="4172266246" sldId="2567"/>
        </pc:sldMkLst>
        <pc:spChg chg="mod">
          <ac:chgData name="Pal, Soumyendu" userId="68503d3d-ac8d-4828-9c3f-abc5a97f3674" providerId="ADAL" clId="{92440D97-2063-49B4-9BF5-3A22B04E4F12}" dt="2025-11-21T07:22:55.366" v="246" actId="242"/>
          <ac:spMkLst>
            <pc:docMk/>
            <pc:sldMk cId="4172266246" sldId="2567"/>
            <ac:spMk id="2" creationId="{4F02F4EB-F1F0-536B-4FCC-877F2A9A422E}"/>
          </ac:spMkLst>
        </pc:spChg>
        <pc:spChg chg="add mod">
          <ac:chgData name="Pal, Soumyendu" userId="68503d3d-ac8d-4828-9c3f-abc5a97f3674" providerId="ADAL" clId="{92440D97-2063-49B4-9BF5-3A22B04E4F12}" dt="2025-12-06T09:18:17.060" v="1360" actId="1036"/>
          <ac:spMkLst>
            <pc:docMk/>
            <pc:sldMk cId="4172266246" sldId="2567"/>
            <ac:spMk id="5" creationId="{6E5043E3-6F9D-F181-4E29-222D8AC62574}"/>
          </ac:spMkLst>
        </pc:spChg>
        <pc:graphicFrameChg chg="mod modGraphic">
          <ac:chgData name="Pal, Soumyendu" userId="68503d3d-ac8d-4828-9c3f-abc5a97f3674" providerId="ADAL" clId="{92440D97-2063-49B4-9BF5-3A22B04E4F12}" dt="2025-11-28T11:00:36.271" v="1000" actId="14734"/>
          <ac:graphicFrameMkLst>
            <pc:docMk/>
            <pc:sldMk cId="4172266246" sldId="2567"/>
            <ac:graphicFrameMk id="8" creationId="{132A41B0-0099-4DA5-9127-179FAC7826AF}"/>
          </ac:graphicFrameMkLst>
        </pc:graphicFrameChg>
        <pc:picChg chg="add mod">
          <ac:chgData name="Pal, Soumyendu" userId="68503d3d-ac8d-4828-9c3f-abc5a97f3674" providerId="ADAL" clId="{92440D97-2063-49B4-9BF5-3A22B04E4F12}" dt="2025-11-24T14:05:47.923" v="756"/>
          <ac:picMkLst>
            <pc:docMk/>
            <pc:sldMk cId="4172266246" sldId="2567"/>
            <ac:picMk id="3" creationId="{758003FE-E63C-9BCF-327C-3498AF37128D}"/>
          </ac:picMkLst>
        </pc:picChg>
      </pc:sldChg>
      <pc:sldChg chg="addSp delSp modSp mod setBg modAnim">
        <pc:chgData name="Pal, Soumyendu" userId="68503d3d-ac8d-4828-9c3f-abc5a97f3674" providerId="ADAL" clId="{92440D97-2063-49B4-9BF5-3A22B04E4F12}" dt="2025-12-06T09:18:39.119" v="1361" actId="404"/>
        <pc:sldMkLst>
          <pc:docMk/>
          <pc:sldMk cId="3791894527" sldId="2568"/>
        </pc:sldMkLst>
        <pc:spChg chg="mod">
          <ac:chgData name="Pal, Soumyendu" userId="68503d3d-ac8d-4828-9c3f-abc5a97f3674" providerId="ADAL" clId="{92440D97-2063-49B4-9BF5-3A22B04E4F12}" dt="2025-12-06T09:18:39.119" v="1361" actId="404"/>
          <ac:spMkLst>
            <pc:docMk/>
            <pc:sldMk cId="3791894527" sldId="2568"/>
            <ac:spMk id="2" creationId="{4971619A-FE38-483A-D0E4-D867C2E9918D}"/>
          </ac:spMkLst>
        </pc:spChg>
        <pc:picChg chg="add mod">
          <ac:chgData name="Pal, Soumyendu" userId="68503d3d-ac8d-4828-9c3f-abc5a97f3674" providerId="ADAL" clId="{92440D97-2063-49B4-9BF5-3A22B04E4F12}" dt="2025-11-21T09:16:35.598" v="315"/>
          <ac:picMkLst>
            <pc:docMk/>
            <pc:sldMk cId="3791894527" sldId="2568"/>
            <ac:picMk id="3" creationId="{387833DE-D97D-6C99-EC63-770F7162AA5A}"/>
          </ac:picMkLst>
        </pc:picChg>
      </pc:sldChg>
      <pc:sldChg chg="addSp delSp modSp mod modAnim">
        <pc:chgData name="Pal, Soumyendu" userId="68503d3d-ac8d-4828-9c3f-abc5a97f3674" providerId="ADAL" clId="{92440D97-2063-49B4-9BF5-3A22B04E4F12}" dt="2025-12-06T09:15:32.249" v="1350" actId="403"/>
        <pc:sldMkLst>
          <pc:docMk/>
          <pc:sldMk cId="1858260712" sldId="2569"/>
        </pc:sldMkLst>
        <pc:spChg chg="mod">
          <ac:chgData name="Pal, Soumyendu" userId="68503d3d-ac8d-4828-9c3f-abc5a97f3674" providerId="ADAL" clId="{92440D97-2063-49B4-9BF5-3A22B04E4F12}" dt="2025-12-06T09:15:20.032" v="1348" actId="1036"/>
          <ac:spMkLst>
            <pc:docMk/>
            <pc:sldMk cId="1858260712" sldId="2569"/>
            <ac:spMk id="2" creationId="{D1819A87-5E4F-7D2A-2677-35CB35A30A6A}"/>
          </ac:spMkLst>
        </pc:spChg>
        <pc:spChg chg="mod">
          <ac:chgData name="Pal, Soumyendu" userId="68503d3d-ac8d-4828-9c3f-abc5a97f3674" providerId="ADAL" clId="{92440D97-2063-49B4-9BF5-3A22B04E4F12}" dt="2025-12-06T09:15:32.249" v="1350" actId="403"/>
          <ac:spMkLst>
            <pc:docMk/>
            <pc:sldMk cId="1858260712" sldId="2569"/>
            <ac:spMk id="7" creationId="{91832754-66FD-9263-3B07-D7D33CDEE39D}"/>
          </ac:spMkLst>
        </pc:spChg>
        <pc:picChg chg="add mod">
          <ac:chgData name="Pal, Soumyendu" userId="68503d3d-ac8d-4828-9c3f-abc5a97f3674" providerId="ADAL" clId="{92440D97-2063-49B4-9BF5-3A22B04E4F12}" dt="2025-11-21T09:16:38.374" v="316"/>
          <ac:picMkLst>
            <pc:docMk/>
            <pc:sldMk cId="1858260712" sldId="2569"/>
            <ac:picMk id="6" creationId="{98EFEDC0-2988-1566-18B3-042C101EDD33}"/>
          </ac:picMkLst>
        </pc:picChg>
      </pc:sldChg>
      <pc:sldChg chg="addSp delSp modSp mod">
        <pc:chgData name="Pal, Soumyendu" userId="68503d3d-ac8d-4828-9c3f-abc5a97f3674" providerId="ADAL" clId="{92440D97-2063-49B4-9BF5-3A22B04E4F12}" dt="2025-12-06T09:16:01.054" v="1352" actId="122"/>
        <pc:sldMkLst>
          <pc:docMk/>
          <pc:sldMk cId="2153755672" sldId="2570"/>
        </pc:sldMkLst>
        <pc:spChg chg="mod">
          <ac:chgData name="Pal, Soumyendu" userId="68503d3d-ac8d-4828-9c3f-abc5a97f3674" providerId="ADAL" clId="{92440D97-2063-49B4-9BF5-3A22B04E4F12}" dt="2025-11-21T13:38:23.970" v="339" actId="122"/>
          <ac:spMkLst>
            <pc:docMk/>
            <pc:sldMk cId="2153755672" sldId="2570"/>
            <ac:spMk id="2" creationId="{B524EE46-0D9F-5010-387C-B7D7D109C6A2}"/>
          </ac:spMkLst>
        </pc:spChg>
        <pc:graphicFrameChg chg="mod modGraphic">
          <ac:chgData name="Pal, Soumyendu" userId="68503d3d-ac8d-4828-9c3f-abc5a97f3674" providerId="ADAL" clId="{92440D97-2063-49B4-9BF5-3A22B04E4F12}" dt="2025-12-06T09:16:01.054" v="1352" actId="122"/>
          <ac:graphicFrameMkLst>
            <pc:docMk/>
            <pc:sldMk cId="2153755672" sldId="2570"/>
            <ac:graphicFrameMk id="8" creationId="{0935EF35-9423-4711-9680-3B4A10355D11}"/>
          </ac:graphicFrameMkLst>
        </pc:graphicFrameChg>
        <pc:picChg chg="add mod">
          <ac:chgData name="Pal, Soumyendu" userId="68503d3d-ac8d-4828-9c3f-abc5a97f3674" providerId="ADAL" clId="{92440D97-2063-49B4-9BF5-3A22B04E4F12}" dt="2025-11-21T09:16:40.691" v="317"/>
          <ac:picMkLst>
            <pc:docMk/>
            <pc:sldMk cId="2153755672" sldId="2570"/>
            <ac:picMk id="3" creationId="{659502FC-E08F-DA25-6575-BA55799181F4}"/>
          </ac:picMkLst>
        </pc:picChg>
      </pc:sldChg>
      <pc:sldChg chg="addSp delSp modSp del mod setBg modAnim">
        <pc:chgData name="Pal, Soumyendu" userId="68503d3d-ac8d-4828-9c3f-abc5a97f3674" providerId="ADAL" clId="{92440D97-2063-49B4-9BF5-3A22B04E4F12}" dt="2025-11-21T14:19:16.870" v="703" actId="47"/>
        <pc:sldMkLst>
          <pc:docMk/>
          <pc:sldMk cId="2338330827" sldId="2571"/>
        </pc:sldMkLst>
      </pc:sldChg>
      <pc:sldChg chg="addSp delSp modSp mod modTransition modAnim">
        <pc:chgData name="Pal, Soumyendu" userId="68503d3d-ac8d-4828-9c3f-abc5a97f3674" providerId="ADAL" clId="{92440D97-2063-49B4-9BF5-3A22B04E4F12}" dt="2025-12-06T09:16:08.686" v="1353" actId="403"/>
        <pc:sldMkLst>
          <pc:docMk/>
          <pc:sldMk cId="641359961" sldId="2572"/>
        </pc:sldMkLst>
        <pc:spChg chg="mod">
          <ac:chgData name="Pal, Soumyendu" userId="68503d3d-ac8d-4828-9c3f-abc5a97f3674" providerId="ADAL" clId="{92440D97-2063-49B4-9BF5-3A22B04E4F12}" dt="2025-11-21T13:38:55.719" v="350" actId="207"/>
          <ac:spMkLst>
            <pc:docMk/>
            <pc:sldMk cId="641359961" sldId="2572"/>
            <ac:spMk id="2" creationId="{F117127D-6157-DBE4-154F-8028752E9C2E}"/>
          </ac:spMkLst>
        </pc:spChg>
        <pc:spChg chg="mod">
          <ac:chgData name="Pal, Soumyendu" userId="68503d3d-ac8d-4828-9c3f-abc5a97f3674" providerId="ADAL" clId="{92440D97-2063-49B4-9BF5-3A22B04E4F12}" dt="2025-12-06T09:16:08.686" v="1353" actId="403"/>
          <ac:spMkLst>
            <pc:docMk/>
            <pc:sldMk cId="641359961" sldId="2572"/>
            <ac:spMk id="7" creationId="{2443EBAA-5EDA-BE79-5613-CF7343D65C38}"/>
          </ac:spMkLst>
        </pc:spChg>
        <pc:picChg chg="add mod">
          <ac:chgData name="Pal, Soumyendu" userId="68503d3d-ac8d-4828-9c3f-abc5a97f3674" providerId="ADAL" clId="{92440D97-2063-49B4-9BF5-3A22B04E4F12}" dt="2025-11-21T09:16:49.779" v="319"/>
          <ac:picMkLst>
            <pc:docMk/>
            <pc:sldMk cId="641359961" sldId="2572"/>
            <ac:picMk id="6" creationId="{C6B5F8A6-6656-A425-BB06-7A27BFA1867C}"/>
          </ac:picMkLst>
        </pc:picChg>
      </pc:sldChg>
      <pc:sldChg chg="modSp add mod setBg">
        <pc:chgData name="Pal, Soumyendu" userId="68503d3d-ac8d-4828-9c3f-abc5a97f3674" providerId="ADAL" clId="{92440D97-2063-49B4-9BF5-3A22B04E4F12}" dt="2025-11-26T03:46:29.246" v="763" actId="14100"/>
        <pc:sldMkLst>
          <pc:docMk/>
          <pc:sldMk cId="0" sldId="2622"/>
        </pc:sldMkLst>
        <pc:spChg chg="mod">
          <ac:chgData name="Pal, Soumyendu" userId="68503d3d-ac8d-4828-9c3f-abc5a97f3674" providerId="ADAL" clId="{92440D97-2063-49B4-9BF5-3A22B04E4F12}" dt="2025-11-21T14:06:45.912" v="668" actId="242"/>
          <ac:spMkLst>
            <pc:docMk/>
            <pc:sldMk cId="0" sldId="2622"/>
            <ac:spMk id="4" creationId="{00000000-0000-0000-0000-000000000000}"/>
          </ac:spMkLst>
        </pc:spChg>
        <pc:spChg chg="mod">
          <ac:chgData name="Pal, Soumyendu" userId="68503d3d-ac8d-4828-9c3f-abc5a97f3674" providerId="ADAL" clId="{92440D97-2063-49B4-9BF5-3A22B04E4F12}" dt="2025-11-21T14:06:50.423" v="669" actId="1076"/>
          <ac:spMkLst>
            <pc:docMk/>
            <pc:sldMk cId="0" sldId="2622"/>
            <ac:spMk id="5" creationId="{00000000-0000-0000-0000-000000000000}"/>
          </ac:spMkLst>
        </pc:spChg>
        <pc:spChg chg="mod">
          <ac:chgData name="Pal, Soumyendu" userId="68503d3d-ac8d-4828-9c3f-abc5a97f3674" providerId="ADAL" clId="{92440D97-2063-49B4-9BF5-3A22B04E4F12}" dt="2025-11-26T03:46:21.276" v="760" actId="1076"/>
          <ac:spMkLst>
            <pc:docMk/>
            <pc:sldMk cId="0" sldId="2622"/>
            <ac:spMk id="7" creationId="{CF377536-7B27-C035-04A4-D0A11745442F}"/>
          </ac:spMkLst>
        </pc:spChg>
        <pc:spChg chg="mod">
          <ac:chgData name="Pal, Soumyendu" userId="68503d3d-ac8d-4828-9c3f-abc5a97f3674" providerId="ADAL" clId="{92440D97-2063-49B4-9BF5-3A22B04E4F12}" dt="2025-11-26T03:46:15.912" v="759" actId="113"/>
          <ac:spMkLst>
            <pc:docMk/>
            <pc:sldMk cId="0" sldId="2622"/>
            <ac:spMk id="8" creationId="{754B0E55-7B88-B9EE-885B-547C7CA93A20}"/>
          </ac:spMkLst>
        </pc:spChg>
        <pc:picChg chg="mod">
          <ac:chgData name="Pal, Soumyendu" userId="68503d3d-ac8d-4828-9c3f-abc5a97f3674" providerId="ADAL" clId="{92440D97-2063-49B4-9BF5-3A22B04E4F12}" dt="2025-11-26T03:46:29.246" v="763" actId="14100"/>
          <ac:picMkLst>
            <pc:docMk/>
            <pc:sldMk cId="0" sldId="2622"/>
            <ac:picMk id="6" creationId="{BE0629B5-F07A-CA55-EE8E-D14CAC33ED2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EF18D-EA96-45EC-94C4-43800FDFACE6}" type="datetimeFigureOut">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54EA3-2931-4884-A751-FE288571759E}" type="slidenum">
              <a:t>‹#›</a:t>
            </a:fld>
            <a:endParaRPr lang="en-US"/>
          </a:p>
        </p:txBody>
      </p:sp>
    </p:spTree>
    <p:extLst>
      <p:ext uri="{BB962C8B-B14F-4D97-AF65-F5344CB8AC3E}">
        <p14:creationId xmlns:p14="http://schemas.microsoft.com/office/powerpoint/2010/main" val="1764289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6FFAA059-40A9-4658-9164-864D401A9A2F}" type="slidenum">
              <a:t>1</a:t>
            </a:fld>
            <a:endParaRPr lang="en-US"/>
          </a:p>
        </p:txBody>
      </p:sp>
    </p:spTree>
    <p:extLst>
      <p:ext uri="{BB962C8B-B14F-4D97-AF65-F5344CB8AC3E}">
        <p14:creationId xmlns:p14="http://schemas.microsoft.com/office/powerpoint/2010/main" val="963927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an Ansible Playbook?, Anatomy of a Playbook</a:t>
            </a:r>
          </a:p>
        </p:txBody>
      </p:sp>
      <p:sp>
        <p:nvSpPr>
          <p:cNvPr id="4" name="Slide Number Placeholder 3"/>
          <p:cNvSpPr>
            <a:spLocks noGrp="1"/>
          </p:cNvSpPr>
          <p:nvPr>
            <p:ph type="sldNum" sz="quarter" idx="5"/>
          </p:nvPr>
        </p:nvSpPr>
        <p:spPr/>
        <p:txBody>
          <a:bodyPr/>
          <a:lstStyle/>
          <a:p>
            <a:fld id="{6FFAA059-40A9-4658-9164-864D401A9A2F}" type="slidenum">
              <a:t>2</a:t>
            </a:fld>
            <a:endParaRPr lang="en-US"/>
          </a:p>
        </p:txBody>
      </p:sp>
    </p:spTree>
    <p:extLst>
      <p:ext uri="{BB962C8B-B14F-4D97-AF65-F5344CB8AC3E}">
        <p14:creationId xmlns:p14="http://schemas.microsoft.com/office/powerpoint/2010/main" val="1102471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Ansible playbook is a YAML-based configuration file that defines automation tasks for managing systems and applications. Playbooks are central to Ansible's automation framework because they provide a structured, human-readable way to describe desired states and actions. Unlike traditional scripts, playbooks use declarative syntax, which means you specify what you want rather than how to achieve it. YAML is chosen for its simplicity and readability, making it easier for teams to collaborate and maintain automation workflows. Playbooks can include multiple plays, each targeting specific hosts or groups, and can orchestrate complex operations across distributed environments. They are essential for tasks such as installing packages, configuring services, deploying applications, and managing infrastructure at scale. Understanding the purpose and structure of playbooks is the first step toward mastering Ansible automation.</a:t>
            </a:r>
          </a:p>
        </p:txBody>
      </p:sp>
      <p:sp>
        <p:nvSpPr>
          <p:cNvPr id="4" name="Slide Number Placeholder 3"/>
          <p:cNvSpPr>
            <a:spLocks noGrp="1"/>
          </p:cNvSpPr>
          <p:nvPr>
            <p:ph type="sldNum" sz="quarter" idx="5"/>
          </p:nvPr>
        </p:nvSpPr>
        <p:spPr/>
        <p:txBody>
          <a:bodyPr/>
          <a:lstStyle/>
          <a:p>
            <a:fld id="{6FFAA059-40A9-4658-9164-864D401A9A2F}" type="slidenum">
              <a:t>3</a:t>
            </a:fld>
            <a:endParaRPr lang="en-US"/>
          </a:p>
        </p:txBody>
      </p:sp>
    </p:spTree>
    <p:extLst>
      <p:ext uri="{BB962C8B-B14F-4D97-AF65-F5344CB8AC3E}">
        <p14:creationId xmlns:p14="http://schemas.microsoft.com/office/powerpoint/2010/main" val="423852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anatomy of an Ansible playbook consists of several key sections that define its functionality. The 'hosts' section specifies the target systems where tasks will run. The 'tasks' section lists individual actions, such as installing packages or configuring files, and each task uses an Ansible module to perform its function. Variables, defined in the 'vars' section, allow dynamic customization of tasks, making playbooks reusable and flexible. Handlers are special tasks triggered by notifications, typically used for actions like restarting services after configuration changes. Playbooks can also include roles, which organize tasks, variables, and templates into reusable components. Understanding these sections helps in writing modular and maintainable playbooks. Proper structuring ensures clarity, reduces errors, and supports scalability in automation projects.</a:t>
            </a:r>
          </a:p>
        </p:txBody>
      </p:sp>
      <p:sp>
        <p:nvSpPr>
          <p:cNvPr id="4" name="Slide Number Placeholder 3"/>
          <p:cNvSpPr>
            <a:spLocks noGrp="1"/>
          </p:cNvSpPr>
          <p:nvPr>
            <p:ph type="sldNum" sz="quarter" idx="5"/>
          </p:nvPr>
        </p:nvSpPr>
        <p:spPr/>
        <p:txBody>
          <a:bodyPr/>
          <a:lstStyle/>
          <a:p>
            <a:fld id="{6FFAA059-40A9-4658-9164-864D401A9A2F}" type="slidenum">
              <a:t>4</a:t>
            </a:fld>
            <a:endParaRPr lang="en-US"/>
          </a:p>
        </p:txBody>
      </p:sp>
    </p:spTree>
    <p:extLst>
      <p:ext uri="{BB962C8B-B14F-4D97-AF65-F5344CB8AC3E}">
        <p14:creationId xmlns:p14="http://schemas.microsoft.com/office/powerpoint/2010/main" val="607459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YAML Structures Playbooks, Demo Code Snippet</a:t>
            </a:r>
          </a:p>
        </p:txBody>
      </p:sp>
      <p:sp>
        <p:nvSpPr>
          <p:cNvPr id="4" name="Slide Number Placeholder 3"/>
          <p:cNvSpPr>
            <a:spLocks noGrp="1"/>
          </p:cNvSpPr>
          <p:nvPr>
            <p:ph type="sldNum" sz="quarter" idx="5"/>
          </p:nvPr>
        </p:nvSpPr>
        <p:spPr/>
        <p:txBody>
          <a:bodyPr/>
          <a:lstStyle/>
          <a:p>
            <a:fld id="{6FFAA059-40A9-4658-9164-864D401A9A2F}" type="slidenum">
              <a:t>5</a:t>
            </a:fld>
            <a:endParaRPr lang="en-US"/>
          </a:p>
        </p:txBody>
      </p:sp>
    </p:spTree>
    <p:extLst>
      <p:ext uri="{BB962C8B-B14F-4D97-AF65-F5344CB8AC3E}">
        <p14:creationId xmlns:p14="http://schemas.microsoft.com/office/powerpoint/2010/main" val="856760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YAML provides a clean and intuitive way to represent playbook elements. Lists are used for tasks, where each task begins with a dash followed by its attributes. Dictionaries represent module arguments, allowing key-value pairs to define parameters such as package names or service states. Comments, starting with a hash (#), improve readability and serve as documentation within the playbook. Indentation is critical in YAML, as it defines hierarchy and relationships between elements. For example, tasks are indented under plays, and module arguments are indented under their respective tasks. This structure ensures that Ansible interprets the playbook correctly. YAML's simplicity reduces syntax errors compared to formats like JSON or XML, but strict adherence to indentation rules is essential to avoid failures during execution.</a:t>
            </a:r>
          </a:p>
        </p:txBody>
      </p:sp>
      <p:sp>
        <p:nvSpPr>
          <p:cNvPr id="4" name="Slide Number Placeholder 3"/>
          <p:cNvSpPr>
            <a:spLocks noGrp="1"/>
          </p:cNvSpPr>
          <p:nvPr>
            <p:ph type="sldNum" sz="quarter" idx="5"/>
          </p:nvPr>
        </p:nvSpPr>
        <p:spPr/>
        <p:txBody>
          <a:bodyPr/>
          <a:lstStyle/>
          <a:p>
            <a:fld id="{6FFAA059-40A9-4658-9164-864D401A9A2F}" type="slidenum">
              <a:t>6</a:t>
            </a:fld>
            <a:endParaRPr lang="en-US"/>
          </a:p>
        </p:txBody>
      </p:sp>
    </p:spTree>
    <p:extLst>
      <p:ext uri="{BB962C8B-B14F-4D97-AF65-F5344CB8AC3E}">
        <p14:creationId xmlns:p14="http://schemas.microsoft.com/office/powerpoint/2010/main" val="2530887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Here is an example of a basic Ansible playbook written in YAML:
- name: Install Apache
  hosts: webservers
  become: yes
  tasks:
    - name: Install httpd
      yum:
        name: httpd
        state: present
This snippet demonstrates the core structure of a playbook. The play begins with a name and specifies the target hosts. The 'become' directive allows privilege escalation for tasks requiring administrative access. Under 'tasks', a single task installs the Apache HTTP server using the 'yum' module. The module arguments are defined as a dictionary, specifying the package name and desired state. This example highlights YAML's readability and logical hierarchy, making it easy to understand and maintain.</a:t>
            </a:r>
          </a:p>
        </p:txBody>
      </p:sp>
      <p:sp>
        <p:nvSpPr>
          <p:cNvPr id="4" name="Slide Number Placeholder 3"/>
          <p:cNvSpPr>
            <a:spLocks noGrp="1"/>
          </p:cNvSpPr>
          <p:nvPr>
            <p:ph type="sldNum" sz="quarter" idx="5"/>
          </p:nvPr>
        </p:nvSpPr>
        <p:spPr/>
        <p:txBody>
          <a:bodyPr/>
          <a:lstStyle/>
          <a:p>
            <a:fld id="{6FFAA059-40A9-4658-9164-864D401A9A2F}" type="slidenum">
              <a:t>7</a:t>
            </a:fld>
            <a:endParaRPr lang="en-US"/>
          </a:p>
        </p:txBody>
      </p:sp>
    </p:spTree>
    <p:extLst>
      <p:ext uri="{BB962C8B-B14F-4D97-AF65-F5344CB8AC3E}">
        <p14:creationId xmlns:p14="http://schemas.microsoft.com/office/powerpoint/2010/main" val="135497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Best Practices for Writing Playbooks, Validation Workflow</a:t>
            </a:r>
          </a:p>
        </p:txBody>
      </p:sp>
      <p:sp>
        <p:nvSpPr>
          <p:cNvPr id="4" name="Slide Number Placeholder 3"/>
          <p:cNvSpPr>
            <a:spLocks noGrp="1"/>
          </p:cNvSpPr>
          <p:nvPr>
            <p:ph type="sldNum" sz="quarter" idx="5"/>
          </p:nvPr>
        </p:nvSpPr>
        <p:spPr/>
        <p:txBody>
          <a:bodyPr/>
          <a:lstStyle/>
          <a:p>
            <a:fld id="{6FFAA059-40A9-4658-9164-864D401A9A2F}" type="slidenum">
              <a:t>8</a:t>
            </a:fld>
            <a:endParaRPr lang="en-US"/>
          </a:p>
        </p:txBody>
      </p:sp>
    </p:spTree>
    <p:extLst>
      <p:ext uri="{BB962C8B-B14F-4D97-AF65-F5344CB8AC3E}">
        <p14:creationId xmlns:p14="http://schemas.microsoft.com/office/powerpoint/2010/main" val="3189313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Writing effective playbooks requires adherence to best practices that enhance readability, maintainability, and reliability. Consistent indentation is crucial because YAML relies on whitespace to define structure. Use clear and descriptive names for plays and tasks to make the playbook self-explanatory. Group related tasks logically and leverage roles for modularity and reuse. Avoid hardcoding values; instead, use variables and templates to increase flexibility. Include comments to document complex logic or dependencies. Validate playbooks regularly to catch syntax errors early. Following these practices reduces errors, simplifies troubleshooting, and ensures that automation workflows remain scalable and easy to manage.</a:t>
            </a:r>
          </a:p>
        </p:txBody>
      </p:sp>
      <p:sp>
        <p:nvSpPr>
          <p:cNvPr id="4" name="Slide Number Placeholder 3"/>
          <p:cNvSpPr>
            <a:spLocks noGrp="1"/>
          </p:cNvSpPr>
          <p:nvPr>
            <p:ph type="sldNum" sz="quarter" idx="5"/>
          </p:nvPr>
        </p:nvSpPr>
        <p:spPr/>
        <p:txBody>
          <a:bodyPr/>
          <a:lstStyle/>
          <a:p>
            <a:fld id="{6FFAA059-40A9-4658-9164-864D401A9A2F}" type="slidenum">
              <a:t>9</a:t>
            </a:fld>
            <a:endParaRPr lang="en-US"/>
          </a:p>
        </p:txBody>
      </p:sp>
    </p:spTree>
    <p:extLst>
      <p:ext uri="{BB962C8B-B14F-4D97-AF65-F5344CB8AC3E}">
        <p14:creationId xmlns:p14="http://schemas.microsoft.com/office/powerpoint/2010/main" val="2777589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Validation is a critical step in ensuring that YAML files and playbooks are error-free before execution. The recommended workflow involves writing the playbook, validating it using tools like yamllint, and then executing it with ansible-playbook. Yamllint checks for syntax errors and style issues, helping prevent failures caused by incorrect indentation or formatting. This proactive approach saves time by catching problems early, reducing troubleshooting efforts during deployment. After validation, running the playbook with Ansible ensures that tasks execute as intended. Incorporating validation into your workflow is essential for maintaining reliability and consistency in automation projects.</a:t>
            </a:r>
          </a:p>
        </p:txBody>
      </p:sp>
      <p:sp>
        <p:nvSpPr>
          <p:cNvPr id="4" name="Slide Number Placeholder 3"/>
          <p:cNvSpPr>
            <a:spLocks noGrp="1"/>
          </p:cNvSpPr>
          <p:nvPr>
            <p:ph type="sldNum" sz="quarter" idx="5"/>
          </p:nvPr>
        </p:nvSpPr>
        <p:spPr/>
        <p:txBody>
          <a:bodyPr/>
          <a:lstStyle/>
          <a:p>
            <a:fld id="{6FFAA059-40A9-4658-9164-864D401A9A2F}" type="slidenum">
              <a:t>10</a:t>
            </a:fld>
            <a:endParaRPr lang="en-US"/>
          </a:p>
        </p:txBody>
      </p:sp>
    </p:spTree>
    <p:extLst>
      <p:ext uri="{BB962C8B-B14F-4D97-AF65-F5344CB8AC3E}">
        <p14:creationId xmlns:p14="http://schemas.microsoft.com/office/powerpoint/2010/main" val="2563700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this chapter, we explored the structure of Ansible playbooks and how YAML represents their components. We discussed key sections, demonstrated a basic playbook, and emphasized best practices and validation workflows. Mastering these concepts is essential for building reliable automation scripts. In the next episode, we will dive into variables in YAML, learning how to define, use, and manage them effectively to create dynamic and reusable playbooks.</a:t>
            </a:r>
          </a:p>
        </p:txBody>
      </p:sp>
      <p:sp>
        <p:nvSpPr>
          <p:cNvPr id="4" name="Slide Number Placeholder 3"/>
          <p:cNvSpPr>
            <a:spLocks noGrp="1"/>
          </p:cNvSpPr>
          <p:nvPr>
            <p:ph type="sldNum" sz="quarter" idx="5"/>
          </p:nvPr>
        </p:nvSpPr>
        <p:spPr/>
        <p:txBody>
          <a:bodyPr/>
          <a:lstStyle/>
          <a:p>
            <a:fld id="{6FFAA059-40A9-4658-9164-864D401A9A2F}" type="slidenum">
              <a:t>11</a:t>
            </a:fld>
            <a:endParaRPr lang="en-US"/>
          </a:p>
        </p:txBody>
      </p:sp>
    </p:spTree>
    <p:extLst>
      <p:ext uri="{BB962C8B-B14F-4D97-AF65-F5344CB8AC3E}">
        <p14:creationId xmlns:p14="http://schemas.microsoft.com/office/powerpoint/2010/main" val="2352838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4153631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12/7/2025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832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12/7/2025</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83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12/7/2025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453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12/7/2025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7623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12/7/2025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35115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12/7/2025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75416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12/7/2025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58833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12/7/2025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64784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12/7/2025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7757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12/7/2025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05851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12/7/2025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700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12/7/2025</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21187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1297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12/7/2025</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72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12/7/2025</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993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12/7/2025</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99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12/7/2025</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366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12/7/2025</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5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12/7/2025</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648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12/7/2025</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202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12/7/2025</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71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3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66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12/7/2025</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581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12/7/2025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02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12/7/2025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01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12/7/2025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688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82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4134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12/7/2025</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84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12/7/2025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354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12/7/2025</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7449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424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060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22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53603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12/7/2025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073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12/7/2025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86766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9638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57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7670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4824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75922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09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2706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12/7/2025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dirty="0"/>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82385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12/7/2025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90139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12/7/2025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1784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12/7/2025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51084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12/7/2025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1268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12/7/2025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596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8293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24484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dirty="0"/>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12/7/2025</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9874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dirty="0"/>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12/7/2025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6434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dirty="0"/>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12/7/2025</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91569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dirty="0"/>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12/7/2025</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785909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12/7/2025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71833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12/7/2025</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33549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12/7/2025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847551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12/7/2025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49627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12/7/2025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386120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12/7/2025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128058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8.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38.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2.xml"/><Relationship Id="rId1" Type="http://schemas.openxmlformats.org/officeDocument/2006/relationships/themeOverride" Target="../theme/themeOverride1.xml"/><Relationship Id="rId5" Type="http://schemas.openxmlformats.org/officeDocument/2006/relationships/image" Target="../media/image13.jpe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76DF-1920-EC34-6C47-E670217EC2A9}"/>
              </a:ext>
            </a:extLst>
          </p:cNvPr>
          <p:cNvSpPr>
            <a:spLocks noGrp="1"/>
          </p:cNvSpPr>
          <p:nvPr>
            <p:ph type="ctrTitle"/>
          </p:nvPr>
        </p:nvSpPr>
        <p:spPr>
          <a:xfrm>
            <a:off x="152400" y="143197"/>
            <a:ext cx="9528048" cy="2447603"/>
          </a:xfrm>
        </p:spPr>
        <p:txBody>
          <a:bodyPr anchor="ctr">
            <a:normAutofit/>
          </a:bodyPr>
          <a:lstStyle/>
          <a:p>
            <a:r>
              <a:rPr lang="en-US" sz="8800" dirty="0">
                <a:solidFill>
                  <a:srgbClr val="002060"/>
                </a:solidFill>
              </a:rPr>
              <a:t>YAML Structure in Ansible Playbooks</a:t>
            </a:r>
          </a:p>
        </p:txBody>
      </p:sp>
      <p:sp>
        <p:nvSpPr>
          <p:cNvPr id="3" name="Subtitle 2">
            <a:extLst>
              <a:ext uri="{FF2B5EF4-FFF2-40B4-BE49-F238E27FC236}">
                <a16:creationId xmlns:a16="http://schemas.microsoft.com/office/drawing/2014/main" id="{3B26EAA5-8D3D-4EE1-1EFF-231F609B27F9}"/>
              </a:ext>
            </a:extLst>
          </p:cNvPr>
          <p:cNvSpPr>
            <a:spLocks noGrp="1"/>
          </p:cNvSpPr>
          <p:nvPr>
            <p:ph type="subTitle" idx="1"/>
          </p:nvPr>
        </p:nvSpPr>
        <p:spPr>
          <a:xfrm>
            <a:off x="304800" y="2590800"/>
            <a:ext cx="7010400" cy="609600"/>
          </a:xfrm>
        </p:spPr>
        <p:txBody>
          <a:bodyPr anchor="ctr">
            <a:normAutofit/>
          </a:bodyPr>
          <a:lstStyle/>
          <a:p>
            <a:r>
              <a:rPr lang="en-US" sz="2000" b="1" dirty="0">
                <a:solidFill>
                  <a:srgbClr val="002060"/>
                </a:solidFill>
              </a:rPr>
              <a:t>Understanding key elements and syntax in YAML files</a:t>
            </a:r>
          </a:p>
        </p:txBody>
      </p:sp>
      <p:pic>
        <p:nvPicPr>
          <p:cNvPr id="5" name="Picture 4" descr="A logo with a letter in a circle&#10;&#10;AI-generated content may be incorrect.">
            <a:extLst>
              <a:ext uri="{FF2B5EF4-FFF2-40B4-BE49-F238E27FC236}">
                <a16:creationId xmlns:a16="http://schemas.microsoft.com/office/drawing/2014/main" id="{9EBD1287-C04D-7C6F-F1CB-5B334F0A2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
        <p:nvSpPr>
          <p:cNvPr id="4" name="TextBox 3">
            <a:extLst>
              <a:ext uri="{FF2B5EF4-FFF2-40B4-BE49-F238E27FC236}">
                <a16:creationId xmlns:a16="http://schemas.microsoft.com/office/drawing/2014/main" id="{8D0BD359-926E-C81E-54CC-989D68A24A44}"/>
              </a:ext>
            </a:extLst>
          </p:cNvPr>
          <p:cNvSpPr txBox="1"/>
          <p:nvPr/>
        </p:nvSpPr>
        <p:spPr>
          <a:xfrm>
            <a:off x="304800" y="3349960"/>
            <a:ext cx="4140301" cy="800219"/>
          </a:xfrm>
          <a:prstGeom prst="rect">
            <a:avLst/>
          </a:prstGeom>
          <a:noFill/>
        </p:spPr>
        <p:txBody>
          <a:bodyPr wrap="none" anchor="ctr">
            <a:spAutoFit/>
          </a:bodyPr>
          <a:lstStyle/>
          <a:p>
            <a:endParaRPr sz="1400" dirty="0">
              <a:solidFill>
                <a:schemeClr val="accent5"/>
              </a:solidFill>
              <a:latin typeface="Aptos" panose="020B0004020202020204" pitchFamily="34" charset="0"/>
            </a:endParaRPr>
          </a:p>
          <a:p>
            <a:r>
              <a:rPr sz="3200" b="1" dirty="0">
                <a:solidFill>
                  <a:schemeClr val="accent5"/>
                </a:solidFill>
                <a:latin typeface="Aptos" panose="020B0004020202020204" pitchFamily="34" charset="0"/>
              </a:rPr>
              <a:t>Summary of Learning</a:t>
            </a:r>
          </a:p>
        </p:txBody>
      </p:sp>
      <p:sp>
        <p:nvSpPr>
          <p:cNvPr id="6" name="TextBox 5">
            <a:extLst>
              <a:ext uri="{FF2B5EF4-FFF2-40B4-BE49-F238E27FC236}">
                <a16:creationId xmlns:a16="http://schemas.microsoft.com/office/drawing/2014/main" id="{6369DD55-E5CF-D114-74F4-D1640C781747}"/>
              </a:ext>
            </a:extLst>
          </p:cNvPr>
          <p:cNvSpPr txBox="1"/>
          <p:nvPr/>
        </p:nvSpPr>
        <p:spPr>
          <a:xfrm>
            <a:off x="291860" y="4299739"/>
            <a:ext cx="10101975" cy="1477328"/>
          </a:xfrm>
          <a:prstGeom prst="rect">
            <a:avLst/>
          </a:prstGeom>
          <a:noFill/>
        </p:spPr>
        <p:txBody>
          <a:bodyPr wrap="square" rtlCol="0">
            <a:spAutoFit/>
          </a:bodyPr>
          <a:lstStyle/>
          <a:p>
            <a:pPr marL="342900" indent="-342900">
              <a:buFont typeface="Arial" panose="020B0604020202020204" pitchFamily="34" charset="0"/>
              <a:buChar char="•"/>
            </a:pPr>
            <a:r>
              <a:rPr lang="en-US" b="1" dirty="0">
                <a:solidFill>
                  <a:schemeClr val="bg2"/>
                </a:solidFill>
                <a:latin typeface="Aptos" panose="020B0004020202020204" pitchFamily="34" charset="0"/>
              </a:rPr>
              <a:t>Understand YAML playbook section</a:t>
            </a:r>
          </a:p>
          <a:p>
            <a:pPr marL="342900" indent="-342900">
              <a:buFont typeface="Arial" panose="020B0604020202020204" pitchFamily="34" charset="0"/>
              <a:buChar char="•"/>
            </a:pPr>
            <a:r>
              <a:rPr lang="en-US" b="1" dirty="0">
                <a:solidFill>
                  <a:schemeClr val="bg2"/>
                </a:solidFill>
                <a:latin typeface="Aptos" panose="020B0004020202020204" pitchFamily="34" charset="0"/>
              </a:rPr>
              <a:t>Declare Variable</a:t>
            </a:r>
          </a:p>
          <a:p>
            <a:pPr marL="342900" indent="-342900">
              <a:buFont typeface="Arial" panose="020B0604020202020204" pitchFamily="34" charset="0"/>
              <a:buChar char="•"/>
            </a:pPr>
            <a:r>
              <a:rPr lang="en-US" b="1" dirty="0">
                <a:solidFill>
                  <a:schemeClr val="bg2"/>
                </a:solidFill>
                <a:latin typeface="Aptos" panose="020B0004020202020204" pitchFamily="34" charset="0"/>
              </a:rPr>
              <a:t>Override variable</a:t>
            </a:r>
            <a:r>
              <a:rPr lang="en-IN" b="1" dirty="0">
                <a:solidFill>
                  <a:schemeClr val="bg2"/>
                </a:solidFill>
                <a:latin typeface="Aptos" panose="020B0004020202020204" pitchFamily="34" charset="0"/>
              </a:rPr>
              <a:t> from command line</a:t>
            </a:r>
          </a:p>
          <a:p>
            <a:pPr marL="342900" indent="-342900">
              <a:buFont typeface="Arial" panose="020B0604020202020204" pitchFamily="34" charset="0"/>
              <a:buChar char="•"/>
            </a:pPr>
            <a:r>
              <a:rPr lang="en-US" b="1" dirty="0">
                <a:solidFill>
                  <a:schemeClr val="bg2"/>
                </a:solidFill>
                <a:latin typeface="Aptos" panose="020B0004020202020204" pitchFamily="34" charset="0"/>
              </a:rPr>
              <a:t>Use Handlers for post task execution</a:t>
            </a:r>
          </a:p>
          <a:p>
            <a:pPr marL="342900" indent="-342900">
              <a:buFont typeface="Arial" panose="020B0604020202020204" pitchFamily="34" charset="0"/>
              <a:buChar char="•"/>
            </a:pPr>
            <a:r>
              <a:rPr lang="en-US" b="1" dirty="0">
                <a:solidFill>
                  <a:schemeClr val="bg2"/>
                </a:solidFill>
                <a:latin typeface="Aptos" panose="020B0004020202020204" pitchFamily="34" charset="0"/>
              </a:rPr>
              <a:t>Create playbook to install and restart services for CentOS and Ubuntu with when directive</a:t>
            </a:r>
          </a:p>
        </p:txBody>
      </p:sp>
    </p:spTree>
    <p:extLst>
      <p:ext uri="{BB962C8B-B14F-4D97-AF65-F5344CB8AC3E}">
        <p14:creationId xmlns:p14="http://schemas.microsoft.com/office/powerpoint/2010/main" val="3910989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1BBFF-0D02-B25B-DD5F-94A15BD5DD52}"/>
              </a:ext>
            </a:extLst>
          </p:cNvPr>
          <p:cNvSpPr>
            <a:spLocks noGrp="1"/>
          </p:cNvSpPr>
          <p:nvPr>
            <p:ph type="title"/>
          </p:nvPr>
        </p:nvSpPr>
        <p:spPr>
          <a:xfrm>
            <a:off x="609600" y="762000"/>
            <a:ext cx="8763000" cy="3959352"/>
          </a:xfrm>
        </p:spPr>
        <p:txBody>
          <a:bodyPr anchor="ctr">
            <a:normAutofit/>
          </a:bodyPr>
          <a:lstStyle/>
          <a:p>
            <a:r>
              <a:rPr lang="en-US" sz="9600" dirty="0">
                <a:solidFill>
                  <a:srgbClr val="002060"/>
                </a:solidFill>
              </a:rPr>
              <a:t>Understanding Ansible Playbooks</a:t>
            </a:r>
          </a:p>
        </p:txBody>
      </p:sp>
      <p:pic>
        <p:nvPicPr>
          <p:cNvPr id="3" name="Picture 2" descr="A logo with a letter in a circle&#10;&#10;AI-generated content may be incorrect.">
            <a:extLst>
              <a:ext uri="{FF2B5EF4-FFF2-40B4-BE49-F238E27FC236}">
                <a16:creationId xmlns:a16="http://schemas.microsoft.com/office/drawing/2014/main" id="{21747246-B1F4-3FE7-679C-52763D716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353121577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C6878-AB48-D92C-9432-85A282DEF3C7}"/>
              </a:ext>
            </a:extLst>
          </p:cNvPr>
          <p:cNvSpPr>
            <a:spLocks noGrp="1"/>
          </p:cNvSpPr>
          <p:nvPr>
            <p:ph type="title"/>
          </p:nvPr>
        </p:nvSpPr>
        <p:spPr>
          <a:xfrm>
            <a:off x="320558" y="228600"/>
            <a:ext cx="7015483" cy="1033272"/>
          </a:xfrm>
        </p:spPr>
        <p:txBody>
          <a:bodyPr anchor="ctr">
            <a:normAutofit/>
          </a:bodyPr>
          <a:lstStyle/>
          <a:p>
            <a:r>
              <a:rPr lang="en-US" dirty="0">
                <a:solidFill>
                  <a:srgbClr val="002060"/>
                </a:solidFill>
              </a:rPr>
              <a:t>What is an Ansible Playbook?</a:t>
            </a:r>
          </a:p>
        </p:txBody>
      </p:sp>
      <p:sp>
        <p:nvSpPr>
          <p:cNvPr id="7" name="Content Placeholder 6">
            <a:extLst>
              <a:ext uri="{FF2B5EF4-FFF2-40B4-BE49-F238E27FC236}">
                <a16:creationId xmlns:a16="http://schemas.microsoft.com/office/drawing/2014/main" id="{D0041BE7-130F-7C04-AA71-A58F92AB859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447800"/>
            <a:ext cx="7018271" cy="4806696"/>
          </a:xfrm>
        </p:spPr>
        <p:txBody>
          <a:bodyPr>
            <a:normAutofit/>
          </a:bodyPr>
          <a:lstStyle/>
          <a:p>
            <a:pPr marL="0" indent="0">
              <a:spcBef>
                <a:spcPts val="2500"/>
              </a:spcBef>
              <a:buFont typeface="Arial" panose="020B0604020202020204" pitchFamily="34" charset="0"/>
              <a:buNone/>
            </a:pPr>
            <a:r>
              <a:rPr lang="en-US" sz="1400" b="1" dirty="0">
                <a:latin typeface="Aptos" panose="020B0004020202020204" pitchFamily="34" charset="0"/>
              </a:rPr>
              <a:t>YAML-based Configuration</a:t>
            </a:r>
          </a:p>
          <a:p>
            <a:pPr marL="0" lvl="1" indent="0">
              <a:buFont typeface="Arial" panose="020B0604020202020204" pitchFamily="34" charset="0"/>
              <a:buNone/>
            </a:pPr>
            <a:r>
              <a:rPr lang="en-US" sz="1400" dirty="0">
                <a:latin typeface="Aptos" panose="020B0004020202020204" pitchFamily="34" charset="0"/>
              </a:rPr>
              <a:t>Ansible playbooks use YAML for simplicity, readability, and ease of collaboration among teams.</a:t>
            </a:r>
          </a:p>
          <a:p>
            <a:pPr marL="0" indent="0">
              <a:spcBef>
                <a:spcPts val="2500"/>
              </a:spcBef>
              <a:buFont typeface="Arial" panose="020B0604020202020204" pitchFamily="34" charset="0"/>
              <a:buNone/>
            </a:pPr>
            <a:r>
              <a:rPr lang="en-US" sz="1400" b="1" dirty="0">
                <a:latin typeface="Aptos" panose="020B0004020202020204" pitchFamily="34" charset="0"/>
              </a:rPr>
              <a:t>Declarative Syntax</a:t>
            </a:r>
          </a:p>
          <a:p>
            <a:pPr marL="0" lvl="1" indent="0">
              <a:buFont typeface="Arial" panose="020B0604020202020204" pitchFamily="34" charset="0"/>
              <a:buNone/>
            </a:pPr>
            <a:r>
              <a:rPr lang="en-US" sz="1400" dirty="0">
                <a:latin typeface="Aptos" panose="020B0004020202020204" pitchFamily="34" charset="0"/>
              </a:rPr>
              <a:t>Playbooks use declarative syntax, specifying what to achieve rather than how, simplifying automation.</a:t>
            </a:r>
          </a:p>
          <a:p>
            <a:pPr marL="0" indent="0">
              <a:spcBef>
                <a:spcPts val="2500"/>
              </a:spcBef>
              <a:buFont typeface="Arial" panose="020B0604020202020204" pitchFamily="34" charset="0"/>
              <a:buNone/>
            </a:pPr>
            <a:r>
              <a:rPr lang="en-US" sz="1400" b="1" dirty="0">
                <a:latin typeface="Aptos" panose="020B0004020202020204" pitchFamily="34" charset="0"/>
              </a:rPr>
              <a:t>Multi-Host Orchestration</a:t>
            </a:r>
          </a:p>
          <a:p>
            <a:pPr marL="0" lvl="1" indent="0">
              <a:buFont typeface="Arial" panose="020B0604020202020204" pitchFamily="34" charset="0"/>
              <a:buNone/>
            </a:pPr>
            <a:r>
              <a:rPr lang="en-US" sz="1400" dirty="0">
                <a:latin typeface="Aptos" panose="020B0004020202020204" pitchFamily="34" charset="0"/>
              </a:rPr>
              <a:t>Playbooks manage complex operations across multiple hosts or groups in distributed environments.</a:t>
            </a:r>
          </a:p>
          <a:p>
            <a:pPr marL="0" indent="0">
              <a:spcBef>
                <a:spcPts val="2500"/>
              </a:spcBef>
              <a:buFont typeface="Arial" panose="020B0604020202020204" pitchFamily="34" charset="0"/>
              <a:buNone/>
            </a:pPr>
            <a:r>
              <a:rPr lang="en-US" sz="1400" b="1" dirty="0">
                <a:latin typeface="Aptos" panose="020B0004020202020204" pitchFamily="34" charset="0"/>
              </a:rPr>
              <a:t>Key Automation Tasks</a:t>
            </a:r>
          </a:p>
          <a:p>
            <a:pPr marL="0" lvl="1" indent="0">
              <a:buFont typeface="Arial" panose="020B0604020202020204" pitchFamily="34" charset="0"/>
              <a:buNone/>
            </a:pPr>
            <a:r>
              <a:rPr lang="en-US" sz="1400" dirty="0">
                <a:latin typeface="Aptos" panose="020B0004020202020204" pitchFamily="34" charset="0"/>
              </a:rPr>
              <a:t>Playbooks automate installing packages, configuring services, deploying apps, and managing infrastructure.</a:t>
            </a:r>
          </a:p>
        </p:txBody>
      </p:sp>
      <p:pic>
        <p:nvPicPr>
          <p:cNvPr id="8" name="Content Placeholder 7" descr="fourth industrial revolution technology concept">
            <a:extLst>
              <a:ext uri="{FF2B5EF4-FFF2-40B4-BE49-F238E27FC236}">
                <a16:creationId xmlns:a16="http://schemas.microsoft.com/office/drawing/2014/main" id="{39B25E25-BBAB-46DA-A89A-4E8DE63A000E}"/>
              </a:ext>
            </a:extLst>
          </p:cNvPr>
          <p:cNvPicPr>
            <a:picLocks noGrp="1" noChangeAspect="1"/>
          </p:cNvPicPr>
          <p:nvPr>
            <p:ph type="pic" sz="quarter" idx="13"/>
          </p:nvPr>
        </p:nvPicPr>
        <p:blipFill>
          <a:blip r:embed="rId3"/>
          <a:srcRect l="31693" r="32076"/>
          <a:stretch>
            <a:fillRect/>
          </a:stretch>
        </p:blipFill>
        <p:spPr>
          <a:xfrm>
            <a:off x="7773592" y="10"/>
            <a:ext cx="4417215" cy="6857990"/>
          </a:xfrm>
          <a:prstGeom prst="rect">
            <a:avLst/>
          </a:prstGeom>
          <a:noFill/>
        </p:spPr>
      </p:pic>
      <p:pic>
        <p:nvPicPr>
          <p:cNvPr id="6" name="Picture 5" descr="A logo with a letter in a circle&#10;&#10;AI-generated content may be incorrect.">
            <a:extLst>
              <a:ext uri="{FF2B5EF4-FFF2-40B4-BE49-F238E27FC236}">
                <a16:creationId xmlns:a16="http://schemas.microsoft.com/office/drawing/2014/main" id="{37D2876B-FBCA-3BDA-81AD-C734F097D8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87245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687EC-FA75-71A9-5228-03241B820E10}"/>
              </a:ext>
            </a:extLst>
          </p:cNvPr>
          <p:cNvSpPr>
            <a:spLocks noGrp="1"/>
          </p:cNvSpPr>
          <p:nvPr>
            <p:ph type="title"/>
          </p:nvPr>
        </p:nvSpPr>
        <p:spPr>
          <a:xfrm>
            <a:off x="381000" y="137813"/>
            <a:ext cx="5232755" cy="609600"/>
          </a:xfrm>
        </p:spPr>
        <p:txBody>
          <a:bodyPr anchor="ctr">
            <a:normAutofit/>
          </a:bodyPr>
          <a:lstStyle/>
          <a:p>
            <a:r>
              <a:rPr lang="en-US" sz="4800" dirty="0">
                <a:solidFill>
                  <a:srgbClr val="002060"/>
                </a:solidFill>
              </a:rPr>
              <a:t>Anatomy of a Playbook</a:t>
            </a:r>
          </a:p>
        </p:txBody>
      </p:sp>
      <p:sp>
        <p:nvSpPr>
          <p:cNvPr id="20" name="TextBox 19">
            <a:extLst>
              <a:ext uri="{FF2B5EF4-FFF2-40B4-BE49-F238E27FC236}">
                <a16:creationId xmlns:a16="http://schemas.microsoft.com/office/drawing/2014/main" id="{7BC300D1-FBF7-95A5-F22A-31DB51A9028E}"/>
              </a:ext>
            </a:extLst>
          </p:cNvPr>
          <p:cNvSpPr txBox="1"/>
          <p:nvPr/>
        </p:nvSpPr>
        <p:spPr>
          <a:xfrm>
            <a:off x="6024113" y="166568"/>
            <a:ext cx="5914242" cy="6824945"/>
          </a:xfrm>
          <a:prstGeom prst="rect">
            <a:avLst/>
          </a:prstGeom>
          <a:noFill/>
          <a:ln>
            <a:solidFill>
              <a:schemeClr val="accent1"/>
            </a:solidFill>
          </a:ln>
        </p:spPr>
        <p:txBody>
          <a:bodyPr wrap="square">
            <a:spAutoFit/>
          </a:bodyPr>
          <a:lstStyle/>
          <a:p>
            <a:r>
              <a:rPr lang="en-US" sz="1250" b="1" dirty="0">
                <a:solidFill>
                  <a:srgbClr val="FF0000"/>
                </a:solidFill>
              </a:rPr>
              <a:t>---  # Document separator: Indicates the start of the YAML document</a:t>
            </a:r>
          </a:p>
          <a:p>
            <a:endParaRPr lang="en-US" sz="1250" dirty="0"/>
          </a:p>
          <a:p>
            <a:r>
              <a:rPr lang="en-US" sz="1250" b="1" dirty="0">
                <a:solidFill>
                  <a:srgbClr val="00B050"/>
                </a:solidFill>
              </a:rPr>
              <a:t># A playbook is a list of plays. Each play is represented by a dash (-)</a:t>
            </a:r>
          </a:p>
          <a:p>
            <a:r>
              <a:rPr lang="en-US" sz="1250" dirty="0"/>
              <a:t>- name: </a:t>
            </a:r>
            <a:r>
              <a:rPr lang="en-US" sz="1250" b="1" dirty="0">
                <a:solidFill>
                  <a:srgbClr val="FF0000"/>
                </a:solidFill>
              </a:rPr>
              <a:t>Configure Web Servers  # Human-readable name for the play</a:t>
            </a:r>
          </a:p>
          <a:p>
            <a:r>
              <a:rPr lang="en-US" sz="1250" dirty="0"/>
              <a:t>  hosts: </a:t>
            </a:r>
            <a:r>
              <a:rPr lang="en-US" sz="1250" b="1" dirty="0">
                <a:solidFill>
                  <a:srgbClr val="002060"/>
                </a:solidFill>
              </a:rPr>
              <a:t>webservers</a:t>
            </a:r>
            <a:r>
              <a:rPr lang="en-US" sz="1250" dirty="0">
                <a:solidFill>
                  <a:srgbClr val="002060"/>
                </a:solidFill>
              </a:rPr>
              <a:t>  </a:t>
            </a:r>
            <a:r>
              <a:rPr lang="en-US" sz="1250" dirty="0"/>
              <a:t>          </a:t>
            </a:r>
            <a:r>
              <a:rPr lang="en-US" sz="1250" b="1" dirty="0">
                <a:solidFill>
                  <a:srgbClr val="FF0000"/>
                </a:solidFill>
              </a:rPr>
              <a:t># Target hosts or inventory group where this play will run</a:t>
            </a:r>
          </a:p>
          <a:p>
            <a:r>
              <a:rPr lang="en-US" sz="1250" dirty="0"/>
              <a:t>  become: </a:t>
            </a:r>
            <a:r>
              <a:rPr lang="en-US" sz="1250" b="1" dirty="0">
                <a:solidFill>
                  <a:srgbClr val="002060"/>
                </a:solidFill>
              </a:rPr>
              <a:t>yes</a:t>
            </a:r>
            <a:r>
              <a:rPr lang="en-US" sz="1250" b="1" dirty="0">
                <a:solidFill>
                  <a:srgbClr val="FF0000"/>
                </a:solidFill>
              </a:rPr>
              <a:t>                  # Enables privilege escalation (e.g., run as root)</a:t>
            </a:r>
          </a:p>
          <a:p>
            <a:endParaRPr lang="en-US" sz="1250" b="1" dirty="0">
              <a:solidFill>
                <a:srgbClr val="FF0000"/>
              </a:solidFill>
            </a:endParaRPr>
          </a:p>
          <a:p>
            <a:r>
              <a:rPr lang="en-US" sz="1250" dirty="0"/>
              <a:t>  vars:                        </a:t>
            </a:r>
            <a:r>
              <a:rPr lang="en-US" sz="1250" b="1" dirty="0">
                <a:solidFill>
                  <a:srgbClr val="FF0000"/>
                </a:solidFill>
              </a:rPr>
              <a:t># Variables applied to this play</a:t>
            </a:r>
          </a:p>
          <a:p>
            <a:r>
              <a:rPr lang="en-US" sz="1250" dirty="0"/>
              <a:t>    </a:t>
            </a:r>
            <a:r>
              <a:rPr lang="en-US" sz="1250" dirty="0" err="1"/>
              <a:t>http_port</a:t>
            </a:r>
            <a:r>
              <a:rPr lang="en-US" sz="1250" dirty="0"/>
              <a:t>: </a:t>
            </a:r>
            <a:r>
              <a:rPr lang="en-US" sz="1250" b="1" dirty="0">
                <a:solidFill>
                  <a:srgbClr val="002060"/>
                </a:solidFill>
              </a:rPr>
              <a:t>80</a:t>
            </a:r>
          </a:p>
          <a:p>
            <a:r>
              <a:rPr lang="en-US" sz="1250" dirty="0"/>
              <a:t>    </a:t>
            </a:r>
            <a:r>
              <a:rPr lang="en-US" sz="1250" dirty="0" err="1"/>
              <a:t>max_clients</a:t>
            </a:r>
            <a:r>
              <a:rPr lang="en-US" sz="1250" dirty="0"/>
              <a:t>: </a:t>
            </a:r>
            <a:r>
              <a:rPr lang="en-US" sz="1250" b="1" dirty="0">
                <a:solidFill>
                  <a:srgbClr val="002060"/>
                </a:solidFill>
              </a:rPr>
              <a:t>200</a:t>
            </a:r>
          </a:p>
          <a:p>
            <a:endParaRPr lang="en-US" sz="1250" dirty="0"/>
          </a:p>
          <a:p>
            <a:r>
              <a:rPr lang="en-US" sz="1250" dirty="0"/>
              <a:t>    tasks:                       </a:t>
            </a:r>
            <a:r>
              <a:rPr lang="en-US" sz="1250" b="1" dirty="0">
                <a:solidFill>
                  <a:srgbClr val="FF0000"/>
                </a:solidFill>
              </a:rPr>
              <a:t># A list of tasks to execute on the target hosts</a:t>
            </a:r>
          </a:p>
          <a:p>
            <a:r>
              <a:rPr lang="en-US" sz="1250" dirty="0"/>
              <a:t>    - name: </a:t>
            </a:r>
            <a:r>
              <a:rPr lang="en-US" sz="1250" b="1" dirty="0">
                <a:solidFill>
                  <a:srgbClr val="002060"/>
                </a:solidFill>
              </a:rPr>
              <a:t>Install Apache    </a:t>
            </a:r>
            <a:r>
              <a:rPr lang="en-US" sz="1250" dirty="0"/>
              <a:t> </a:t>
            </a:r>
            <a:r>
              <a:rPr lang="en-US" sz="1250" b="1" dirty="0">
                <a:solidFill>
                  <a:srgbClr val="FF0000"/>
                </a:solidFill>
              </a:rPr>
              <a:t># Task description</a:t>
            </a:r>
          </a:p>
          <a:p>
            <a:r>
              <a:rPr lang="en-US" sz="1250" dirty="0"/>
              <a:t>        </a:t>
            </a:r>
            <a:r>
              <a:rPr lang="en-US" sz="1250" dirty="0" err="1"/>
              <a:t>ansible.builtin.yum</a:t>
            </a:r>
            <a:r>
              <a:rPr lang="en-US" sz="1250" dirty="0"/>
              <a:t>:    </a:t>
            </a:r>
            <a:r>
              <a:rPr lang="en-US" sz="1250" b="1" dirty="0">
                <a:solidFill>
                  <a:srgbClr val="FF0000"/>
                </a:solidFill>
              </a:rPr>
              <a:t># Module used for package management on RHEL/CentOS</a:t>
            </a:r>
          </a:p>
          <a:p>
            <a:r>
              <a:rPr lang="en-US" sz="1250" dirty="0"/>
              <a:t>        name: </a:t>
            </a:r>
            <a:r>
              <a:rPr lang="en-US" sz="1250" b="1" dirty="0">
                <a:solidFill>
                  <a:srgbClr val="002060"/>
                </a:solidFill>
              </a:rPr>
              <a:t>httpd</a:t>
            </a:r>
            <a:r>
              <a:rPr lang="en-US" sz="1250" dirty="0"/>
              <a:t>      </a:t>
            </a:r>
            <a:r>
              <a:rPr lang="en-US" sz="1250" dirty="0" err="1"/>
              <a:t>ansible.builtin.yum</a:t>
            </a:r>
            <a:r>
              <a:rPr lang="en-US" sz="1250" dirty="0"/>
              <a:t>      </a:t>
            </a:r>
            <a:r>
              <a:rPr lang="en-US" sz="1250" b="1" dirty="0">
                <a:solidFill>
                  <a:srgbClr val="FF0000"/>
                </a:solidFill>
              </a:rPr>
              <a:t># Package name</a:t>
            </a:r>
          </a:p>
          <a:p>
            <a:r>
              <a:rPr lang="en-US" sz="1250" dirty="0"/>
              <a:t>        state: </a:t>
            </a:r>
            <a:r>
              <a:rPr lang="en-US" sz="1250" b="1" dirty="0">
                <a:solidFill>
                  <a:srgbClr val="002060"/>
                </a:solidFill>
              </a:rPr>
              <a:t>present</a:t>
            </a:r>
            <a:r>
              <a:rPr lang="en-US" sz="1250" dirty="0"/>
              <a:t>         </a:t>
            </a:r>
            <a:r>
              <a:rPr lang="en-US" sz="1250" b="1" dirty="0">
                <a:solidFill>
                  <a:srgbClr val="FF0000"/>
                </a:solidFill>
              </a:rPr>
              <a:t># Ensure the package is installed</a:t>
            </a:r>
          </a:p>
          <a:p>
            <a:endParaRPr lang="en-US" sz="1250" dirty="0"/>
          </a:p>
          <a:p>
            <a:r>
              <a:rPr lang="en-US" sz="1250" dirty="0"/>
              <a:t>    - name: </a:t>
            </a:r>
            <a:r>
              <a:rPr lang="en-US" sz="1250" b="1" dirty="0">
                <a:solidFill>
                  <a:srgbClr val="002060"/>
                </a:solidFill>
              </a:rPr>
              <a:t>Start Apache Service</a:t>
            </a:r>
          </a:p>
          <a:p>
            <a:r>
              <a:rPr lang="en-US" sz="1250" dirty="0"/>
              <a:t>      ansible.builtin.service:                 </a:t>
            </a:r>
            <a:r>
              <a:rPr lang="en-US" sz="1250" b="1" dirty="0">
                <a:solidFill>
                  <a:srgbClr val="FF0000"/>
                </a:solidFill>
              </a:rPr>
              <a:t># Module to manage services</a:t>
            </a:r>
          </a:p>
          <a:p>
            <a:r>
              <a:rPr lang="en-US" sz="1250" dirty="0"/>
              <a:t>        name: </a:t>
            </a:r>
            <a:r>
              <a:rPr lang="en-US" sz="1250" b="1" dirty="0">
                <a:solidFill>
                  <a:srgbClr val="002060"/>
                </a:solidFill>
              </a:rPr>
              <a:t>httpd</a:t>
            </a:r>
          </a:p>
          <a:p>
            <a:r>
              <a:rPr lang="en-US" sz="1250" dirty="0"/>
              <a:t>        state: </a:t>
            </a:r>
            <a:r>
              <a:rPr lang="en-US" sz="1250" b="1" dirty="0">
                <a:solidFill>
                  <a:srgbClr val="002060"/>
                </a:solidFill>
              </a:rPr>
              <a:t>started</a:t>
            </a:r>
            <a:r>
              <a:rPr lang="en-US" sz="1250" dirty="0"/>
              <a:t>         </a:t>
            </a:r>
            <a:r>
              <a:rPr lang="en-US" sz="1250" b="1" dirty="0">
                <a:solidFill>
                  <a:srgbClr val="FF0000"/>
                </a:solidFill>
              </a:rPr>
              <a:t># Ensure the service is running</a:t>
            </a:r>
          </a:p>
          <a:p>
            <a:endParaRPr lang="en-US" sz="1250" dirty="0"/>
          </a:p>
          <a:p>
            <a:r>
              <a:rPr lang="en-US" sz="1250" dirty="0"/>
              <a:t>    - name: </a:t>
            </a:r>
            <a:r>
              <a:rPr lang="en-US" sz="1250" b="1" dirty="0">
                <a:solidFill>
                  <a:srgbClr val="002060"/>
                </a:solidFill>
              </a:rPr>
              <a:t>Deploy Custom Index Page</a:t>
            </a:r>
          </a:p>
          <a:p>
            <a:r>
              <a:rPr lang="en-US" sz="1250" dirty="0"/>
              <a:t>      ansible.builtin.copy:                    </a:t>
            </a:r>
            <a:r>
              <a:rPr lang="en-US" sz="1250" b="1" dirty="0">
                <a:solidFill>
                  <a:srgbClr val="FF0000"/>
                </a:solidFill>
              </a:rPr>
              <a:t># Module to copy files</a:t>
            </a:r>
          </a:p>
          <a:p>
            <a:r>
              <a:rPr lang="en-US" sz="1250" dirty="0"/>
              <a:t>        </a:t>
            </a:r>
            <a:r>
              <a:rPr lang="en-US" sz="1250" dirty="0" err="1"/>
              <a:t>src</a:t>
            </a:r>
            <a:r>
              <a:rPr lang="en-US" sz="1250" b="1" dirty="0">
                <a:solidFill>
                  <a:srgbClr val="002060"/>
                </a:solidFill>
              </a:rPr>
              <a:t>: /files/index.html </a:t>
            </a:r>
            <a:r>
              <a:rPr lang="en-US" sz="1250" b="1" dirty="0">
                <a:solidFill>
                  <a:srgbClr val="FF0000"/>
                </a:solidFill>
              </a:rPr>
              <a:t># Source file on control node</a:t>
            </a:r>
          </a:p>
          <a:p>
            <a:r>
              <a:rPr lang="en-US" sz="1250" dirty="0"/>
              <a:t>        </a:t>
            </a:r>
            <a:r>
              <a:rPr lang="en-US" sz="1250" dirty="0" err="1"/>
              <a:t>dest</a:t>
            </a:r>
            <a:r>
              <a:rPr lang="en-US" sz="1250" dirty="0"/>
              <a:t>: </a:t>
            </a:r>
            <a:r>
              <a:rPr lang="en-US" sz="1250" b="1" dirty="0">
                <a:solidFill>
                  <a:srgbClr val="002060"/>
                </a:solidFill>
              </a:rPr>
              <a:t>/var/www/html/index.html </a:t>
            </a:r>
            <a:r>
              <a:rPr lang="en-US" sz="1250" b="1" dirty="0">
                <a:solidFill>
                  <a:srgbClr val="FF0000"/>
                </a:solidFill>
              </a:rPr>
              <a:t># Destination on target host</a:t>
            </a:r>
          </a:p>
          <a:p>
            <a:endParaRPr lang="en-US" sz="1250" dirty="0"/>
          </a:p>
          <a:p>
            <a:r>
              <a:rPr lang="en-US" sz="1250" dirty="0"/>
              <a:t>  handlers:                    </a:t>
            </a:r>
            <a:r>
              <a:rPr lang="en-US" sz="1250" b="1" dirty="0">
                <a:solidFill>
                  <a:srgbClr val="FF0000"/>
                </a:solidFill>
              </a:rPr>
              <a:t># Special tasks triggered by notify statements</a:t>
            </a:r>
          </a:p>
          <a:p>
            <a:r>
              <a:rPr lang="en-US" sz="1250" dirty="0"/>
              <a:t>    - name: </a:t>
            </a:r>
            <a:r>
              <a:rPr lang="en-US" sz="1250" b="1" dirty="0">
                <a:solidFill>
                  <a:srgbClr val="002060"/>
                </a:solidFill>
              </a:rPr>
              <a:t>Restart Apache</a:t>
            </a:r>
          </a:p>
          <a:p>
            <a:r>
              <a:rPr lang="en-US" sz="1250" dirty="0"/>
              <a:t>      ansible.builtin.service:</a:t>
            </a:r>
          </a:p>
          <a:p>
            <a:r>
              <a:rPr lang="en-US" sz="1250" dirty="0"/>
              <a:t>        name: </a:t>
            </a:r>
            <a:r>
              <a:rPr lang="en-US" sz="1250" b="1" dirty="0">
                <a:solidFill>
                  <a:srgbClr val="002060"/>
                </a:solidFill>
              </a:rPr>
              <a:t>httpd</a:t>
            </a:r>
          </a:p>
          <a:p>
            <a:r>
              <a:rPr lang="en-US" sz="1250" dirty="0"/>
              <a:t>        state: </a:t>
            </a:r>
            <a:r>
              <a:rPr lang="en-US" sz="1250" b="1" dirty="0">
                <a:solidFill>
                  <a:srgbClr val="002060"/>
                </a:solidFill>
              </a:rPr>
              <a:t>restarted</a:t>
            </a:r>
          </a:p>
          <a:p>
            <a:endParaRPr lang="en-US" sz="1250" dirty="0"/>
          </a:p>
          <a:p>
            <a:r>
              <a:rPr lang="en-US" sz="1250" b="1" dirty="0">
                <a:solidFill>
                  <a:srgbClr val="00B050"/>
                </a:solidFill>
              </a:rPr>
              <a:t>...  # Document end (optional)</a:t>
            </a:r>
            <a:endParaRPr lang="en-IN" sz="1250" b="1" dirty="0">
              <a:solidFill>
                <a:srgbClr val="00B050"/>
              </a:solidFill>
            </a:endParaRPr>
          </a:p>
        </p:txBody>
      </p:sp>
      <p:pic>
        <p:nvPicPr>
          <p:cNvPr id="25" name="Picture 24">
            <a:extLst>
              <a:ext uri="{FF2B5EF4-FFF2-40B4-BE49-F238E27FC236}">
                <a16:creationId xmlns:a16="http://schemas.microsoft.com/office/drawing/2014/main" id="{3914E296-6526-DD6D-5007-52D8BAD664DE}"/>
              </a:ext>
            </a:extLst>
          </p:cNvPr>
          <p:cNvPicPr>
            <a:picLocks noChangeAspect="1"/>
          </p:cNvPicPr>
          <p:nvPr/>
        </p:nvPicPr>
        <p:blipFill>
          <a:blip r:embed="rId3"/>
          <a:stretch>
            <a:fillRect/>
          </a:stretch>
        </p:blipFill>
        <p:spPr>
          <a:xfrm>
            <a:off x="177977" y="747412"/>
            <a:ext cx="5638800" cy="6034387"/>
          </a:xfrm>
          <a:prstGeom prst="rect">
            <a:avLst/>
          </a:prstGeom>
        </p:spPr>
      </p:pic>
      <p:pic>
        <p:nvPicPr>
          <p:cNvPr id="26" name="Picture 25" descr="A logo with a letter in a circle&#10;&#10;AI-generated content may be incorrect.">
            <a:extLst>
              <a:ext uri="{FF2B5EF4-FFF2-40B4-BE49-F238E27FC236}">
                <a16:creationId xmlns:a16="http://schemas.microsoft.com/office/drawing/2014/main" id="{23EA7623-F3D4-8676-65CC-9DA6346D06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407016503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67C04-C240-700C-7E89-B35F6D128D14}"/>
              </a:ext>
            </a:extLst>
          </p:cNvPr>
          <p:cNvSpPr>
            <a:spLocks noGrp="1"/>
          </p:cNvSpPr>
          <p:nvPr>
            <p:ph type="title"/>
          </p:nvPr>
        </p:nvSpPr>
        <p:spPr>
          <a:xfrm>
            <a:off x="298704" y="1295400"/>
            <a:ext cx="11594592" cy="1661160"/>
          </a:xfrm>
        </p:spPr>
        <p:txBody>
          <a:bodyPr anchor="ctr">
            <a:normAutofit/>
          </a:bodyPr>
          <a:lstStyle/>
          <a:p>
            <a:r>
              <a:rPr lang="en-US" sz="6000" dirty="0">
                <a:solidFill>
                  <a:srgbClr val="002060"/>
                </a:solidFill>
              </a:rPr>
              <a:t>YAML Representation in Playbooks</a:t>
            </a:r>
          </a:p>
        </p:txBody>
      </p:sp>
      <p:pic>
        <p:nvPicPr>
          <p:cNvPr id="3" name="Picture 2" descr="A logo with a letter in a circle&#10;&#10;AI-generated content may be incorrect.">
            <a:extLst>
              <a:ext uri="{FF2B5EF4-FFF2-40B4-BE49-F238E27FC236}">
                <a16:creationId xmlns:a16="http://schemas.microsoft.com/office/drawing/2014/main" id="{11BA6F2A-5FBA-EC04-B211-251FDE937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163824263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3AA0F-312A-1F04-0567-19BFAF95C42C}"/>
              </a:ext>
            </a:extLst>
          </p:cNvPr>
          <p:cNvSpPr>
            <a:spLocks noGrp="1"/>
          </p:cNvSpPr>
          <p:nvPr>
            <p:ph type="title"/>
          </p:nvPr>
        </p:nvSpPr>
        <p:spPr>
          <a:xfrm>
            <a:off x="320557" y="762002"/>
            <a:ext cx="5294939" cy="1555895"/>
          </a:xfrm>
        </p:spPr>
        <p:txBody>
          <a:bodyPr anchor="t">
            <a:normAutofit/>
          </a:bodyPr>
          <a:lstStyle/>
          <a:p>
            <a:r>
              <a:rPr lang="en-US" sz="5100"/>
              <a:t>How YAML Structures Playbooks</a:t>
            </a:r>
          </a:p>
        </p:txBody>
      </p:sp>
      <p:sp>
        <p:nvSpPr>
          <p:cNvPr id="5" name="Slide Number Placeholder 4">
            <a:extLst>
              <a:ext uri="{FF2B5EF4-FFF2-40B4-BE49-F238E27FC236}">
                <a16:creationId xmlns:a16="http://schemas.microsoft.com/office/drawing/2014/main" id="{DAC1BC45-52B7-FE17-506F-6445D20912B5}"/>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6</a:t>
            </a:fld>
            <a:endParaRPr lang="en-US"/>
          </a:p>
        </p:txBody>
      </p:sp>
      <p:pic>
        <p:nvPicPr>
          <p:cNvPr id="8" name="Content Placeholder 7" descr="Big data mining analysis diagram whiteboard drawing">
            <a:extLst>
              <a:ext uri="{FF2B5EF4-FFF2-40B4-BE49-F238E27FC236}">
                <a16:creationId xmlns:a16="http://schemas.microsoft.com/office/drawing/2014/main" id="{7E3050D3-4365-43D8-9F75-415B4FF5EA1A}"/>
              </a:ext>
            </a:extLst>
          </p:cNvPr>
          <p:cNvPicPr>
            <a:picLocks noGrp="1" noChangeAspect="1"/>
          </p:cNvPicPr>
          <p:nvPr>
            <p:ph type="pic" sz="quarter" idx="13"/>
          </p:nvPr>
        </p:nvPicPr>
        <p:blipFill>
          <a:blip r:embed="rId3"/>
          <a:srcRect l="350" r="-1" b="-1"/>
          <a:stretch>
            <a:fillRect/>
          </a:stretch>
        </p:blipFill>
        <p:spPr>
          <a:xfrm>
            <a:off x="20" y="2442689"/>
            <a:ext cx="5875401" cy="4422032"/>
          </a:xfrm>
          <a:prstGeom prst="rect">
            <a:avLst/>
          </a:prstGeom>
          <a:noFill/>
        </p:spPr>
      </p:pic>
      <p:sp>
        <p:nvSpPr>
          <p:cNvPr id="7" name="Content Placeholder 6">
            <a:extLst>
              <a:ext uri="{FF2B5EF4-FFF2-40B4-BE49-F238E27FC236}">
                <a16:creationId xmlns:a16="http://schemas.microsoft.com/office/drawing/2014/main" id="{1F74BC9C-B20D-8C1D-EA0E-34DF5117AD0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rmAutofit/>
          </a:bodyPr>
          <a:lstStyle/>
          <a:p>
            <a:pPr marL="0" indent="0">
              <a:spcBef>
                <a:spcPts val="2500"/>
              </a:spcBef>
              <a:buFont typeface="Arial" panose="020B0604020202020204" pitchFamily="34" charset="0"/>
              <a:buNone/>
            </a:pPr>
            <a:r>
              <a:rPr lang="en-US" sz="1600" b="1" dirty="0">
                <a:latin typeface="Aptos" panose="020B0004020202020204" pitchFamily="34" charset="0"/>
              </a:rPr>
              <a:t>Task Lists in YAML</a:t>
            </a:r>
          </a:p>
          <a:p>
            <a:pPr marL="0" lvl="1" indent="0">
              <a:buFont typeface="Arial" panose="020B0604020202020204" pitchFamily="34" charset="0"/>
              <a:buNone/>
            </a:pPr>
            <a:r>
              <a:rPr lang="en-US" dirty="0">
                <a:latin typeface="Aptos" panose="020B0004020202020204" pitchFamily="34" charset="0"/>
              </a:rPr>
              <a:t>Tasks in playbooks are represented as lists, each starting with a dash and followed by task details.</a:t>
            </a:r>
          </a:p>
          <a:p>
            <a:pPr marL="0" indent="0">
              <a:spcBef>
                <a:spcPts val="2500"/>
              </a:spcBef>
              <a:buFont typeface="Arial" panose="020B0604020202020204" pitchFamily="34" charset="0"/>
              <a:buNone/>
            </a:pPr>
            <a:r>
              <a:rPr lang="en-US" sz="1600" b="1" dirty="0">
                <a:latin typeface="Aptos" panose="020B0004020202020204" pitchFamily="34" charset="0"/>
              </a:rPr>
              <a:t>Module Arguments as Dictionaries</a:t>
            </a:r>
          </a:p>
          <a:p>
            <a:pPr marL="0" lvl="1" indent="0">
              <a:buFont typeface="Arial" panose="020B0604020202020204" pitchFamily="34" charset="0"/>
              <a:buNone/>
            </a:pPr>
            <a:r>
              <a:rPr lang="en-US" dirty="0">
                <a:latin typeface="Aptos" panose="020B0004020202020204" pitchFamily="34" charset="0"/>
              </a:rPr>
              <a:t>Module arguments use dictionaries with key-value pairs defining parameters like package names and service states.</a:t>
            </a:r>
          </a:p>
          <a:p>
            <a:pPr marL="0" indent="0">
              <a:spcBef>
                <a:spcPts val="2500"/>
              </a:spcBef>
              <a:buFont typeface="Arial" panose="020B0604020202020204" pitchFamily="34" charset="0"/>
              <a:buNone/>
            </a:pPr>
            <a:r>
              <a:rPr lang="en-US" sz="1600" b="1" dirty="0">
                <a:latin typeface="Aptos" panose="020B0004020202020204" pitchFamily="34" charset="0"/>
              </a:rPr>
              <a:t>Importance of Indentation</a:t>
            </a:r>
          </a:p>
          <a:p>
            <a:pPr marL="0" lvl="1" indent="0">
              <a:buFont typeface="Arial" panose="020B0604020202020204" pitchFamily="34" charset="0"/>
              <a:buNone/>
            </a:pPr>
            <a:r>
              <a:rPr lang="en-US" dirty="0">
                <a:latin typeface="Aptos" panose="020B0004020202020204" pitchFamily="34" charset="0"/>
              </a:rPr>
              <a:t>Indentation defines hierarchy in YAML, linking tasks to plays and arguments to tasks for correct interpretation.</a:t>
            </a:r>
          </a:p>
          <a:p>
            <a:pPr marL="0" indent="0">
              <a:spcBef>
                <a:spcPts val="2500"/>
              </a:spcBef>
              <a:buFont typeface="Arial" panose="020B0604020202020204" pitchFamily="34" charset="0"/>
              <a:buNone/>
            </a:pPr>
            <a:r>
              <a:rPr lang="en-US" sz="1600" b="1" dirty="0">
                <a:latin typeface="Aptos" panose="020B0004020202020204" pitchFamily="34" charset="0"/>
              </a:rPr>
              <a:t>Use of Comments</a:t>
            </a:r>
          </a:p>
          <a:p>
            <a:pPr marL="0" lvl="1" indent="0">
              <a:buFont typeface="Arial" panose="020B0604020202020204" pitchFamily="34" charset="0"/>
              <a:buNone/>
            </a:pPr>
            <a:r>
              <a:rPr lang="en-US" dirty="0">
                <a:latin typeface="Aptos" panose="020B0004020202020204" pitchFamily="34" charset="0"/>
              </a:rPr>
              <a:t>Comments starting with a hash (#) improve readability and document playbook elements effectively.</a:t>
            </a:r>
          </a:p>
        </p:txBody>
      </p:sp>
      <p:pic>
        <p:nvPicPr>
          <p:cNvPr id="6" name="Picture 5" descr="A logo with a letter in a circle&#10;&#10;AI-generated content may be incorrect.">
            <a:extLst>
              <a:ext uri="{FF2B5EF4-FFF2-40B4-BE49-F238E27FC236}">
                <a16:creationId xmlns:a16="http://schemas.microsoft.com/office/drawing/2014/main" id="{9C70B01B-F4A6-DF53-046E-D4D8198D05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446712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F4EB-F1F0-536B-4FCC-877F2A9A422E}"/>
              </a:ext>
            </a:extLst>
          </p:cNvPr>
          <p:cNvSpPr>
            <a:spLocks noGrp="1"/>
          </p:cNvSpPr>
          <p:nvPr>
            <p:ph type="title"/>
          </p:nvPr>
        </p:nvSpPr>
        <p:spPr>
          <a:xfrm>
            <a:off x="284255" y="76200"/>
            <a:ext cx="5354546" cy="1582221"/>
          </a:xfrm>
        </p:spPr>
        <p:txBody>
          <a:bodyPr anchor="ctr">
            <a:normAutofit/>
          </a:bodyPr>
          <a:lstStyle/>
          <a:p>
            <a:r>
              <a:rPr lang="en-US" dirty="0"/>
              <a:t>Demo Code Snippet</a:t>
            </a:r>
          </a:p>
        </p:txBody>
      </p:sp>
      <p:graphicFrame>
        <p:nvGraphicFramePr>
          <p:cNvPr id="8" name="Content Placeholder 7">
            <a:extLst>
              <a:ext uri="{FF2B5EF4-FFF2-40B4-BE49-F238E27FC236}">
                <a16:creationId xmlns:a16="http://schemas.microsoft.com/office/drawing/2014/main" id="{132A41B0-0099-4DA5-9127-179FAC7826AF}"/>
              </a:ext>
            </a:extLst>
          </p:cNvPr>
          <p:cNvGraphicFramePr>
            <a:graphicFrameLocks noGrp="1"/>
          </p:cNvGraphicFramePr>
          <p:nvPr>
            <p:ph idx="1"/>
            <p:extLst>
              <p:ext uri="{D42A27DB-BD31-4B8C-83A1-F6EECF244321}">
                <p14:modId xmlns:p14="http://schemas.microsoft.com/office/powerpoint/2010/main" val="2240261814"/>
              </p:ext>
            </p:extLst>
          </p:nvPr>
        </p:nvGraphicFramePr>
        <p:xfrm>
          <a:off x="419764" y="1600200"/>
          <a:ext cx="5083528" cy="4660897"/>
        </p:xfrm>
        <a:graphic>
          <a:graphicData uri="http://schemas.openxmlformats.org/drawingml/2006/table">
            <a:tbl>
              <a:tblPr firstRow="1" bandRow="1">
                <a:tableStyleId>{5C22544A-7EE6-4342-B048-85BDC9FD1C3A}</a:tableStyleId>
              </a:tblPr>
              <a:tblGrid>
                <a:gridCol w="1713836">
                  <a:extLst>
                    <a:ext uri="{9D8B030D-6E8A-4147-A177-3AD203B41FA5}">
                      <a16:colId xmlns:a16="http://schemas.microsoft.com/office/drawing/2014/main" val="3731977354"/>
                    </a:ext>
                  </a:extLst>
                </a:gridCol>
                <a:gridCol w="3369692">
                  <a:extLst>
                    <a:ext uri="{9D8B030D-6E8A-4147-A177-3AD203B41FA5}">
                      <a16:colId xmlns:a16="http://schemas.microsoft.com/office/drawing/2014/main" val="1327252770"/>
                    </a:ext>
                  </a:extLst>
                </a:gridCol>
              </a:tblGrid>
              <a:tr h="765008">
                <a:tc>
                  <a:txBody>
                    <a:bodyPr/>
                    <a:lstStyle/>
                    <a:p>
                      <a:pPr>
                        <a:buNone/>
                      </a:pPr>
                      <a:r>
                        <a:rPr lang="en-US" sz="2000" b="1" cap="all" spc="150" dirty="0">
                          <a:solidFill>
                            <a:schemeClr val="bg1"/>
                          </a:solidFill>
                          <a:latin typeface="Aptos" panose="020B0004020202020204" pitchFamily="34" charset="0"/>
                        </a:rPr>
                        <a:t>Element</a:t>
                      </a:r>
                    </a:p>
                  </a:txBody>
                  <a:tcPr marL="150510" marR="150510" marT="150510" marB="150510" anchor="ctr"/>
                </a:tc>
                <a:tc>
                  <a:txBody>
                    <a:bodyPr/>
                    <a:lstStyle/>
                    <a:p>
                      <a:pPr>
                        <a:buNone/>
                      </a:pPr>
                      <a:r>
                        <a:rPr lang="en-US" sz="2000" b="1" cap="all" spc="150" dirty="0">
                          <a:solidFill>
                            <a:schemeClr val="bg1"/>
                          </a:solidFill>
                          <a:latin typeface="Aptos" panose="020B0004020202020204" pitchFamily="34" charset="0"/>
                        </a:rPr>
                        <a:t>Description</a:t>
                      </a:r>
                    </a:p>
                  </a:txBody>
                  <a:tcPr marL="150510" marR="150510" marT="150510" marB="150510" anchor="ctr"/>
                </a:tc>
                <a:extLst>
                  <a:ext uri="{0D108BD9-81ED-4DB2-BD59-A6C34878D82A}">
                    <a16:rowId xmlns:a16="http://schemas.microsoft.com/office/drawing/2014/main" val="1572120370"/>
                  </a:ext>
                </a:extLst>
              </a:tr>
              <a:tr h="701958">
                <a:tc>
                  <a:txBody>
                    <a:bodyPr/>
                    <a:lstStyle/>
                    <a:p>
                      <a:pPr>
                        <a:buNone/>
                      </a:pPr>
                      <a:r>
                        <a:rPr lang="en-US" sz="1600" b="1" cap="none" spc="0">
                          <a:solidFill>
                            <a:schemeClr val="tx1"/>
                          </a:solidFill>
                          <a:latin typeface="Aptos" panose="020B0004020202020204" pitchFamily="34" charset="0"/>
                        </a:rPr>
                        <a:t>name</a:t>
                      </a:r>
                    </a:p>
                  </a:txBody>
                  <a:tcPr marL="150510" marR="150510" marT="150510" marB="150510" anchor="ctr"/>
                </a:tc>
                <a:tc>
                  <a:txBody>
                    <a:bodyPr/>
                    <a:lstStyle/>
                    <a:p>
                      <a:pPr>
                        <a:buNone/>
                      </a:pPr>
                      <a:r>
                        <a:rPr lang="en-US" sz="1600" cap="none" spc="0" dirty="0">
                          <a:solidFill>
                            <a:schemeClr val="tx1"/>
                          </a:solidFill>
                          <a:latin typeface="Aptos" panose="020B0004020202020204" pitchFamily="34" charset="0"/>
                        </a:rPr>
                        <a:t>Describes the play or task for clarity</a:t>
                      </a:r>
                    </a:p>
                  </a:txBody>
                  <a:tcPr marL="150510" marR="150510" marT="150510" marB="150510" anchor="ctr"/>
                </a:tc>
                <a:extLst>
                  <a:ext uri="{0D108BD9-81ED-4DB2-BD59-A6C34878D82A}">
                    <a16:rowId xmlns:a16="http://schemas.microsoft.com/office/drawing/2014/main" val="2756915060"/>
                  </a:ext>
                </a:extLst>
              </a:tr>
              <a:tr h="701958">
                <a:tc>
                  <a:txBody>
                    <a:bodyPr/>
                    <a:lstStyle/>
                    <a:p>
                      <a:pPr>
                        <a:buNone/>
                      </a:pPr>
                      <a:r>
                        <a:rPr lang="en-US" sz="1600" b="1" cap="none" spc="0" dirty="0">
                          <a:solidFill>
                            <a:schemeClr val="tx1"/>
                          </a:solidFill>
                          <a:latin typeface="Aptos" panose="020B0004020202020204" pitchFamily="34" charset="0"/>
                        </a:rPr>
                        <a:t>hosts</a:t>
                      </a:r>
                    </a:p>
                  </a:txBody>
                  <a:tcPr marL="150510" marR="150510" marT="150510" marB="150510" anchor="ctr"/>
                </a:tc>
                <a:tc>
                  <a:txBody>
                    <a:bodyPr/>
                    <a:lstStyle/>
                    <a:p>
                      <a:pPr>
                        <a:buNone/>
                      </a:pPr>
                      <a:r>
                        <a:rPr lang="en-US" sz="1600" cap="none" spc="0" dirty="0">
                          <a:solidFill>
                            <a:schemeClr val="tx1"/>
                          </a:solidFill>
                          <a:latin typeface="Aptos" panose="020B0004020202020204" pitchFamily="34" charset="0"/>
                        </a:rPr>
                        <a:t>Specifies target systems</a:t>
                      </a:r>
                    </a:p>
                  </a:txBody>
                  <a:tcPr marL="150510" marR="150510" marT="150510" marB="150510" anchor="ctr"/>
                </a:tc>
                <a:extLst>
                  <a:ext uri="{0D108BD9-81ED-4DB2-BD59-A6C34878D82A}">
                    <a16:rowId xmlns:a16="http://schemas.microsoft.com/office/drawing/2014/main" val="3235988861"/>
                  </a:ext>
                </a:extLst>
              </a:tr>
              <a:tr h="701958">
                <a:tc>
                  <a:txBody>
                    <a:bodyPr/>
                    <a:lstStyle/>
                    <a:p>
                      <a:pPr>
                        <a:buNone/>
                      </a:pPr>
                      <a:r>
                        <a:rPr lang="en-US" sz="1600" b="1" cap="none" spc="0">
                          <a:solidFill>
                            <a:schemeClr val="tx1"/>
                          </a:solidFill>
                          <a:latin typeface="Aptos" panose="020B0004020202020204" pitchFamily="34" charset="0"/>
                        </a:rPr>
                        <a:t>become</a:t>
                      </a:r>
                    </a:p>
                  </a:txBody>
                  <a:tcPr marL="150510" marR="150510" marT="150510" marB="150510" anchor="ctr"/>
                </a:tc>
                <a:tc>
                  <a:txBody>
                    <a:bodyPr/>
                    <a:lstStyle/>
                    <a:p>
                      <a:pPr>
                        <a:buNone/>
                      </a:pPr>
                      <a:r>
                        <a:rPr lang="en-US" sz="1600" cap="none" spc="0" dirty="0">
                          <a:solidFill>
                            <a:schemeClr val="tx1"/>
                          </a:solidFill>
                          <a:latin typeface="Aptos" panose="020B0004020202020204" pitchFamily="34" charset="0"/>
                        </a:rPr>
                        <a:t>Enables privilege escalation</a:t>
                      </a:r>
                    </a:p>
                  </a:txBody>
                  <a:tcPr marL="150510" marR="150510" marT="150510" marB="150510" anchor="ctr"/>
                </a:tc>
                <a:extLst>
                  <a:ext uri="{0D108BD9-81ED-4DB2-BD59-A6C34878D82A}">
                    <a16:rowId xmlns:a16="http://schemas.microsoft.com/office/drawing/2014/main" val="3896135033"/>
                  </a:ext>
                </a:extLst>
              </a:tr>
              <a:tr h="701958">
                <a:tc>
                  <a:txBody>
                    <a:bodyPr/>
                    <a:lstStyle/>
                    <a:p>
                      <a:pPr>
                        <a:buNone/>
                      </a:pPr>
                      <a:r>
                        <a:rPr lang="en-US" sz="1600" b="1" cap="none" spc="0">
                          <a:solidFill>
                            <a:schemeClr val="tx1"/>
                          </a:solidFill>
                          <a:latin typeface="Aptos" panose="020B0004020202020204" pitchFamily="34" charset="0"/>
                        </a:rPr>
                        <a:t>tasks</a:t>
                      </a:r>
                    </a:p>
                  </a:txBody>
                  <a:tcPr marL="150510" marR="150510" marT="150510" marB="150510" anchor="ctr"/>
                </a:tc>
                <a:tc>
                  <a:txBody>
                    <a:bodyPr/>
                    <a:lstStyle/>
                    <a:p>
                      <a:pPr>
                        <a:buNone/>
                      </a:pPr>
                      <a:r>
                        <a:rPr lang="en-US" sz="1600" cap="none" spc="0" dirty="0">
                          <a:solidFill>
                            <a:schemeClr val="tx1"/>
                          </a:solidFill>
                          <a:latin typeface="Aptos" panose="020B0004020202020204" pitchFamily="34" charset="0"/>
                        </a:rPr>
                        <a:t>Contains a list of actions to perform</a:t>
                      </a:r>
                    </a:p>
                  </a:txBody>
                  <a:tcPr marL="150510" marR="150510" marT="150510" marB="150510" anchor="ctr"/>
                </a:tc>
                <a:extLst>
                  <a:ext uri="{0D108BD9-81ED-4DB2-BD59-A6C34878D82A}">
                    <a16:rowId xmlns:a16="http://schemas.microsoft.com/office/drawing/2014/main" val="2295799739"/>
                  </a:ext>
                </a:extLst>
              </a:tr>
              <a:tr h="914573">
                <a:tc>
                  <a:txBody>
                    <a:bodyPr/>
                    <a:lstStyle/>
                    <a:p>
                      <a:pPr>
                        <a:buNone/>
                      </a:pPr>
                      <a:r>
                        <a:rPr lang="en-US" sz="1600" b="1" cap="none" spc="0" dirty="0">
                          <a:solidFill>
                            <a:schemeClr val="tx1"/>
                          </a:solidFill>
                          <a:latin typeface="Aptos" panose="020B0004020202020204" pitchFamily="34" charset="0"/>
                        </a:rPr>
                        <a:t>yum module</a:t>
                      </a:r>
                    </a:p>
                  </a:txBody>
                  <a:tcPr marL="150510" marR="150510" marT="150510" marB="150510" anchor="ctr"/>
                </a:tc>
                <a:tc>
                  <a:txBody>
                    <a:bodyPr/>
                    <a:lstStyle/>
                    <a:p>
                      <a:pPr>
                        <a:buNone/>
                      </a:pPr>
                      <a:r>
                        <a:rPr lang="en-US" sz="1600" cap="none" spc="0" dirty="0">
                          <a:solidFill>
                            <a:schemeClr val="tx1"/>
                          </a:solidFill>
                          <a:latin typeface="Aptos" panose="020B0004020202020204" pitchFamily="34" charset="0"/>
                        </a:rPr>
                        <a:t>Installs or manages packages on Linux systems</a:t>
                      </a:r>
                    </a:p>
                  </a:txBody>
                  <a:tcPr marL="150510" marR="150510" marT="150510" marB="150510" anchor="ctr"/>
                </a:tc>
                <a:extLst>
                  <a:ext uri="{0D108BD9-81ED-4DB2-BD59-A6C34878D82A}">
                    <a16:rowId xmlns:a16="http://schemas.microsoft.com/office/drawing/2014/main" val="2057789577"/>
                  </a:ext>
                </a:extLst>
              </a:tr>
            </a:tbl>
          </a:graphicData>
        </a:graphic>
      </p:graphicFrame>
      <p:pic>
        <p:nvPicPr>
          <p:cNvPr id="3" name="Picture 2" descr="A logo with a letter in a circle&#10;&#10;AI-generated content may be incorrect.">
            <a:extLst>
              <a:ext uri="{FF2B5EF4-FFF2-40B4-BE49-F238E27FC236}">
                <a16:creationId xmlns:a16="http://schemas.microsoft.com/office/drawing/2014/main" id="{758003FE-E63C-9BCF-327C-3498AF3712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
        <p:nvSpPr>
          <p:cNvPr id="5" name="TextBox 4">
            <a:extLst>
              <a:ext uri="{FF2B5EF4-FFF2-40B4-BE49-F238E27FC236}">
                <a16:creationId xmlns:a16="http://schemas.microsoft.com/office/drawing/2014/main" id="{6E5043E3-6F9D-F181-4E29-222D8AC62574}"/>
              </a:ext>
            </a:extLst>
          </p:cNvPr>
          <p:cNvSpPr txBox="1"/>
          <p:nvPr/>
        </p:nvSpPr>
        <p:spPr>
          <a:xfrm>
            <a:off x="6096000" y="334625"/>
            <a:ext cx="4953000" cy="6370975"/>
          </a:xfrm>
          <a:prstGeom prst="rect">
            <a:avLst/>
          </a:prstGeom>
          <a:noFill/>
          <a:ln w="19050">
            <a:solidFill>
              <a:schemeClr val="accent1"/>
            </a:solidFill>
          </a:ln>
        </p:spPr>
        <p:txBody>
          <a:bodyPr wrap="square">
            <a:spAutoFit/>
          </a:bodyPr>
          <a:lstStyle/>
          <a:p>
            <a:r>
              <a:rPr lang="en-IN" sz="1180" b="1" dirty="0">
                <a:solidFill>
                  <a:srgbClr val="002060"/>
                </a:solidFill>
              </a:rPr>
              <a:t>---  # Document separator: Indicates the start of the YAML document</a:t>
            </a:r>
          </a:p>
          <a:p>
            <a:endParaRPr lang="en-IN" sz="1180" b="1" dirty="0"/>
          </a:p>
          <a:p>
            <a:r>
              <a:rPr lang="en-IN" sz="1180" b="1" dirty="0">
                <a:solidFill>
                  <a:srgbClr val="002060"/>
                </a:solidFill>
              </a:rPr>
              <a:t># A playbook is a list of plays. Each play is represented by a dash (-)</a:t>
            </a:r>
          </a:p>
          <a:p>
            <a:r>
              <a:rPr lang="en-IN" sz="1180" b="1" dirty="0">
                <a:solidFill>
                  <a:schemeClr val="accent1">
                    <a:lumMod val="50000"/>
                  </a:schemeClr>
                </a:solidFill>
              </a:rPr>
              <a:t>- name: Configure Web Servers  </a:t>
            </a:r>
          </a:p>
          <a:p>
            <a:r>
              <a:rPr lang="en-IN" sz="1180" b="1" dirty="0"/>
              <a:t>  hosts: target           </a:t>
            </a:r>
          </a:p>
          <a:p>
            <a:r>
              <a:rPr lang="en-IN" sz="1180" b="1" dirty="0"/>
              <a:t>  become: yes                  </a:t>
            </a:r>
          </a:p>
          <a:p>
            <a:endParaRPr lang="en-IN" sz="1180" b="1" dirty="0">
              <a:solidFill>
                <a:schemeClr val="accent1">
                  <a:lumMod val="50000"/>
                </a:schemeClr>
              </a:solidFill>
            </a:endParaRPr>
          </a:p>
          <a:p>
            <a:r>
              <a:rPr lang="en-IN" sz="1180" b="1" dirty="0">
                <a:solidFill>
                  <a:schemeClr val="accent1">
                    <a:lumMod val="50000"/>
                  </a:schemeClr>
                </a:solidFill>
              </a:rPr>
              <a:t>  vars:    </a:t>
            </a:r>
            <a:r>
              <a:rPr lang="en-IN" sz="1180" b="1" dirty="0"/>
              <a:t>                    </a:t>
            </a:r>
          </a:p>
          <a:p>
            <a:r>
              <a:rPr lang="en-IN" sz="1180" b="1" dirty="0"/>
              <a:t>    </a:t>
            </a:r>
            <a:r>
              <a:rPr lang="en-IN" sz="1180" b="1" dirty="0" err="1"/>
              <a:t>http_port</a:t>
            </a:r>
            <a:r>
              <a:rPr lang="en-IN" sz="1180" b="1" dirty="0"/>
              <a:t>: 80</a:t>
            </a:r>
          </a:p>
          <a:p>
            <a:r>
              <a:rPr lang="en-IN" sz="1180" b="1" dirty="0"/>
              <a:t>    </a:t>
            </a:r>
            <a:r>
              <a:rPr lang="en-IN" sz="1180" b="1" dirty="0" err="1"/>
              <a:t>max_clients</a:t>
            </a:r>
            <a:r>
              <a:rPr lang="en-IN" sz="1180" b="1" dirty="0"/>
              <a:t>: 200</a:t>
            </a:r>
          </a:p>
          <a:p>
            <a:endParaRPr lang="en-IN" sz="1180" b="1" dirty="0"/>
          </a:p>
          <a:p>
            <a:r>
              <a:rPr lang="en-IN" sz="1180" b="1" dirty="0">
                <a:solidFill>
                  <a:schemeClr val="accent1">
                    <a:lumMod val="50000"/>
                  </a:schemeClr>
                </a:solidFill>
              </a:rPr>
              <a:t>  tasks: </a:t>
            </a:r>
            <a:r>
              <a:rPr lang="en-IN" sz="1180" b="1" dirty="0"/>
              <a:t>                      </a:t>
            </a:r>
          </a:p>
          <a:p>
            <a:r>
              <a:rPr lang="en-IN" sz="1180" b="1" dirty="0"/>
              <a:t>    - name: Install Apache     </a:t>
            </a:r>
          </a:p>
          <a:p>
            <a:r>
              <a:rPr lang="en-IN" sz="1180" b="1" dirty="0"/>
              <a:t>      </a:t>
            </a:r>
            <a:r>
              <a:rPr lang="en-IN" sz="1180" b="1" dirty="0" err="1"/>
              <a:t>ansible.builtin.yum</a:t>
            </a:r>
            <a:r>
              <a:rPr lang="en-IN" sz="1180" b="1" dirty="0"/>
              <a:t>:                     </a:t>
            </a:r>
          </a:p>
          <a:p>
            <a:r>
              <a:rPr lang="en-IN" sz="1180" b="1" dirty="0"/>
              <a:t>        name: httpd            </a:t>
            </a:r>
          </a:p>
          <a:p>
            <a:r>
              <a:rPr lang="en-IN" sz="1180" b="1" dirty="0"/>
              <a:t>        state: present         </a:t>
            </a:r>
          </a:p>
          <a:p>
            <a:endParaRPr lang="en-IN" sz="1180" b="1" dirty="0"/>
          </a:p>
          <a:p>
            <a:r>
              <a:rPr lang="en-IN" sz="1180" b="1" dirty="0">
                <a:solidFill>
                  <a:schemeClr val="accent1">
                    <a:lumMod val="50000"/>
                  </a:schemeClr>
                </a:solidFill>
              </a:rPr>
              <a:t>    - name: Start Apache Service</a:t>
            </a:r>
          </a:p>
          <a:p>
            <a:r>
              <a:rPr lang="en-IN" sz="1180" b="1" dirty="0"/>
              <a:t>     ansible.builtin.service:                 </a:t>
            </a:r>
          </a:p>
          <a:p>
            <a:r>
              <a:rPr lang="en-IN" sz="1180" b="1" dirty="0"/>
              <a:t>        name: httpd</a:t>
            </a:r>
          </a:p>
          <a:p>
            <a:r>
              <a:rPr lang="en-IN" sz="1180" b="1" dirty="0"/>
              <a:t>        state: started         </a:t>
            </a:r>
          </a:p>
          <a:p>
            <a:endParaRPr lang="en-IN" sz="1180" b="1" dirty="0"/>
          </a:p>
          <a:p>
            <a:r>
              <a:rPr lang="en-IN" sz="1180" b="1" dirty="0"/>
              <a:t>    </a:t>
            </a:r>
            <a:r>
              <a:rPr lang="en-IN" sz="1180" b="1" dirty="0">
                <a:solidFill>
                  <a:schemeClr val="accent1">
                    <a:lumMod val="50000"/>
                  </a:schemeClr>
                </a:solidFill>
              </a:rPr>
              <a:t>- name: Deploy Custom Index Page</a:t>
            </a:r>
          </a:p>
          <a:p>
            <a:r>
              <a:rPr lang="en-IN" sz="1180" b="1" dirty="0"/>
              <a:t>      ansible.builtin.copy:                    </a:t>
            </a:r>
          </a:p>
          <a:p>
            <a:r>
              <a:rPr lang="en-IN" sz="1180" b="1" dirty="0"/>
              <a:t>        </a:t>
            </a:r>
            <a:r>
              <a:rPr lang="en-IN" sz="1180" b="1" dirty="0" err="1"/>
              <a:t>src</a:t>
            </a:r>
            <a:r>
              <a:rPr lang="en-IN" sz="1180" b="1" dirty="0"/>
              <a:t>: /files/index.html </a:t>
            </a:r>
          </a:p>
          <a:p>
            <a:r>
              <a:rPr lang="en-IN" sz="1180" b="1" dirty="0"/>
              <a:t>        </a:t>
            </a:r>
            <a:r>
              <a:rPr lang="en-IN" sz="1180" b="1" dirty="0" err="1"/>
              <a:t>dest</a:t>
            </a:r>
            <a:r>
              <a:rPr lang="en-IN" sz="1180" b="1" dirty="0"/>
              <a:t>: /var/www/html/index.html </a:t>
            </a:r>
          </a:p>
          <a:p>
            <a:endParaRPr lang="en-IN" sz="1180" b="1" dirty="0"/>
          </a:p>
          <a:p>
            <a:r>
              <a:rPr lang="en-IN" sz="1180" b="1" dirty="0">
                <a:solidFill>
                  <a:schemeClr val="accent1">
                    <a:lumMod val="50000"/>
                  </a:schemeClr>
                </a:solidFill>
              </a:rPr>
              <a:t>  handlers:                    </a:t>
            </a:r>
          </a:p>
          <a:p>
            <a:r>
              <a:rPr lang="en-IN" sz="1180" b="1" dirty="0"/>
              <a:t>    - name: Restart Apache</a:t>
            </a:r>
          </a:p>
          <a:p>
            <a:r>
              <a:rPr lang="en-IN" sz="1180" b="1" dirty="0"/>
              <a:t>      ansible.builtin.service:</a:t>
            </a:r>
          </a:p>
          <a:p>
            <a:r>
              <a:rPr lang="en-IN" sz="1180" b="1" dirty="0"/>
              <a:t>        name: httpd</a:t>
            </a:r>
          </a:p>
          <a:p>
            <a:r>
              <a:rPr lang="en-IN" sz="1180" b="1" dirty="0"/>
              <a:t>        state: restarted</a:t>
            </a:r>
          </a:p>
          <a:p>
            <a:endParaRPr lang="en-IN" sz="1180" b="1" dirty="0">
              <a:solidFill>
                <a:srgbClr val="002060"/>
              </a:solidFill>
            </a:endParaRPr>
          </a:p>
          <a:p>
            <a:r>
              <a:rPr lang="en-IN" sz="1180" b="1" dirty="0">
                <a:solidFill>
                  <a:srgbClr val="002060"/>
                </a:solidFill>
              </a:rPr>
              <a:t>...  # Document end (optional)</a:t>
            </a:r>
          </a:p>
        </p:txBody>
      </p:sp>
    </p:spTree>
    <p:extLst>
      <p:ext uri="{BB962C8B-B14F-4D97-AF65-F5344CB8AC3E}">
        <p14:creationId xmlns:p14="http://schemas.microsoft.com/office/powerpoint/2010/main" val="41722662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1619A-FE38-483A-D0E4-D867C2E9918D}"/>
              </a:ext>
            </a:extLst>
          </p:cNvPr>
          <p:cNvSpPr>
            <a:spLocks noGrp="1"/>
          </p:cNvSpPr>
          <p:nvPr>
            <p:ph type="title"/>
          </p:nvPr>
        </p:nvSpPr>
        <p:spPr>
          <a:xfrm>
            <a:off x="298704" y="1021985"/>
            <a:ext cx="11594592" cy="3261360"/>
          </a:xfrm>
        </p:spPr>
        <p:txBody>
          <a:bodyPr anchor="ctr">
            <a:normAutofit/>
          </a:bodyPr>
          <a:lstStyle/>
          <a:p>
            <a:r>
              <a:rPr lang="en-US" sz="9600" dirty="0">
                <a:solidFill>
                  <a:srgbClr val="002060"/>
                </a:solidFill>
              </a:rPr>
              <a:t>Best Practices and </a:t>
            </a:r>
            <a:r>
              <a:rPr lang="en-US" sz="8800" dirty="0">
                <a:solidFill>
                  <a:srgbClr val="002060"/>
                </a:solidFill>
              </a:rPr>
              <a:t>Validation</a:t>
            </a:r>
            <a:endParaRPr lang="en-US" sz="9600" dirty="0">
              <a:solidFill>
                <a:srgbClr val="002060"/>
              </a:solidFill>
            </a:endParaRPr>
          </a:p>
        </p:txBody>
      </p:sp>
      <p:sp>
        <p:nvSpPr>
          <p:cNvPr id="7" name="Slide Number Placeholder 6">
            <a:extLst>
              <a:ext uri="{FF2B5EF4-FFF2-40B4-BE49-F238E27FC236}">
                <a16:creationId xmlns:a16="http://schemas.microsoft.com/office/drawing/2014/main" id="{31B7F3C0-3477-74E1-FE16-0C37B6C49BFA}"/>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8</a:t>
            </a:fld>
            <a:endParaRPr lang="en-US"/>
          </a:p>
        </p:txBody>
      </p:sp>
      <p:pic>
        <p:nvPicPr>
          <p:cNvPr id="3" name="Picture 2" descr="A logo with a letter in a circle&#10;&#10;AI-generated content may be incorrect.">
            <a:extLst>
              <a:ext uri="{FF2B5EF4-FFF2-40B4-BE49-F238E27FC236}">
                <a16:creationId xmlns:a16="http://schemas.microsoft.com/office/drawing/2014/main" id="{387833DE-D97D-6C99-EC63-770F7162A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379189452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19A87-5E4F-7D2A-2677-35CB35A30A6A}"/>
              </a:ext>
            </a:extLst>
          </p:cNvPr>
          <p:cNvSpPr>
            <a:spLocks noGrp="1"/>
          </p:cNvSpPr>
          <p:nvPr>
            <p:ph type="title"/>
          </p:nvPr>
        </p:nvSpPr>
        <p:spPr>
          <a:xfrm>
            <a:off x="320558" y="262128"/>
            <a:ext cx="7015483" cy="1033272"/>
          </a:xfrm>
        </p:spPr>
        <p:txBody>
          <a:bodyPr anchor="ctr">
            <a:normAutofit/>
          </a:bodyPr>
          <a:lstStyle/>
          <a:p>
            <a:r>
              <a:rPr lang="en-US" dirty="0">
                <a:solidFill>
                  <a:srgbClr val="002060"/>
                </a:solidFill>
              </a:rPr>
              <a:t>Best Practices for Writing Playbooks</a:t>
            </a:r>
          </a:p>
        </p:txBody>
      </p:sp>
      <p:sp>
        <p:nvSpPr>
          <p:cNvPr id="7" name="Content Placeholder 6">
            <a:extLst>
              <a:ext uri="{FF2B5EF4-FFF2-40B4-BE49-F238E27FC236}">
                <a16:creationId xmlns:a16="http://schemas.microsoft.com/office/drawing/2014/main" id="{91832754-66FD-9263-3B07-D7D33CDEE39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447800"/>
            <a:ext cx="7018271" cy="4806696"/>
          </a:xfrm>
        </p:spPr>
        <p:txBody>
          <a:bodyPr>
            <a:normAutofit/>
          </a:bodyPr>
          <a:lstStyle/>
          <a:p>
            <a:pPr marL="0" indent="0">
              <a:spcBef>
                <a:spcPts val="2500"/>
              </a:spcBef>
              <a:buFont typeface="Arial" panose="020B0604020202020204" pitchFamily="34" charset="0"/>
              <a:buNone/>
            </a:pPr>
            <a:r>
              <a:rPr lang="en-US" sz="1600" b="1" dirty="0">
                <a:latin typeface="Aptos" panose="020B0004020202020204" pitchFamily="34" charset="0"/>
              </a:rPr>
              <a:t>Consistent Indentation</a:t>
            </a:r>
          </a:p>
          <a:p>
            <a:pPr marL="0" lvl="1" indent="0">
              <a:buFont typeface="Arial" panose="020B0604020202020204" pitchFamily="34" charset="0"/>
              <a:buNone/>
            </a:pPr>
            <a:r>
              <a:rPr lang="en-US" dirty="0">
                <a:latin typeface="Aptos" panose="020B0004020202020204" pitchFamily="34" charset="0"/>
              </a:rPr>
              <a:t>YAML relies on whitespace, so consistent indentation is essential for defining structure and avoiding errors.</a:t>
            </a:r>
          </a:p>
          <a:p>
            <a:pPr marL="0" indent="0">
              <a:spcBef>
                <a:spcPts val="2500"/>
              </a:spcBef>
              <a:buFont typeface="Arial" panose="020B0604020202020204" pitchFamily="34" charset="0"/>
              <a:buNone/>
            </a:pPr>
            <a:r>
              <a:rPr lang="en-US" sz="1600" b="1" dirty="0">
                <a:latin typeface="Aptos" panose="020B0004020202020204" pitchFamily="34" charset="0"/>
              </a:rPr>
              <a:t>Clear Naming and Logical Grouping</a:t>
            </a:r>
          </a:p>
          <a:p>
            <a:pPr marL="0" lvl="1" indent="0">
              <a:buFont typeface="Arial" panose="020B0604020202020204" pitchFamily="34" charset="0"/>
              <a:buNone/>
            </a:pPr>
            <a:r>
              <a:rPr lang="en-US" dirty="0">
                <a:latin typeface="Aptos" panose="020B0004020202020204" pitchFamily="34" charset="0"/>
              </a:rPr>
              <a:t>Use descriptive names and group related tasks logically for easier understanding and maintainability.</a:t>
            </a:r>
          </a:p>
          <a:p>
            <a:pPr marL="0" indent="0">
              <a:spcBef>
                <a:spcPts val="2500"/>
              </a:spcBef>
              <a:buFont typeface="Arial" panose="020B0604020202020204" pitchFamily="34" charset="0"/>
              <a:buNone/>
            </a:pPr>
            <a:r>
              <a:rPr lang="en-US" sz="1600" b="1" dirty="0">
                <a:latin typeface="Aptos" panose="020B0004020202020204" pitchFamily="34" charset="0"/>
              </a:rPr>
              <a:t>Use of Variables and Templates</a:t>
            </a:r>
          </a:p>
          <a:p>
            <a:pPr marL="0" lvl="1" indent="0">
              <a:buFont typeface="Arial" panose="020B0604020202020204" pitchFamily="34" charset="0"/>
              <a:buNone/>
            </a:pPr>
            <a:r>
              <a:rPr lang="en-US" dirty="0">
                <a:latin typeface="Aptos" panose="020B0004020202020204" pitchFamily="34" charset="0"/>
              </a:rPr>
              <a:t>Avoid hardcoding by using variables and templates to increase flexibility and reuse in playbooks.</a:t>
            </a:r>
          </a:p>
          <a:p>
            <a:pPr marL="0" indent="0">
              <a:spcBef>
                <a:spcPts val="2500"/>
              </a:spcBef>
              <a:buFont typeface="Arial" panose="020B0604020202020204" pitchFamily="34" charset="0"/>
              <a:buNone/>
            </a:pPr>
            <a:r>
              <a:rPr lang="en-US" sz="1600" b="1" dirty="0">
                <a:latin typeface="Aptos" panose="020B0004020202020204" pitchFamily="34" charset="0"/>
              </a:rPr>
              <a:t>Comments and Validation</a:t>
            </a:r>
          </a:p>
          <a:p>
            <a:pPr marL="0" lvl="1" indent="0">
              <a:buFont typeface="Arial" panose="020B0604020202020204" pitchFamily="34" charset="0"/>
              <a:buNone/>
            </a:pPr>
            <a:r>
              <a:rPr lang="en-US" dirty="0">
                <a:latin typeface="Aptos" panose="020B0004020202020204" pitchFamily="34" charset="0"/>
              </a:rPr>
              <a:t>Include comments for complex logic and validate playbooks regularly to catch syntax errors early</a:t>
            </a:r>
          </a:p>
        </p:txBody>
      </p:sp>
      <p:pic>
        <p:nvPicPr>
          <p:cNvPr id="8" name="Content Placeholder 7"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40069178-1931-46E2-B78A-D158B7C154EB}"/>
              </a:ext>
            </a:extLst>
          </p:cNvPr>
          <p:cNvPicPr>
            <a:picLocks noGrp="1" noChangeAspect="1"/>
          </p:cNvPicPr>
          <p:nvPr>
            <p:ph type="pic" sz="quarter" idx="13"/>
          </p:nvPr>
        </p:nvPicPr>
        <p:blipFill>
          <a:blip r:embed="rId3"/>
          <a:srcRect l="43879" r="13127" b="-1"/>
          <a:stretch>
            <a:fillRect/>
          </a:stretch>
        </p:blipFill>
        <p:spPr>
          <a:xfrm>
            <a:off x="7773592" y="10"/>
            <a:ext cx="4417215" cy="6857990"/>
          </a:xfrm>
          <a:prstGeom prst="rect">
            <a:avLst/>
          </a:prstGeom>
          <a:noFill/>
        </p:spPr>
      </p:pic>
      <p:pic>
        <p:nvPicPr>
          <p:cNvPr id="6" name="Picture 5" descr="A logo with a letter in a circle&#10;&#10;AI-generated content may be incorrect.">
            <a:extLst>
              <a:ext uri="{FF2B5EF4-FFF2-40B4-BE49-F238E27FC236}">
                <a16:creationId xmlns:a16="http://schemas.microsoft.com/office/drawing/2014/main" id="{98EFEDC0-2988-1566-18B3-042C101EDD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185826071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EE46-0D9F-5010-387C-B7D7D109C6A2}"/>
              </a:ext>
            </a:extLst>
          </p:cNvPr>
          <p:cNvSpPr>
            <a:spLocks noGrp="1"/>
          </p:cNvSpPr>
          <p:nvPr>
            <p:ph type="title"/>
          </p:nvPr>
        </p:nvSpPr>
        <p:spPr>
          <a:xfrm>
            <a:off x="320559" y="14377"/>
            <a:ext cx="6994642" cy="1582221"/>
          </a:xfrm>
        </p:spPr>
        <p:txBody>
          <a:bodyPr anchor="ctr">
            <a:normAutofit/>
          </a:bodyPr>
          <a:lstStyle/>
          <a:p>
            <a:pPr algn="ctr"/>
            <a:r>
              <a:rPr lang="en-US" dirty="0">
                <a:solidFill>
                  <a:srgbClr val="002060"/>
                </a:solidFill>
              </a:rPr>
              <a:t>Validation Workflow</a:t>
            </a:r>
          </a:p>
        </p:txBody>
      </p:sp>
      <p:graphicFrame>
        <p:nvGraphicFramePr>
          <p:cNvPr id="8" name="Content Placeholder 7">
            <a:extLst>
              <a:ext uri="{FF2B5EF4-FFF2-40B4-BE49-F238E27FC236}">
                <a16:creationId xmlns:a16="http://schemas.microsoft.com/office/drawing/2014/main" id="{0935EF35-9423-4711-9680-3B4A10355D11}"/>
              </a:ext>
            </a:extLst>
          </p:cNvPr>
          <p:cNvGraphicFramePr>
            <a:graphicFrameLocks noGrp="1"/>
          </p:cNvGraphicFramePr>
          <p:nvPr>
            <p:ph idx="1"/>
            <p:extLst>
              <p:ext uri="{D42A27DB-BD31-4B8C-83A1-F6EECF244321}">
                <p14:modId xmlns:p14="http://schemas.microsoft.com/office/powerpoint/2010/main" val="295109366"/>
              </p:ext>
            </p:extLst>
          </p:nvPr>
        </p:nvGraphicFramePr>
        <p:xfrm>
          <a:off x="838200" y="2590800"/>
          <a:ext cx="8418332" cy="3353398"/>
        </p:xfrm>
        <a:graphic>
          <a:graphicData uri="http://schemas.openxmlformats.org/drawingml/2006/table">
            <a:tbl>
              <a:tblPr firstRow="1" bandRow="1">
                <a:noFill/>
                <a:tableStyleId>{5C22544A-7EE6-4342-B048-85BDC9FD1C3A}</a:tableStyleId>
              </a:tblPr>
              <a:tblGrid>
                <a:gridCol w="2264788">
                  <a:extLst>
                    <a:ext uri="{9D8B030D-6E8A-4147-A177-3AD203B41FA5}">
                      <a16:colId xmlns:a16="http://schemas.microsoft.com/office/drawing/2014/main" val="3282694404"/>
                    </a:ext>
                  </a:extLst>
                </a:gridCol>
                <a:gridCol w="6153544">
                  <a:extLst>
                    <a:ext uri="{9D8B030D-6E8A-4147-A177-3AD203B41FA5}">
                      <a16:colId xmlns:a16="http://schemas.microsoft.com/office/drawing/2014/main" val="3492155876"/>
                    </a:ext>
                  </a:extLst>
                </a:gridCol>
              </a:tblGrid>
              <a:tr h="533400">
                <a:tc>
                  <a:txBody>
                    <a:bodyPr/>
                    <a:lstStyle/>
                    <a:p>
                      <a:pPr algn="ctr">
                        <a:buNone/>
                      </a:pPr>
                      <a:r>
                        <a:rPr lang="en-US" sz="2100" b="1" cap="all" spc="150" dirty="0">
                          <a:solidFill>
                            <a:schemeClr val="bg1"/>
                          </a:solidFill>
                          <a:latin typeface="Aptos" panose="020B0004020202020204" pitchFamily="34" charset="0"/>
                        </a:rPr>
                        <a:t>Step</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lnB>
                    <a:solidFill>
                      <a:schemeClr val="accent1"/>
                    </a:solidFill>
                  </a:tcPr>
                </a:tc>
                <a:tc>
                  <a:txBody>
                    <a:bodyPr/>
                    <a:lstStyle/>
                    <a:p>
                      <a:pPr algn="ctr">
                        <a:buNone/>
                      </a:pPr>
                      <a:r>
                        <a:rPr lang="en-US" sz="2100" b="1" cap="all" spc="150" dirty="0">
                          <a:solidFill>
                            <a:schemeClr val="bg1"/>
                          </a:solidFill>
                          <a:latin typeface="Aptos" panose="020B0004020202020204" pitchFamily="34" charset="0"/>
                        </a:rPr>
                        <a:t>Action</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lnB>
                    <a:solidFill>
                      <a:schemeClr val="accent1"/>
                    </a:solidFill>
                  </a:tcPr>
                </a:tc>
                <a:extLst>
                  <a:ext uri="{0D108BD9-81ED-4DB2-BD59-A6C34878D82A}">
                    <a16:rowId xmlns:a16="http://schemas.microsoft.com/office/drawing/2014/main" val="2379651442"/>
                  </a:ext>
                </a:extLst>
              </a:tr>
              <a:tr h="668299">
                <a:tc>
                  <a:txBody>
                    <a:bodyPr/>
                    <a:lstStyle/>
                    <a:p>
                      <a:pPr>
                        <a:buNone/>
                      </a:pPr>
                      <a:r>
                        <a:rPr lang="en-US" sz="1700" b="1" cap="none" spc="0" dirty="0">
                          <a:solidFill>
                            <a:schemeClr val="tx1"/>
                          </a:solidFill>
                          <a:latin typeface="Aptos" panose="020B0004020202020204" pitchFamily="34" charset="0"/>
                        </a:rPr>
                        <a:t>1</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lnT>
                    <a:lnB w="12700" cap="flat" cmpd="sng" algn="ctr">
                      <a:solidFill>
                        <a:schemeClr val="tx1"/>
                      </a:solidFill>
                      <a:prstDash val="solid"/>
                      <a:round/>
                      <a:headEnd type="none" w="med" len="med"/>
                      <a:tailEnd type="none" w="med" len="med"/>
                    </a:lnB>
                    <a:noFill/>
                  </a:tcPr>
                </a:tc>
                <a:tc>
                  <a:txBody>
                    <a:bodyPr/>
                    <a:lstStyle/>
                    <a:p>
                      <a:pPr>
                        <a:buNone/>
                      </a:pPr>
                      <a:r>
                        <a:rPr lang="en-US" sz="1700" cap="none" spc="0" dirty="0">
                          <a:solidFill>
                            <a:schemeClr val="tx1"/>
                          </a:solidFill>
                          <a:latin typeface="Aptos" panose="020B0004020202020204" pitchFamily="34" charset="0"/>
                        </a:rPr>
                        <a:t>Write the playbook in YAML format</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3079274"/>
                  </a:ext>
                </a:extLst>
              </a:tr>
              <a:tr h="668299">
                <a:tc>
                  <a:txBody>
                    <a:bodyPr/>
                    <a:lstStyle/>
                    <a:p>
                      <a:pPr>
                        <a:buNone/>
                      </a:pPr>
                      <a:r>
                        <a:rPr lang="en-US" sz="1700" b="1" cap="none" spc="0" dirty="0">
                          <a:solidFill>
                            <a:schemeClr val="tx1"/>
                          </a:solidFill>
                          <a:latin typeface="Aptos" panose="020B0004020202020204" pitchFamily="34" charset="0"/>
                        </a:rPr>
                        <a:t>2</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cap="none" spc="0" dirty="0">
                          <a:solidFill>
                            <a:schemeClr val="tx1"/>
                          </a:solidFill>
                          <a:latin typeface="Aptos" panose="020B0004020202020204" pitchFamily="34" charset="0"/>
                        </a:rPr>
                        <a:t>Validate syntax using </a:t>
                      </a:r>
                      <a:r>
                        <a:rPr lang="en-US" sz="1700" cap="none" spc="0" dirty="0" err="1">
                          <a:solidFill>
                            <a:schemeClr val="tx1"/>
                          </a:solidFill>
                          <a:latin typeface="Aptos" panose="020B0004020202020204" pitchFamily="34" charset="0"/>
                        </a:rPr>
                        <a:t>yamllint</a:t>
                      </a:r>
                      <a:endParaRPr lang="en-US" sz="1700" cap="none" spc="0" dirty="0">
                        <a:solidFill>
                          <a:schemeClr val="tx1"/>
                        </a:solidFill>
                        <a:latin typeface="Aptos" panose="020B0004020202020204" pitchFamily="34" charset="0"/>
                      </a:endParaRP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5587884"/>
                  </a:ext>
                </a:extLst>
              </a:tr>
              <a:tr h="668299">
                <a:tc>
                  <a:txBody>
                    <a:bodyPr/>
                    <a:lstStyle/>
                    <a:p>
                      <a:pPr>
                        <a:buNone/>
                      </a:pPr>
                      <a:r>
                        <a:rPr lang="en-US" sz="1700" b="1" cap="none" spc="0">
                          <a:solidFill>
                            <a:schemeClr val="tx1"/>
                          </a:solidFill>
                          <a:latin typeface="Aptos" panose="020B0004020202020204" pitchFamily="34" charset="0"/>
                        </a:rPr>
                        <a:t>3</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cap="none" spc="0" dirty="0">
                          <a:solidFill>
                            <a:schemeClr val="tx1"/>
                          </a:solidFill>
                          <a:latin typeface="Aptos" panose="020B0004020202020204" pitchFamily="34" charset="0"/>
                        </a:rPr>
                        <a:t>Fix any errors detected</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3304980"/>
                  </a:ext>
                </a:extLst>
              </a:tr>
              <a:tr h="668299">
                <a:tc>
                  <a:txBody>
                    <a:bodyPr/>
                    <a:lstStyle/>
                    <a:p>
                      <a:pPr>
                        <a:buNone/>
                      </a:pPr>
                      <a:r>
                        <a:rPr lang="en-US" sz="1700" b="1" cap="none" spc="0" dirty="0">
                          <a:solidFill>
                            <a:schemeClr val="tx1"/>
                          </a:solidFill>
                          <a:latin typeface="Aptos" panose="020B0004020202020204" pitchFamily="34" charset="0"/>
                        </a:rPr>
                        <a:t>4</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cap="none" spc="0" dirty="0">
                          <a:solidFill>
                            <a:schemeClr val="tx1"/>
                          </a:solidFill>
                          <a:latin typeface="Aptos" panose="020B0004020202020204" pitchFamily="34" charset="0"/>
                        </a:rPr>
                        <a:t>Execute using ansible-playbook</a:t>
                      </a:r>
                    </a:p>
                  </a:txBody>
                  <a:tcPr marL="180081" marR="180081" marT="180081" marB="180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1597927"/>
                  </a:ext>
                </a:extLst>
              </a:tr>
            </a:tbl>
          </a:graphicData>
        </a:graphic>
      </p:graphicFrame>
      <p:pic>
        <p:nvPicPr>
          <p:cNvPr id="3" name="Picture 2" descr="A logo with a letter in a circle&#10;&#10;AI-generated content may be incorrect.">
            <a:extLst>
              <a:ext uri="{FF2B5EF4-FFF2-40B4-BE49-F238E27FC236}">
                <a16:creationId xmlns:a16="http://schemas.microsoft.com/office/drawing/2014/main" id="{659502FC-E08F-DA25-6575-BA55799181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215375567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127D-6157-DBE4-154F-8028752E9C2E}"/>
              </a:ext>
            </a:extLst>
          </p:cNvPr>
          <p:cNvSpPr>
            <a:spLocks noGrp="1"/>
          </p:cNvSpPr>
          <p:nvPr>
            <p:ph type="title"/>
          </p:nvPr>
        </p:nvSpPr>
        <p:spPr>
          <a:xfrm>
            <a:off x="7620000" y="685801"/>
            <a:ext cx="2667000" cy="457200"/>
          </a:xfrm>
        </p:spPr>
        <p:txBody>
          <a:bodyPr anchor="ctr">
            <a:normAutofit fontScale="90000"/>
          </a:bodyPr>
          <a:lstStyle/>
          <a:p>
            <a:pPr algn="ctr"/>
            <a:r>
              <a:rPr lang="en-US" dirty="0">
                <a:solidFill>
                  <a:srgbClr val="002060"/>
                </a:solidFill>
              </a:rPr>
              <a:t>Next Steps</a:t>
            </a:r>
          </a:p>
        </p:txBody>
      </p:sp>
      <p:pic>
        <p:nvPicPr>
          <p:cNvPr id="8" name="Content Placeholder 7" descr="4K Resolution">
            <a:extLst>
              <a:ext uri="{FF2B5EF4-FFF2-40B4-BE49-F238E27FC236}">
                <a16:creationId xmlns:a16="http://schemas.microsoft.com/office/drawing/2014/main" id="{DA0CAD75-7023-4103-A237-9A597BB71E30}"/>
              </a:ext>
            </a:extLst>
          </p:cNvPr>
          <p:cNvPicPr>
            <a:picLocks noGrp="1" noChangeAspect="1"/>
          </p:cNvPicPr>
          <p:nvPr>
            <p:ph type="pic" sz="quarter" idx="13"/>
          </p:nvPr>
        </p:nvPicPr>
        <p:blipFill>
          <a:blip r:embed="rId3"/>
          <a:srcRect l="19958" r="20282"/>
          <a:stretch>
            <a:fillRect/>
          </a:stretch>
        </p:blipFill>
        <p:spPr>
          <a:xfrm>
            <a:off x="1" y="10"/>
            <a:ext cx="7285976" cy="6857990"/>
          </a:xfrm>
          <a:prstGeom prst="rect">
            <a:avLst/>
          </a:prstGeom>
          <a:noFill/>
        </p:spPr>
      </p:pic>
      <p:sp>
        <p:nvSpPr>
          <p:cNvPr id="7" name="Content Placeholder 6">
            <a:extLst>
              <a:ext uri="{FF2B5EF4-FFF2-40B4-BE49-F238E27FC236}">
                <a16:creationId xmlns:a16="http://schemas.microsoft.com/office/drawing/2014/main" id="{2443EBAA-5EDA-BE79-5613-CF7343D65C3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72400" y="1905000"/>
            <a:ext cx="4102585" cy="1524000"/>
          </a:xfrm>
        </p:spPr>
        <p:txBody>
          <a:bodyPr>
            <a:normAutofit/>
          </a:bodyPr>
          <a:lstStyle/>
          <a:p>
            <a:pPr marL="0" indent="0">
              <a:lnSpc>
                <a:spcPct val="110000"/>
              </a:lnSpc>
              <a:spcBef>
                <a:spcPts val="2500"/>
              </a:spcBef>
              <a:buFont typeface="Arial" panose="020B0604020202020204" pitchFamily="34" charset="0"/>
              <a:buNone/>
            </a:pPr>
            <a:r>
              <a:rPr lang="en-US" sz="1600" b="1" dirty="0">
                <a:latin typeface="Aptos" panose="020B0004020202020204" pitchFamily="34" charset="0"/>
              </a:rPr>
              <a:t>Discussing Ansible Variable Declaration</a:t>
            </a:r>
          </a:p>
          <a:p>
            <a:pPr marL="0" lvl="1" indent="0">
              <a:lnSpc>
                <a:spcPct val="110000"/>
              </a:lnSpc>
              <a:buFont typeface="Arial" panose="020B0604020202020204" pitchFamily="34" charset="0"/>
              <a:buNone/>
            </a:pPr>
            <a:r>
              <a:rPr lang="en-US" dirty="0">
                <a:latin typeface="Aptos" panose="020B0004020202020204" pitchFamily="34" charset="0"/>
              </a:rPr>
              <a:t>Understanding different ways of declaring variable inside playbook and using them for getting the required output.</a:t>
            </a:r>
          </a:p>
        </p:txBody>
      </p:sp>
      <p:pic>
        <p:nvPicPr>
          <p:cNvPr id="6" name="Picture 5" descr="A logo with a letter in a circle&#10;&#10;AI-generated content may be incorrect.">
            <a:extLst>
              <a:ext uri="{FF2B5EF4-FFF2-40B4-BE49-F238E27FC236}">
                <a16:creationId xmlns:a16="http://schemas.microsoft.com/office/drawing/2014/main" id="{C6B5F8A6-6656-A425-BB06-7A27BFA186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spTree>
    <p:extLst>
      <p:ext uri="{BB962C8B-B14F-4D97-AF65-F5344CB8AC3E}">
        <p14:creationId xmlns:p14="http://schemas.microsoft.com/office/powerpoint/2010/main" val="64135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
        <p:cNvGrpSpPr/>
        <p:nvPr/>
      </p:nvGrpSpPr>
      <p:grpSpPr>
        <a:xfrm>
          <a:off x="0" y="0"/>
          <a:ext cx="0" cy="0"/>
          <a:chOff x="0" y="0"/>
          <a:chExt cx="0" cy="0"/>
        </a:xfrm>
      </p:grpSpPr>
      <p:sp>
        <p:nvSpPr>
          <p:cNvPr id="4" name="TextBox 3"/>
          <p:cNvSpPr txBox="1"/>
          <p:nvPr/>
        </p:nvSpPr>
        <p:spPr>
          <a:xfrm>
            <a:off x="838200" y="184004"/>
            <a:ext cx="4265911" cy="923330"/>
          </a:xfrm>
          <a:prstGeom prst="rect">
            <a:avLst/>
          </a:prstGeom>
          <a:noFill/>
        </p:spPr>
        <p:txBody>
          <a:bodyPr wrap="none" anchor="ctr">
            <a:spAutoFit/>
          </a:bodyPr>
          <a:lstStyle/>
          <a:p>
            <a:endParaRPr dirty="0">
              <a:solidFill>
                <a:srgbClr val="002060"/>
              </a:solidFill>
              <a:latin typeface="Aptos" panose="020B0004020202020204" pitchFamily="34" charset="0"/>
            </a:endParaRPr>
          </a:p>
          <a:p>
            <a:r>
              <a:rPr lang="en-US" sz="3600" cap="all" dirty="0">
                <a:solidFill>
                  <a:srgbClr val="002060"/>
                </a:solidFill>
                <a:latin typeface="+mj-lt"/>
                <a:ea typeface="+mj-ea"/>
                <a:cs typeface="+mj-cs"/>
              </a:rPr>
              <a:t>Subscribe to </a:t>
            </a:r>
            <a:r>
              <a:rPr lang="en-US" sz="3600" cap="all" dirty="0" err="1">
                <a:solidFill>
                  <a:srgbClr val="002060"/>
                </a:solidFill>
                <a:latin typeface="+mj-lt"/>
                <a:ea typeface="+mj-ea"/>
                <a:cs typeface="+mj-cs"/>
              </a:rPr>
              <a:t>AutomateOps</a:t>
            </a:r>
            <a:r>
              <a:rPr lang="en-US" sz="3600" cap="all" dirty="0">
                <a:solidFill>
                  <a:srgbClr val="002060"/>
                </a:solidFill>
                <a:latin typeface="+mj-lt"/>
                <a:ea typeface="+mj-ea"/>
                <a:cs typeface="+mj-cs"/>
              </a:rPr>
              <a:t>!</a:t>
            </a:r>
          </a:p>
        </p:txBody>
      </p:sp>
      <p:sp>
        <p:nvSpPr>
          <p:cNvPr id="5" name="TextBox 4"/>
          <p:cNvSpPr txBox="1"/>
          <p:nvPr/>
        </p:nvSpPr>
        <p:spPr>
          <a:xfrm>
            <a:off x="533400" y="1410355"/>
            <a:ext cx="4495800" cy="861774"/>
          </a:xfrm>
          <a:prstGeom prst="rect">
            <a:avLst/>
          </a:prstGeom>
          <a:noFill/>
        </p:spPr>
        <p:txBody>
          <a:bodyPr wrap="square" anchor="ctr">
            <a:spAutoFit/>
          </a:bodyPr>
          <a:lstStyle/>
          <a:p>
            <a:pPr algn="ctr"/>
            <a:endParaRPr b="1" dirty="0">
              <a:solidFill>
                <a:schemeClr val="accent6">
                  <a:lumMod val="10000"/>
                </a:schemeClr>
              </a:solidFill>
              <a:latin typeface="Haettenschweiler" panose="020B0706040902060204" pitchFamily="34" charset="0"/>
            </a:endParaRPr>
          </a:p>
          <a:p>
            <a:pPr algn="ctr"/>
            <a:r>
              <a:rPr sz="3200" dirty="0">
                <a:solidFill>
                  <a:schemeClr val="accent6">
                    <a:lumMod val="10000"/>
                  </a:schemeClr>
                </a:solidFill>
                <a:latin typeface="Haettenschweiler" panose="020B0706040902060204" pitchFamily="34" charset="0"/>
              </a:rPr>
              <a:t>Like • Share • Comment</a:t>
            </a:r>
          </a:p>
        </p:txBody>
      </p:sp>
      <p:sp>
        <p:nvSpPr>
          <p:cNvPr id="8" name="TextBox 7">
            <a:extLst>
              <a:ext uri="{FF2B5EF4-FFF2-40B4-BE49-F238E27FC236}">
                <a16:creationId xmlns:a16="http://schemas.microsoft.com/office/drawing/2014/main" id="{754B0E55-7B88-B9EE-885B-547C7CA93A20}"/>
              </a:ext>
            </a:extLst>
          </p:cNvPr>
          <p:cNvSpPr txBox="1"/>
          <p:nvPr/>
        </p:nvSpPr>
        <p:spPr>
          <a:xfrm>
            <a:off x="533400" y="2339102"/>
            <a:ext cx="6705600" cy="267765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2400" i="0" u="none" strike="noStrike" kern="0" cap="none" spc="0" normalizeH="0" baseline="0" noProof="0" dirty="0">
              <a:ln>
                <a:noFill/>
              </a:ln>
              <a:solidFill>
                <a:srgbClr val="002060"/>
              </a:solidFill>
              <a:effectLst/>
              <a:uLnTx/>
              <a:uFillTx/>
              <a:latin typeface="Haettenschweiler" panose="020B0706040902060204" pitchFamily="34" charset="0"/>
            </a:endParaRPr>
          </a:p>
          <a:p>
            <a:pPr lvl="0">
              <a:defRPr/>
            </a:pPr>
            <a:br>
              <a:rPr kumimoji="0" sz="2400" i="0" u="none" strike="noStrike" kern="0" cap="none" spc="0" normalizeH="0" baseline="0" noProof="0" dirty="0">
                <a:ln>
                  <a:noFill/>
                </a:ln>
                <a:solidFill>
                  <a:srgbClr val="002060"/>
                </a:solidFill>
                <a:effectLst/>
                <a:uLnTx/>
                <a:uFillTx/>
                <a:latin typeface="Haettenschweiler" panose="020B0706040902060204" pitchFamily="34" charset="0"/>
              </a:rPr>
            </a:br>
            <a:r>
              <a:rPr kumimoji="0" sz="2400" i="0" u="none" strike="noStrike" kern="0" cap="none" spc="0" normalizeH="0" baseline="0" noProof="0" dirty="0">
                <a:ln>
                  <a:noFill/>
                </a:ln>
                <a:solidFill>
                  <a:srgbClr val="002060"/>
                </a:solidFill>
                <a:effectLst/>
                <a:uLnTx/>
                <a:uFillTx/>
                <a:latin typeface="Haettenschweiler" panose="020B0706040902060204" pitchFamily="34" charset="0"/>
              </a:rPr>
              <a:t>✔ Learn IT Automation with Ansible</a:t>
            </a:r>
            <a:br>
              <a:rPr kumimoji="0" sz="2400" i="0" u="none" strike="noStrike" kern="0" cap="none" spc="0" normalizeH="0" baseline="0" noProof="0" dirty="0">
                <a:ln>
                  <a:noFill/>
                </a:ln>
                <a:solidFill>
                  <a:srgbClr val="002060"/>
                </a:solidFill>
                <a:effectLst/>
                <a:uLnTx/>
                <a:uFillTx/>
                <a:latin typeface="Haettenschweiler" panose="020B0706040902060204" pitchFamily="34" charset="0"/>
              </a:rPr>
            </a:br>
            <a:r>
              <a:rPr kumimoji="0" sz="2400" i="0" u="none" strike="noStrike" kern="0" cap="none" spc="0" normalizeH="0" baseline="0" noProof="0" dirty="0">
                <a:ln>
                  <a:noFill/>
                </a:ln>
                <a:solidFill>
                  <a:srgbClr val="002060"/>
                </a:solidFill>
                <a:effectLst/>
                <a:uLnTx/>
                <a:uFillTx/>
                <a:latin typeface="Haettenschweiler" panose="020B0706040902060204" pitchFamily="34" charset="0"/>
              </a:rPr>
              <a:t>✔ Like, Share &amp; Subscribe for more DevOps content</a:t>
            </a:r>
            <a:br>
              <a:rPr kumimoji="0" sz="2400" i="0" u="none" strike="noStrike" kern="0" cap="none" spc="0" normalizeH="0" baseline="0" noProof="0" dirty="0">
                <a:ln>
                  <a:noFill/>
                </a:ln>
                <a:solidFill>
                  <a:srgbClr val="002060"/>
                </a:solidFill>
                <a:effectLst/>
                <a:uLnTx/>
                <a:uFillTx/>
                <a:latin typeface="Haettenschweiler" panose="020B0706040902060204" pitchFamily="34" charset="0"/>
              </a:rPr>
            </a:br>
            <a:br>
              <a:rPr kumimoji="0" sz="2400" i="0" u="none" strike="noStrike" kern="0" cap="none" spc="0" normalizeH="0" baseline="0" noProof="0" dirty="0">
                <a:ln>
                  <a:noFill/>
                </a:ln>
                <a:solidFill>
                  <a:srgbClr val="002060"/>
                </a:solidFill>
                <a:effectLst/>
                <a:uLnTx/>
                <a:uFillTx/>
                <a:latin typeface="Haettenschweiler" panose="020B0706040902060204" pitchFamily="34" charset="0"/>
              </a:rPr>
            </a:br>
            <a:r>
              <a:rPr kumimoji="0" sz="2400" i="0" u="none" strike="noStrike" kern="0" cap="none" spc="0" normalizeH="0" baseline="0" noProof="0" dirty="0">
                <a:ln>
                  <a:noFill/>
                </a:ln>
                <a:solidFill>
                  <a:srgbClr val="002060"/>
                </a:solidFill>
                <a:effectLst/>
                <a:uLnTx/>
                <a:uFillTx/>
                <a:latin typeface="Haettenschweiler" panose="020B0706040902060204" pitchFamily="34" charset="0"/>
              </a:rPr>
              <a:t>Follow us:</a:t>
            </a:r>
            <a:r>
              <a:rPr lang="en-US" sz="2400" kern="0" dirty="0">
                <a:solidFill>
                  <a:srgbClr val="002060"/>
                </a:solidFill>
                <a:latin typeface="Haettenschweiler" panose="020B0706040902060204" pitchFamily="34" charset="0"/>
              </a:rPr>
              <a:t> https://www.youtube.com/channel/UCKBJsSR3qW3B7R16jeskEvw</a:t>
            </a:r>
            <a:endParaRPr kumimoji="0" sz="2400" i="0" u="none" strike="noStrike" kern="0" cap="none" spc="0" normalizeH="0" baseline="0" noProof="0" dirty="0">
              <a:ln>
                <a:noFill/>
              </a:ln>
              <a:solidFill>
                <a:srgbClr val="002060"/>
              </a:solidFill>
              <a:effectLst/>
              <a:uLnTx/>
              <a:uFillTx/>
              <a:latin typeface="Haettenschweiler" panose="020B0706040902060204" pitchFamily="34" charset="0"/>
            </a:endParaRPr>
          </a:p>
        </p:txBody>
      </p:sp>
      <p:pic>
        <p:nvPicPr>
          <p:cNvPr id="2" name="Picture 1" descr="A logo with a letter in a circle&#10;&#10;AI-generated content may be incorrect.">
            <a:extLst>
              <a:ext uri="{FF2B5EF4-FFF2-40B4-BE49-F238E27FC236}">
                <a16:creationId xmlns:a16="http://schemas.microsoft.com/office/drawing/2014/main" id="{C4BFCABF-2BDC-0145-E5D9-864C09A6BF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83742" y="-2003"/>
            <a:ext cx="807883" cy="814003"/>
          </a:xfrm>
          <a:prstGeom prst="rect">
            <a:avLst/>
          </a:prstGeom>
        </p:spPr>
      </p:pic>
      <p:pic>
        <p:nvPicPr>
          <p:cNvPr id="6" name="Picture 5" descr="A qr code with a red and black square">
            <a:extLst>
              <a:ext uri="{FF2B5EF4-FFF2-40B4-BE49-F238E27FC236}">
                <a16:creationId xmlns:a16="http://schemas.microsoft.com/office/drawing/2014/main" id="{BE0629B5-F07A-CA55-EE8E-D14CAC33ED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34680" y="1752600"/>
            <a:ext cx="3847719" cy="3352800"/>
          </a:xfrm>
          <a:prstGeom prst="rect">
            <a:avLst/>
          </a:prstGeom>
        </p:spPr>
      </p:pic>
      <p:sp>
        <p:nvSpPr>
          <p:cNvPr id="7" name="TextBox 6">
            <a:extLst>
              <a:ext uri="{FF2B5EF4-FFF2-40B4-BE49-F238E27FC236}">
                <a16:creationId xmlns:a16="http://schemas.microsoft.com/office/drawing/2014/main" id="{CF377536-7B27-C035-04A4-D0A11745442F}"/>
              </a:ext>
            </a:extLst>
          </p:cNvPr>
          <p:cNvSpPr txBox="1"/>
          <p:nvPr/>
        </p:nvSpPr>
        <p:spPr>
          <a:xfrm>
            <a:off x="7924800" y="1219200"/>
            <a:ext cx="2503170" cy="461665"/>
          </a:xfrm>
          <a:prstGeom prst="rect">
            <a:avLst/>
          </a:prstGeom>
          <a:noFill/>
        </p:spPr>
        <p:txBody>
          <a:bodyPr wrap="square" anchor="ctr">
            <a:spAutoFit/>
          </a:bodyPr>
          <a:lstStyle/>
          <a:p>
            <a:pPr algn="ctr"/>
            <a:r>
              <a:rPr lang="en-IN" sz="2400" dirty="0">
                <a:solidFill>
                  <a:srgbClr val="002060"/>
                </a:solidFill>
                <a:latin typeface="Haettenschweiler" panose="020B0706040902060204" pitchFamily="34" charset="0"/>
              </a:rPr>
              <a:t>Scan to Subscribe</a:t>
            </a:r>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AEFF06-C01D-4782-9025-60F06DFEAF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3E87D78-9CEC-4EE9-94B9-0F2EEEB8A065}">
  <ds:schemaRefs>
    <ds:schemaRef ds:uri="http://schemas.microsoft.com/sharepoint/v3/contenttype/forms"/>
  </ds:schemaRefs>
</ds:datastoreItem>
</file>

<file path=customXml/itemProps3.xml><?xml version="1.0" encoding="utf-8"?>
<ds:datastoreItem xmlns:ds="http://schemas.openxmlformats.org/officeDocument/2006/customXml" ds:itemID="{9846201E-DF07-4095-9F76-DD2E789400A7}">
  <ds:schemaRefs>
    <ds:schemaRef ds:uri="http://purl.org/dc/terms/"/>
    <ds:schemaRef ds:uri="http://schemas.microsoft.com/office/2006/documentManagement/types"/>
    <ds:schemaRef ds:uri="http://schemas.microsoft.com/sharepoint/v3"/>
    <ds:schemaRef ds:uri="http://schemas.microsoft.com/office/infopath/2007/PartnerControls"/>
    <ds:schemaRef ds:uri="http://purl.org/dc/elements/1.1/"/>
    <ds:schemaRef ds:uri="http://www.w3.org/XML/1998/namespace"/>
    <ds:schemaRef ds:uri="http://schemas.openxmlformats.org/package/2006/metadata/core-properties"/>
    <ds:schemaRef ds:uri="http://purl.org/dc/dcmitype/"/>
    <ds:schemaRef ds:uri="71af3243-3dd4-4a8d-8c0d-dd76da1f02a5"/>
    <ds:schemaRef ds:uri="230e9df3-be65-4c73-a93b-d1236ebd677e"/>
    <ds:schemaRef ds:uri="16c05727-aa75-4e4a-9b5f-8a80a1165891"/>
    <ds:schemaRef ds:uri="http://schemas.microsoft.com/office/2006/metadata/properties"/>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TotalTime>498</TotalTime>
  <Words>1803</Words>
  <Application>Microsoft Office PowerPoint</Application>
  <PresentationFormat>Widescreen</PresentationFormat>
  <Paragraphs>167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Haettenschweiler</vt:lpstr>
      <vt:lpstr>Trade Gothic Next Light</vt:lpstr>
      <vt:lpstr>Editorial</vt:lpstr>
      <vt:lpstr>YAML Structure in Ansible Playbooks</vt:lpstr>
      <vt:lpstr>Understanding Ansible Playbooks</vt:lpstr>
      <vt:lpstr>What is an Ansible Playbook?</vt:lpstr>
      <vt:lpstr>Anatomy of a Playbook</vt:lpstr>
      <vt:lpstr>YAML Representation in Playbooks</vt:lpstr>
      <vt:lpstr>How YAML Structures Playbooks</vt:lpstr>
      <vt:lpstr>Demo Code Snippet</vt:lpstr>
      <vt:lpstr>Best Practices and Validation</vt:lpstr>
      <vt:lpstr>Best Practices for Writing Playbooks</vt:lpstr>
      <vt:lpstr>Validation Workflow</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Pal, Soumyendu</cp:lastModifiedBy>
  <cp:revision>1</cp:revision>
  <dcterms:created xsi:type="dcterms:W3CDTF">2025-08-04T19:41:08Z</dcterms:created>
  <dcterms:modified xsi:type="dcterms:W3CDTF">2025-12-07T10:43:26Z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