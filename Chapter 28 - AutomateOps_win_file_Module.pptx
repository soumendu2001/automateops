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, Soumyendu" userId="68503d3d-ac8d-4828-9c3f-abc5a97f3674" providerId="ADAL" clId="{C619CCC9-C04B-4407-8927-7DE24DA5E3CB}"/>
    <pc:docChg chg="custSel modSld">
      <pc:chgData name="Pal, Soumyendu" userId="68503d3d-ac8d-4828-9c3f-abc5a97f3674" providerId="ADAL" clId="{C619CCC9-C04B-4407-8927-7DE24DA5E3CB}" dt="2026-07-19T03:19:04.938" v="79" actId="113"/>
      <pc:docMkLst>
        <pc:docMk/>
      </pc:docMkLst>
      <pc:sldChg chg="modSp mod">
        <pc:chgData name="Pal, Soumyendu" userId="68503d3d-ac8d-4828-9c3f-abc5a97f3674" providerId="ADAL" clId="{C619CCC9-C04B-4407-8927-7DE24DA5E3CB}" dt="2026-07-19T03:15:02.626" v="13" actId="113"/>
        <pc:sldMkLst>
          <pc:docMk/>
          <pc:sldMk cId="0" sldId="256"/>
        </pc:sldMkLst>
        <pc:spChg chg="mod">
          <ac:chgData name="Pal, Soumyendu" userId="68503d3d-ac8d-4828-9c3f-abc5a97f3674" providerId="ADAL" clId="{C619CCC9-C04B-4407-8927-7DE24DA5E3CB}" dt="2026-07-19T03:14:52.546" v="4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5:02.626" v="13" actId="113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C619CCC9-C04B-4407-8927-7DE24DA5E3CB}" dt="2026-07-19T03:16:29.270" v="17" actId="1076"/>
        <pc:sldMkLst>
          <pc:docMk/>
          <pc:sldMk cId="0" sldId="257"/>
        </pc:sldMkLst>
        <pc:spChg chg="mod">
          <ac:chgData name="Pal, Soumyendu" userId="68503d3d-ac8d-4828-9c3f-abc5a97f3674" providerId="ADAL" clId="{C619CCC9-C04B-4407-8927-7DE24DA5E3CB}" dt="2026-07-19T03:16:29.270" v="17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6:24.914" v="15" actId="11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C619CCC9-C04B-4407-8927-7DE24DA5E3CB}" dt="2026-07-19T03:16:46.360" v="23" actId="1076"/>
        <pc:sldMkLst>
          <pc:docMk/>
          <pc:sldMk cId="0" sldId="258"/>
        </pc:sldMkLst>
        <pc:spChg chg="mod">
          <ac:chgData name="Pal, Soumyendu" userId="68503d3d-ac8d-4828-9c3f-abc5a97f3674" providerId="ADAL" clId="{C619CCC9-C04B-4407-8927-7DE24DA5E3CB}" dt="2026-07-19T03:16:46.360" v="2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6:41.185" v="21" actId="1410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C619CCC9-C04B-4407-8927-7DE24DA5E3CB}" dt="2026-07-19T03:17:22.764" v="38" actId="5793"/>
        <pc:sldMkLst>
          <pc:docMk/>
          <pc:sldMk cId="0" sldId="259"/>
        </pc:sldMkLst>
        <pc:spChg chg="mod">
          <ac:chgData name="Pal, Soumyendu" userId="68503d3d-ac8d-4828-9c3f-abc5a97f3674" providerId="ADAL" clId="{C619CCC9-C04B-4407-8927-7DE24DA5E3CB}" dt="2026-07-19T03:16:50.855" v="24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7:22.764" v="38" actId="579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C619CCC9-C04B-4407-8927-7DE24DA5E3CB}" dt="2026-07-19T03:17:42.567" v="45" actId="1076"/>
        <pc:sldMkLst>
          <pc:docMk/>
          <pc:sldMk cId="0" sldId="260"/>
        </pc:sldMkLst>
        <pc:spChg chg="mod">
          <ac:chgData name="Pal, Soumyendu" userId="68503d3d-ac8d-4828-9c3f-abc5a97f3674" providerId="ADAL" clId="{C619CCC9-C04B-4407-8927-7DE24DA5E3CB}" dt="2026-07-19T03:17:42.567" v="4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7:37.258" v="42" actId="40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C619CCC9-C04B-4407-8927-7DE24DA5E3CB}" dt="2026-07-19T03:17:59.446" v="54" actId="14100"/>
        <pc:sldMkLst>
          <pc:docMk/>
          <pc:sldMk cId="0" sldId="261"/>
        </pc:sldMkLst>
        <pc:spChg chg="mod">
          <ac:chgData name="Pal, Soumyendu" userId="68503d3d-ac8d-4828-9c3f-abc5a97f3674" providerId="ADAL" clId="{C619CCC9-C04B-4407-8927-7DE24DA5E3CB}" dt="2026-07-19T03:17:59.446" v="54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7:53.665" v="51" actId="403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C619CCC9-C04B-4407-8927-7DE24DA5E3CB}" dt="2026-07-19T03:18:14.780" v="61" actId="113"/>
        <pc:sldMkLst>
          <pc:docMk/>
          <pc:sldMk cId="0" sldId="262"/>
        </pc:sldMkLst>
        <pc:spChg chg="mod">
          <ac:chgData name="Pal, Soumyendu" userId="68503d3d-ac8d-4828-9c3f-abc5a97f3674" providerId="ADAL" clId="{C619CCC9-C04B-4407-8927-7DE24DA5E3CB}" dt="2026-07-19T03:18:09.389" v="60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8:14.780" v="61" actId="11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C619CCC9-C04B-4407-8927-7DE24DA5E3CB}" dt="2026-07-19T03:18:37.233" v="68" actId="113"/>
        <pc:sldMkLst>
          <pc:docMk/>
          <pc:sldMk cId="0" sldId="263"/>
        </pc:sldMkLst>
        <pc:spChg chg="mod">
          <ac:chgData name="Pal, Soumyendu" userId="68503d3d-ac8d-4828-9c3f-abc5a97f3674" providerId="ADAL" clId="{C619CCC9-C04B-4407-8927-7DE24DA5E3CB}" dt="2026-07-19T03:18:37.233" v="6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8:28.515" v="64" actId="403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C619CCC9-C04B-4407-8927-7DE24DA5E3CB}" dt="2026-07-19T03:18:52.578" v="74" actId="113"/>
        <pc:sldMkLst>
          <pc:docMk/>
          <pc:sldMk cId="0" sldId="264"/>
        </pc:sldMkLst>
        <pc:spChg chg="mod">
          <ac:chgData name="Pal, Soumyendu" userId="68503d3d-ac8d-4828-9c3f-abc5a97f3674" providerId="ADAL" clId="{C619CCC9-C04B-4407-8927-7DE24DA5E3CB}" dt="2026-07-19T03:18:52.578" v="74" actId="113"/>
          <ac:spMkLst>
            <pc:docMk/>
            <pc:sldMk cId="0" sldId="264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8:46.827" v="71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C619CCC9-C04B-4407-8927-7DE24DA5E3CB}" dt="2026-07-19T03:19:04.938" v="79" actId="113"/>
        <pc:sldMkLst>
          <pc:docMk/>
          <pc:sldMk cId="0" sldId="265"/>
        </pc:sldMkLst>
        <pc:spChg chg="mod">
          <ac:chgData name="Pal, Soumyendu" userId="68503d3d-ac8d-4828-9c3f-abc5a97f3674" providerId="ADAL" clId="{C619CCC9-C04B-4407-8927-7DE24DA5E3CB}" dt="2026-07-19T03:19:04.938" v="79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7-19T03:18:59.549" v="77" actId="113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456" y="1380564"/>
            <a:ext cx="3421026" cy="948979"/>
          </a:xfrm>
        </p:spPr>
        <p:txBody>
          <a:bodyPr anchor="b">
            <a:normAutofit/>
          </a:bodyPr>
          <a:lstStyle/>
          <a:p>
            <a:r>
              <a:rPr lang="en-IN" sz="2800" dirty="0">
                <a:solidFill>
                  <a:srgbClr val="595959"/>
                </a:solidFill>
              </a:rPr>
              <a:t>Ansible </a:t>
            </a:r>
            <a:r>
              <a:rPr lang="en-IN" sz="2800" dirty="0" err="1">
                <a:solidFill>
                  <a:srgbClr val="595959"/>
                </a:solidFill>
              </a:rPr>
              <a:t>win_file</a:t>
            </a:r>
            <a:r>
              <a:rPr lang="en-IN" sz="2800" dirty="0">
                <a:solidFill>
                  <a:srgbClr val="595959"/>
                </a:solidFill>
              </a:rPr>
              <a:t>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1976" y="2720954"/>
            <a:ext cx="3578597" cy="303665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95959"/>
                </a:solidFill>
              </a:rPr>
              <a:t>Create, Delete &amp; Manage Files and Directories in Windows</a:t>
            </a:r>
          </a:p>
          <a:p>
            <a:pPr>
              <a:lnSpc>
                <a:spcPct val="90000"/>
              </a:lnSpc>
            </a:pPr>
            <a:endParaRPr lang="en-US" sz="1200" b="1" dirty="0">
              <a:solidFill>
                <a:srgbClr val="595959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95959"/>
                </a:solidFill>
              </a:rPr>
              <a:t>Topics Covered:</a:t>
            </a:r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95959"/>
                </a:solidFill>
              </a:rPr>
              <a:t>• What is </a:t>
            </a:r>
            <a:r>
              <a:rPr lang="en-US" sz="1200" b="1" dirty="0" err="1">
                <a:solidFill>
                  <a:srgbClr val="595959"/>
                </a:solidFill>
              </a:rPr>
              <a:t>win_file</a:t>
            </a:r>
            <a:endParaRPr lang="en-US" sz="1200" b="1" dirty="0">
              <a:solidFill>
                <a:srgbClr val="595959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95959"/>
                </a:solidFill>
              </a:rPr>
              <a:t>• Create directories</a:t>
            </a:r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95959"/>
                </a:solidFill>
              </a:rPr>
              <a:t>• Create nested directories</a:t>
            </a:r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95959"/>
                </a:solidFill>
              </a:rPr>
              <a:t>• Touch files</a:t>
            </a:r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95959"/>
                </a:solidFill>
              </a:rPr>
              <a:t>• Remove files</a:t>
            </a:r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95959"/>
                </a:solidFill>
              </a:rPr>
              <a:t>• Remove folders recursively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CBA151-1C6D-22F6-0D56-AEAD3F86D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201" y="1910673"/>
            <a:ext cx="3013822" cy="3036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1376695"/>
            <a:ext cx="3264837" cy="777980"/>
          </a:xfrm>
        </p:spPr>
        <p:txBody>
          <a:bodyPr anchor="b">
            <a:normAutofit/>
          </a:bodyPr>
          <a:lstStyle/>
          <a:p>
            <a:r>
              <a:rPr lang="en-IN" sz="2800" dirty="0">
                <a:solidFill>
                  <a:srgbClr val="595959"/>
                </a:solidFill>
              </a:rP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581" y="2447337"/>
            <a:ext cx="3264837" cy="3770434"/>
          </a:xfrm>
        </p:spPr>
        <p:txBody>
          <a:bodyPr anchor="ctr">
            <a:normAutofit/>
          </a:bodyPr>
          <a:lstStyle/>
          <a:p>
            <a:r>
              <a:rPr lang="en-US" sz="1700" b="1" dirty="0">
                <a:solidFill>
                  <a:srgbClr val="595959"/>
                </a:solidFill>
              </a:rPr>
              <a:t>• Windows host configured</a:t>
            </a:r>
          </a:p>
          <a:p>
            <a:r>
              <a:rPr lang="en-US" sz="1700" b="1" dirty="0">
                <a:solidFill>
                  <a:srgbClr val="595959"/>
                </a:solidFill>
              </a:rPr>
              <a:t>• Ansible user created</a:t>
            </a:r>
          </a:p>
          <a:p>
            <a:r>
              <a:rPr lang="en-US" sz="1700" b="1" dirty="0">
                <a:solidFill>
                  <a:srgbClr val="595959"/>
                </a:solidFill>
              </a:rPr>
              <a:t>• WinRM enabled</a:t>
            </a:r>
          </a:p>
          <a:p>
            <a:r>
              <a:rPr lang="en-US" sz="1700" b="1" dirty="0">
                <a:solidFill>
                  <a:srgbClr val="595959"/>
                </a:solidFill>
              </a:rPr>
              <a:t>• Firewall configured</a:t>
            </a:r>
          </a:p>
          <a:p>
            <a:r>
              <a:rPr lang="en-US" sz="1700" b="1" dirty="0">
                <a:solidFill>
                  <a:srgbClr val="595959"/>
                </a:solidFill>
              </a:rPr>
              <a:t>• </a:t>
            </a:r>
            <a:r>
              <a:rPr lang="en-US" sz="1700" b="1" dirty="0" err="1">
                <a:solidFill>
                  <a:srgbClr val="595959"/>
                </a:solidFill>
              </a:rPr>
              <a:t>win_ping</a:t>
            </a:r>
            <a:r>
              <a:rPr lang="en-US" sz="1700" b="1" dirty="0">
                <a:solidFill>
                  <a:srgbClr val="595959"/>
                </a:solidFill>
              </a:rPr>
              <a:t> successful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0FFD5-1AB6-2840-597E-0677FE5C0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39261"/>
            <a:ext cx="3597792" cy="3625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826340"/>
            <a:ext cx="3264837" cy="664029"/>
          </a:xfrm>
        </p:spPr>
        <p:txBody>
          <a:bodyPr anchor="b">
            <a:normAutofit/>
          </a:bodyPr>
          <a:lstStyle/>
          <a:p>
            <a:r>
              <a:rPr lang="en-IN" sz="2800" dirty="0">
                <a:solidFill>
                  <a:srgbClr val="595959"/>
                </a:solidFill>
              </a:rPr>
              <a:t>What is </a:t>
            </a:r>
            <a:r>
              <a:rPr lang="en-IN" sz="2800" dirty="0" err="1">
                <a:solidFill>
                  <a:srgbClr val="595959"/>
                </a:solidFill>
              </a:rPr>
              <a:t>win_file</a:t>
            </a:r>
            <a:r>
              <a:rPr lang="en-IN" sz="2800" dirty="0">
                <a:solidFill>
                  <a:srgbClr val="595959"/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87" y="2447337"/>
            <a:ext cx="4332514" cy="3770434"/>
          </a:xfrm>
        </p:spPr>
        <p:txBody>
          <a:bodyPr anchor="t">
            <a:normAutofit/>
          </a:bodyPr>
          <a:lstStyle/>
          <a:p>
            <a:r>
              <a:rPr lang="en-US" sz="1800" b="1" dirty="0">
                <a:solidFill>
                  <a:srgbClr val="595959"/>
                </a:solidFill>
              </a:rPr>
              <a:t>Manages files and directories on Windows hosts.</a:t>
            </a:r>
          </a:p>
          <a:p>
            <a:endParaRPr lang="en-US" sz="1800" b="1" dirty="0">
              <a:solidFill>
                <a:srgbClr val="595959"/>
              </a:solidFill>
            </a:endParaRPr>
          </a:p>
          <a:p>
            <a:r>
              <a:rPr lang="en-US" sz="1800" b="1" dirty="0">
                <a:solidFill>
                  <a:srgbClr val="595959"/>
                </a:solidFill>
              </a:rPr>
              <a:t>States:</a:t>
            </a:r>
          </a:p>
          <a:p>
            <a:r>
              <a:rPr lang="en-US" sz="1800" b="1" dirty="0">
                <a:solidFill>
                  <a:srgbClr val="595959"/>
                </a:solidFill>
              </a:rPr>
              <a:t>• directory</a:t>
            </a:r>
          </a:p>
          <a:p>
            <a:r>
              <a:rPr lang="en-US" sz="1800" b="1" dirty="0">
                <a:solidFill>
                  <a:srgbClr val="595959"/>
                </a:solidFill>
              </a:rPr>
              <a:t>• touch</a:t>
            </a:r>
          </a:p>
          <a:p>
            <a:r>
              <a:rPr lang="en-US" sz="1800" b="1" dirty="0">
                <a:solidFill>
                  <a:srgbClr val="595959"/>
                </a:solidFill>
              </a:rPr>
              <a:t>• absent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D3157-57E2-ECF3-DEF2-DA04CE20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39261"/>
            <a:ext cx="3597792" cy="3625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685800"/>
            <a:ext cx="3264837" cy="609600"/>
          </a:xfrm>
        </p:spPr>
        <p:txBody>
          <a:bodyPr anchor="b">
            <a:normAutofit/>
          </a:bodyPr>
          <a:lstStyle/>
          <a:p>
            <a:r>
              <a:rPr lang="en-IN" sz="2800" dirty="0">
                <a:solidFill>
                  <a:srgbClr val="595959"/>
                </a:solidFill>
              </a:rPr>
              <a:t>Inventory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2191483"/>
            <a:ext cx="4299857" cy="37704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595959"/>
                </a:solidFill>
              </a:rPr>
              <a:t>[windows]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595959"/>
                </a:solidFill>
              </a:rPr>
              <a:t>Windows1 ansible_host=172.31.97.153</a:t>
            </a:r>
          </a:p>
          <a:p>
            <a:endParaRPr lang="en-US" sz="1800" b="1" dirty="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595959"/>
                </a:solidFill>
              </a:rPr>
              <a:t>[</a:t>
            </a:r>
            <a:r>
              <a:rPr lang="en-US" sz="1800" b="1" dirty="0" err="1">
                <a:solidFill>
                  <a:srgbClr val="595959"/>
                </a:solidFill>
              </a:rPr>
              <a:t>windows:vars</a:t>
            </a:r>
            <a:r>
              <a:rPr lang="en-US" sz="1800" b="1" dirty="0">
                <a:solidFill>
                  <a:srgbClr val="595959"/>
                </a:solidFill>
              </a:rPr>
              <a:t>]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595959"/>
                </a:solidFill>
              </a:rPr>
              <a:t>ansible_user=ansible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595959"/>
                </a:solidFill>
              </a:rPr>
              <a:t>ansible_connection=</a:t>
            </a:r>
            <a:r>
              <a:rPr lang="en-US" sz="1800" b="1" dirty="0" err="1">
                <a:solidFill>
                  <a:srgbClr val="595959"/>
                </a:solidFill>
              </a:rPr>
              <a:t>winrm</a:t>
            </a:r>
            <a:endParaRPr lang="en-US" sz="1800" b="1" dirty="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595959"/>
                </a:solidFill>
              </a:rPr>
              <a:t>ansible_port=5985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B6B954-B524-976E-9BD2-5011C4E1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39261"/>
            <a:ext cx="3597792" cy="3625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1378658"/>
            <a:ext cx="3635389" cy="521205"/>
          </a:xfrm>
        </p:spPr>
        <p:txBody>
          <a:bodyPr anchor="b">
            <a:normAutofit/>
          </a:bodyPr>
          <a:lstStyle/>
          <a:p>
            <a:r>
              <a:rPr lang="en-IN" sz="2800" dirty="0">
                <a:solidFill>
                  <a:srgbClr val="595959"/>
                </a:solidFill>
              </a:rPr>
              <a:t>Create Directory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581" y="2633408"/>
            <a:ext cx="3264837" cy="861920"/>
          </a:xfrm>
        </p:spPr>
        <p:txBody>
          <a:bodyPr anchor="t">
            <a:normAutofit/>
          </a:bodyPr>
          <a:lstStyle/>
          <a:p>
            <a:r>
              <a:rPr lang="en-US" sz="1800" b="1" dirty="0">
                <a:solidFill>
                  <a:srgbClr val="595959"/>
                </a:solidFill>
              </a:rPr>
              <a:t>path: C:\Ansible\Logs</a:t>
            </a:r>
          </a:p>
          <a:p>
            <a:r>
              <a:rPr lang="en-US" sz="1800" b="1" dirty="0">
                <a:solidFill>
                  <a:srgbClr val="595959"/>
                </a:solidFill>
              </a:rPr>
              <a:t>state: directory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8784B-80B7-6752-822B-183240FD0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39261"/>
            <a:ext cx="3597792" cy="3625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371" y="979714"/>
            <a:ext cx="4071256" cy="1180752"/>
          </a:xfrm>
        </p:spPr>
        <p:txBody>
          <a:bodyPr anchor="b">
            <a:normAutofit/>
          </a:bodyPr>
          <a:lstStyle/>
          <a:p>
            <a:r>
              <a:rPr lang="en-IN" sz="2800" dirty="0">
                <a:solidFill>
                  <a:srgbClr val="595959"/>
                </a:solidFill>
              </a:rPr>
              <a:t>Create Nested Directories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371" y="3187565"/>
            <a:ext cx="4071256" cy="1068749"/>
          </a:xfrm>
        </p:spPr>
        <p:txBody>
          <a:bodyPr anchor="t">
            <a:normAutofit/>
          </a:bodyPr>
          <a:lstStyle/>
          <a:p>
            <a:r>
              <a:rPr lang="en-US" sz="1800" b="1" dirty="0">
                <a:solidFill>
                  <a:srgbClr val="595959"/>
                </a:solidFill>
              </a:rPr>
              <a:t>path: C:\Ansible\Projects\App1\Logs</a:t>
            </a:r>
          </a:p>
          <a:p>
            <a:r>
              <a:rPr lang="en-US" sz="1800" b="1" dirty="0">
                <a:solidFill>
                  <a:srgbClr val="595959"/>
                </a:solidFill>
              </a:rPr>
              <a:t>state: directory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77B00-760E-54F0-4A12-B7108E8F2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39261"/>
            <a:ext cx="3597792" cy="3625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1639260"/>
            <a:ext cx="3264837" cy="521205"/>
          </a:xfrm>
        </p:spPr>
        <p:txBody>
          <a:bodyPr anchor="b">
            <a:normAutofit fontScale="90000"/>
          </a:bodyPr>
          <a:lstStyle/>
          <a:p>
            <a:r>
              <a:rPr lang="en-IN" sz="3200" b="1" dirty="0">
                <a:solidFill>
                  <a:srgbClr val="595959"/>
                </a:solidFill>
              </a:rPr>
              <a:t>Touch Files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581" y="2868038"/>
            <a:ext cx="3264837" cy="1721892"/>
          </a:xfrm>
        </p:spPr>
        <p:txBody>
          <a:bodyPr anchor="t">
            <a:normAutofit/>
          </a:bodyPr>
          <a:lstStyle/>
          <a:p>
            <a:r>
              <a:rPr lang="en-US" sz="1700" b="1" dirty="0">
                <a:solidFill>
                  <a:srgbClr val="595959"/>
                </a:solidFill>
              </a:rPr>
              <a:t>path: C:\Ansible\Logs\app.log</a:t>
            </a:r>
          </a:p>
          <a:p>
            <a:r>
              <a:rPr lang="en-US" sz="1700" b="1" dirty="0">
                <a:solidFill>
                  <a:srgbClr val="595959"/>
                </a:solidFill>
              </a:rPr>
              <a:t>state: touch</a:t>
            </a:r>
          </a:p>
          <a:p>
            <a:endParaRPr lang="en-US" sz="1700" b="1" dirty="0">
              <a:solidFill>
                <a:srgbClr val="595959"/>
              </a:solidFill>
            </a:endParaRPr>
          </a:p>
          <a:p>
            <a:r>
              <a:rPr lang="en-US" sz="1700" b="1" dirty="0">
                <a:solidFill>
                  <a:srgbClr val="595959"/>
                </a:solidFill>
              </a:rPr>
              <a:t>Creates file or updates timestamp.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D67C-A4DE-E92D-3E35-59095636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39261"/>
            <a:ext cx="3597792" cy="3625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0" y="1304699"/>
            <a:ext cx="3264837" cy="669123"/>
          </a:xfrm>
        </p:spPr>
        <p:txBody>
          <a:bodyPr anchor="ctr">
            <a:normAutofit/>
          </a:bodyPr>
          <a:lstStyle/>
          <a:p>
            <a:r>
              <a:rPr lang="en-IN" sz="2800" b="1" dirty="0">
                <a:solidFill>
                  <a:srgbClr val="595959"/>
                </a:solidFill>
              </a:rPr>
              <a:t>Deletion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581" y="2447337"/>
            <a:ext cx="3264837" cy="2004920"/>
          </a:xfrm>
        </p:spPr>
        <p:txBody>
          <a:bodyPr anchor="t">
            <a:normAutofit/>
          </a:bodyPr>
          <a:lstStyle/>
          <a:p>
            <a:r>
              <a:rPr lang="en-US" sz="1800" b="1" dirty="0">
                <a:solidFill>
                  <a:srgbClr val="595959"/>
                </a:solidFill>
              </a:rPr>
              <a:t>Remove old.log</a:t>
            </a:r>
          </a:p>
          <a:p>
            <a:r>
              <a:rPr lang="en-US" sz="1800" b="1" dirty="0">
                <a:solidFill>
                  <a:srgbClr val="595959"/>
                </a:solidFill>
              </a:rPr>
              <a:t>Remove C:\Ansible\Temp recursively</a:t>
            </a:r>
          </a:p>
          <a:p>
            <a:r>
              <a:rPr lang="en-US" sz="1800" b="1" dirty="0">
                <a:solidFill>
                  <a:srgbClr val="595959"/>
                </a:solidFill>
              </a:rPr>
              <a:t>Remove entire C:\Ansible recursively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3854C-00D1-D1B2-5DDE-1080F892E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39261"/>
            <a:ext cx="3597792" cy="3625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1378658"/>
            <a:ext cx="3264837" cy="521205"/>
          </a:xfrm>
        </p:spPr>
        <p:txBody>
          <a:bodyPr anchor="b">
            <a:normAutofit/>
          </a:bodyPr>
          <a:lstStyle/>
          <a:p>
            <a:r>
              <a:rPr lang="en-IN" sz="2800" b="1" dirty="0">
                <a:solidFill>
                  <a:srgbClr val="595959"/>
                </a:solidFill>
              </a:rPr>
              <a:t>Important Warning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581" y="2447337"/>
            <a:ext cx="3264837" cy="1906949"/>
          </a:xfrm>
        </p:spPr>
        <p:txBody>
          <a:bodyPr anchor="ctr">
            <a:normAutofit/>
          </a:bodyPr>
          <a:lstStyle/>
          <a:p>
            <a:r>
              <a:rPr lang="en-US" sz="1700" b="1" dirty="0">
                <a:solidFill>
                  <a:srgbClr val="595959"/>
                </a:solidFill>
              </a:rPr>
              <a:t>Using state: absent on parent directories removes all child content recursively. Verify paths before production execution.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78128-CA47-F3A1-402E-D8A95F2C0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39261"/>
            <a:ext cx="3597792" cy="3625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1639260"/>
            <a:ext cx="3264837" cy="521205"/>
          </a:xfrm>
        </p:spPr>
        <p:txBody>
          <a:bodyPr anchor="b">
            <a:normAutofit/>
          </a:bodyPr>
          <a:lstStyle/>
          <a:p>
            <a:r>
              <a:rPr lang="en-IN" sz="2800" b="1" dirty="0">
                <a:solidFill>
                  <a:srgbClr val="595959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781" y="2846266"/>
            <a:ext cx="3264837" cy="2135549"/>
          </a:xfrm>
        </p:spPr>
        <p:txBody>
          <a:bodyPr anchor="t">
            <a:normAutofit/>
          </a:bodyPr>
          <a:lstStyle/>
          <a:p>
            <a:r>
              <a:rPr lang="en-US" sz="1700" b="1" dirty="0">
                <a:solidFill>
                  <a:srgbClr val="595959"/>
                </a:solidFill>
              </a:rPr>
              <a:t>• Single module for Windows file management</a:t>
            </a:r>
          </a:p>
          <a:p>
            <a:r>
              <a:rPr lang="en-US" sz="1700" b="1" dirty="0">
                <a:solidFill>
                  <a:srgbClr val="595959"/>
                </a:solidFill>
              </a:rPr>
              <a:t>• Idempotent operations</a:t>
            </a:r>
          </a:p>
          <a:p>
            <a:r>
              <a:rPr lang="en-US" sz="1700" b="1" dirty="0">
                <a:solidFill>
                  <a:srgbClr val="595959"/>
                </a:solidFill>
              </a:rPr>
              <a:t>• Recursive cleanup</a:t>
            </a:r>
          </a:p>
          <a:p>
            <a:r>
              <a:rPr lang="en-US" sz="1700" b="1" dirty="0">
                <a:solidFill>
                  <a:srgbClr val="595959"/>
                </a:solidFill>
              </a:rPr>
              <a:t>• Useful for deployments and housekeeping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781F9-DFBC-91A0-0661-8081DF42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39261"/>
            <a:ext cx="3597792" cy="3625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229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Ansible win_file Module</vt:lpstr>
      <vt:lpstr>Prerequisites</vt:lpstr>
      <vt:lpstr>What is win_file?</vt:lpstr>
      <vt:lpstr>Inventory Overview</vt:lpstr>
      <vt:lpstr>Create Directory Demo</vt:lpstr>
      <vt:lpstr>Create Nested Directories Demo</vt:lpstr>
      <vt:lpstr>Touch Files Demo</vt:lpstr>
      <vt:lpstr>Deletion Demo</vt:lpstr>
      <vt:lpstr>Important Warning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Pal, Soumyendu</dc:creator>
  <cp:keywords/>
  <dc:description>generated using python-pptx</dc:description>
  <cp:lastModifiedBy>Pal, Soumyendu</cp:lastModifiedBy>
  <cp:revision>3</cp:revision>
  <dcterms:created xsi:type="dcterms:W3CDTF">2026-07-18T05:42:00Z</dcterms:created>
  <dcterms:modified xsi:type="dcterms:W3CDTF">2026-07-19T03:19:15Z</dcterms:modified>
  <cp:category/>
</cp:coreProperties>
</file>