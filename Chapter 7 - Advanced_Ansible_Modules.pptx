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6" r:id="rId5"/>
    <p:sldId id="259" r:id="rId6"/>
    <p:sldId id="2627" r:id="rId7"/>
    <p:sldId id="260" r:id="rId8"/>
    <p:sldId id="2631" r:id="rId9"/>
    <p:sldId id="2628" r:id="rId10"/>
    <p:sldId id="261" r:id="rId11"/>
    <p:sldId id="2635" r:id="rId12"/>
    <p:sldId id="262" r:id="rId13"/>
    <p:sldId id="262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E58922-F8A3-49C5-9FEC-6A0C8FCE86C2}" v="166" dt="2025-11-24T08:19:28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92440D97-2063-49B4-9BF5-3A22B04E4F12}"/>
    <pc:docChg chg="undo redo custSel addSld delSld modSld sldOrd delMainMaster modMainMaster">
      <pc:chgData name="Pal, Soumyendu" userId="68503d3d-ac8d-4828-9c3f-abc5a97f3674" providerId="ADAL" clId="{92440D97-2063-49B4-9BF5-3A22B04E4F12}" dt="2025-11-24T11:05:40.404" v="2570" actId="113"/>
      <pc:docMkLst>
        <pc:docMk/>
      </pc:docMkLst>
      <pc:sldChg chg="addSp delSp modSp mod setBg">
        <pc:chgData name="Pal, Soumyendu" userId="68503d3d-ac8d-4828-9c3f-abc5a97f3674" providerId="ADAL" clId="{92440D97-2063-49B4-9BF5-3A22B04E4F12}" dt="2025-11-24T08:19:33.846" v="2512" actId="14100"/>
        <pc:sldMkLst>
          <pc:docMk/>
          <pc:sldMk cId="0" sldId="256"/>
        </pc:sldMkLst>
        <pc:spChg chg="mod">
          <ac:chgData name="Pal, Soumyendu" userId="68503d3d-ac8d-4828-9c3f-abc5a97f3674" providerId="ADAL" clId="{92440D97-2063-49B4-9BF5-3A22B04E4F12}" dt="2025-11-23T12:22:22.260" v="2074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12:33:59.824" v="2180" actId="14100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Pal, Soumyendu" userId="68503d3d-ac8d-4828-9c3f-abc5a97f3674" providerId="ADAL" clId="{92440D97-2063-49B4-9BF5-3A22B04E4F12}" dt="2025-11-23T12:33:51.005" v="2176" actId="478"/>
          <ac:spMkLst>
            <pc:docMk/>
            <pc:sldMk cId="0" sldId="256"/>
            <ac:spMk id="5" creationId="{473F78FD-A2CD-DD8A-AFDA-0879EDCCAC3B}"/>
          </ac:spMkLst>
        </pc:spChg>
        <pc:spChg chg="add mod">
          <ac:chgData name="Pal, Soumyendu" userId="68503d3d-ac8d-4828-9c3f-abc5a97f3674" providerId="ADAL" clId="{92440D97-2063-49B4-9BF5-3A22B04E4F12}" dt="2025-11-24T08:19:33.846" v="2512" actId="14100"/>
          <ac:spMkLst>
            <pc:docMk/>
            <pc:sldMk cId="0" sldId="256"/>
            <ac:spMk id="5" creationId="{C8401DB5-253C-F4FF-ED17-64CF6D850C66}"/>
          </ac:spMkLst>
        </pc:spChg>
        <pc:spChg chg="add">
          <ac:chgData name="Pal, Soumyendu" userId="68503d3d-ac8d-4828-9c3f-abc5a97f3674" providerId="ADAL" clId="{92440D97-2063-49B4-9BF5-3A22B04E4F12}" dt="2025-11-23T04:07:40.723" v="244" actId="26606"/>
          <ac:spMkLst>
            <pc:docMk/>
            <pc:sldMk cId="0" sldId="256"/>
            <ac:spMk id="9" creationId="{907EF6B7-1338-4443-8C46-6A318D952DFD}"/>
          </ac:spMkLst>
        </pc:spChg>
        <pc:spChg chg="add">
          <ac:chgData name="Pal, Soumyendu" userId="68503d3d-ac8d-4828-9c3f-abc5a97f3674" providerId="ADAL" clId="{92440D97-2063-49B4-9BF5-3A22B04E4F12}" dt="2025-11-23T04:07:40.723" v="244" actId="26606"/>
          <ac:spMkLst>
            <pc:docMk/>
            <pc:sldMk cId="0" sldId="256"/>
            <ac:spMk id="11" creationId="{DAAE4CDD-124C-4DCF-9584-B6033B545DD5}"/>
          </ac:spMkLst>
        </pc:spChg>
        <pc:spChg chg="add">
          <ac:chgData name="Pal, Soumyendu" userId="68503d3d-ac8d-4828-9c3f-abc5a97f3674" providerId="ADAL" clId="{92440D97-2063-49B4-9BF5-3A22B04E4F12}" dt="2025-11-23T04:07:40.723" v="244" actId="26606"/>
          <ac:spMkLst>
            <pc:docMk/>
            <pc:sldMk cId="0" sldId="256"/>
            <ac:spMk id="13" creationId="{081E4A58-353D-44AE-B2FC-2A74E2E400F7}"/>
          </ac:spMkLst>
        </pc:spChg>
        <pc:picChg chg="add mod">
          <ac:chgData name="Pal, Soumyendu" userId="68503d3d-ac8d-4828-9c3f-abc5a97f3674" providerId="ADAL" clId="{92440D97-2063-49B4-9BF5-3A22B04E4F12}" dt="2025-11-23T12:23:38.500" v="2093" actId="1035"/>
          <ac:picMkLst>
            <pc:docMk/>
            <pc:sldMk cId="0" sldId="256"/>
            <ac:picMk id="4" creationId="{B295BB74-E986-FACD-594C-8C7E0FCC7702}"/>
          </ac:picMkLst>
        </pc:picChg>
      </pc:sldChg>
      <pc:sldChg chg="addSp modSp mod setBg">
        <pc:chgData name="Pal, Soumyendu" userId="68503d3d-ac8d-4828-9c3f-abc5a97f3674" providerId="ADAL" clId="{92440D97-2063-49B4-9BF5-3A22B04E4F12}" dt="2025-11-24T10:07:32.104" v="2569" actId="6549"/>
        <pc:sldMkLst>
          <pc:docMk/>
          <pc:sldMk cId="0" sldId="257"/>
        </pc:sldMkLst>
        <pc:spChg chg="mod">
          <ac:chgData name="Pal, Soumyendu" userId="68503d3d-ac8d-4828-9c3f-abc5a97f3674" providerId="ADAL" clId="{92440D97-2063-49B4-9BF5-3A22B04E4F12}" dt="2025-11-24T10:07:32.104" v="2569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12:29:47.898" v="2126" actId="20577"/>
          <ac:spMkLst>
            <pc:docMk/>
            <pc:sldMk cId="0" sldId="257"/>
            <ac:spMk id="3" creationId="{00000000-0000-0000-0000-000000000000}"/>
          </ac:spMkLst>
        </pc:spChg>
        <pc:spChg chg="add">
          <ac:chgData name="Pal, Soumyendu" userId="68503d3d-ac8d-4828-9c3f-abc5a97f3674" providerId="ADAL" clId="{92440D97-2063-49B4-9BF5-3A22B04E4F12}" dt="2025-11-23T04:07:33.620" v="243" actId="26606"/>
          <ac:spMkLst>
            <pc:docMk/>
            <pc:sldMk cId="0" sldId="257"/>
            <ac:spMk id="8" creationId="{907EF6B7-1338-4443-8C46-6A318D952DFD}"/>
          </ac:spMkLst>
        </pc:spChg>
        <pc:spChg chg="add">
          <ac:chgData name="Pal, Soumyendu" userId="68503d3d-ac8d-4828-9c3f-abc5a97f3674" providerId="ADAL" clId="{92440D97-2063-49B4-9BF5-3A22B04E4F12}" dt="2025-11-23T04:07:33.620" v="243" actId="26606"/>
          <ac:spMkLst>
            <pc:docMk/>
            <pc:sldMk cId="0" sldId="257"/>
            <ac:spMk id="10" creationId="{DAAE4CDD-124C-4DCF-9584-B6033B545DD5}"/>
          </ac:spMkLst>
        </pc:spChg>
        <pc:spChg chg="add">
          <ac:chgData name="Pal, Soumyendu" userId="68503d3d-ac8d-4828-9c3f-abc5a97f3674" providerId="ADAL" clId="{92440D97-2063-49B4-9BF5-3A22B04E4F12}" dt="2025-11-23T04:07:33.620" v="243" actId="26606"/>
          <ac:spMkLst>
            <pc:docMk/>
            <pc:sldMk cId="0" sldId="257"/>
            <ac:spMk id="12" creationId="{081E4A58-353D-44AE-B2FC-2A74E2E400F7}"/>
          </ac:spMkLst>
        </pc:spChg>
        <pc:picChg chg="add mod">
          <ac:chgData name="Pal, Soumyendu" userId="68503d3d-ac8d-4828-9c3f-abc5a97f3674" providerId="ADAL" clId="{92440D97-2063-49B4-9BF5-3A22B04E4F12}" dt="2025-11-23T12:23:45.375" v="2103" actId="1035"/>
          <ac:picMkLst>
            <pc:docMk/>
            <pc:sldMk cId="0" sldId="257"/>
            <ac:picMk id="4" creationId="{AB2D0577-571B-4159-E206-CAA11421406F}"/>
          </ac:picMkLst>
        </pc:picChg>
      </pc:sldChg>
      <pc:sldChg chg="addSp delSp modSp mod ord setBg">
        <pc:chgData name="Pal, Soumyendu" userId="68503d3d-ac8d-4828-9c3f-abc5a97f3674" providerId="ADAL" clId="{92440D97-2063-49B4-9BF5-3A22B04E4F12}" dt="2025-11-24T08:17:33.092" v="2482" actId="1076"/>
        <pc:sldMkLst>
          <pc:docMk/>
          <pc:sldMk cId="0" sldId="258"/>
        </pc:sldMkLst>
        <pc:spChg chg="mod">
          <ac:chgData name="Pal, Soumyendu" userId="68503d3d-ac8d-4828-9c3f-abc5a97f3674" providerId="ADAL" clId="{92440D97-2063-49B4-9BF5-3A22B04E4F12}" dt="2025-11-23T05:45:04.079" v="1326" actId="404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Pal, Soumyendu" userId="68503d3d-ac8d-4828-9c3f-abc5a97f3674" providerId="ADAL" clId="{92440D97-2063-49B4-9BF5-3A22B04E4F12}" dt="2025-11-23T04:07:23.305" v="242" actId="26606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Pal, Soumyendu" userId="68503d3d-ac8d-4828-9c3f-abc5a97f3674" providerId="ADAL" clId="{92440D97-2063-49B4-9BF5-3A22B04E4F12}" dt="2025-11-24T08:15:30.897" v="2456" actId="478"/>
          <ac:spMkLst>
            <pc:docMk/>
            <pc:sldMk cId="0" sldId="258"/>
            <ac:spMk id="3" creationId="{BD97793F-E95B-56F9-9BB9-D94B84313AFD}"/>
          </ac:spMkLst>
        </pc:spChg>
        <pc:spChg chg="add">
          <ac:chgData name="Pal, Soumyendu" userId="68503d3d-ac8d-4828-9c3f-abc5a97f3674" providerId="ADAL" clId="{92440D97-2063-49B4-9BF5-3A22B04E4F12}" dt="2025-11-23T04:12:10.449" v="421"/>
          <ac:spMkLst>
            <pc:docMk/>
            <pc:sldMk cId="0" sldId="258"/>
            <ac:spMk id="5" creationId="{6E6DEC69-4DE9-088A-E8E6-75427EA0169A}"/>
          </ac:spMkLst>
        </pc:spChg>
        <pc:spChg chg="add mod">
          <ac:chgData name="Pal, Soumyendu" userId="68503d3d-ac8d-4828-9c3f-abc5a97f3674" providerId="ADAL" clId="{92440D97-2063-49B4-9BF5-3A22B04E4F12}" dt="2025-11-24T08:17:33.092" v="2482" actId="1076"/>
          <ac:spMkLst>
            <pc:docMk/>
            <pc:sldMk cId="0" sldId="258"/>
            <ac:spMk id="8" creationId="{00000000-0000-0000-0000-000000000000}"/>
          </ac:spMkLst>
        </pc:spChg>
        <pc:spChg chg="add">
          <ac:chgData name="Pal, Soumyendu" userId="68503d3d-ac8d-4828-9c3f-abc5a97f3674" providerId="ADAL" clId="{92440D97-2063-49B4-9BF5-3A22B04E4F12}" dt="2025-11-23T04:07:23.305" v="242" actId="26606"/>
          <ac:spMkLst>
            <pc:docMk/>
            <pc:sldMk cId="0" sldId="258"/>
            <ac:spMk id="9" creationId="{907EF6B7-1338-4443-8C46-6A318D952DFD}"/>
          </ac:spMkLst>
        </pc:spChg>
        <pc:spChg chg="add">
          <ac:chgData name="Pal, Soumyendu" userId="68503d3d-ac8d-4828-9c3f-abc5a97f3674" providerId="ADAL" clId="{92440D97-2063-49B4-9BF5-3A22B04E4F12}" dt="2025-11-23T04:07:23.305" v="242" actId="26606"/>
          <ac:spMkLst>
            <pc:docMk/>
            <pc:sldMk cId="0" sldId="258"/>
            <ac:spMk id="11" creationId="{DAAE4CDD-124C-4DCF-9584-B6033B545DD5}"/>
          </ac:spMkLst>
        </pc:spChg>
        <pc:spChg chg="add">
          <ac:chgData name="Pal, Soumyendu" userId="68503d3d-ac8d-4828-9c3f-abc5a97f3674" providerId="ADAL" clId="{92440D97-2063-49B4-9BF5-3A22B04E4F12}" dt="2025-11-23T04:07:23.305" v="242" actId="26606"/>
          <ac:spMkLst>
            <pc:docMk/>
            <pc:sldMk cId="0" sldId="258"/>
            <ac:spMk id="13" creationId="{081E4A58-353D-44AE-B2FC-2A74E2E400F7}"/>
          </ac:spMkLst>
        </pc:spChg>
        <pc:graphicFrameChg chg="add del">
          <ac:chgData name="Pal, Soumyendu" userId="68503d3d-ac8d-4828-9c3f-abc5a97f3674" providerId="ADAL" clId="{92440D97-2063-49B4-9BF5-3A22B04E4F12}" dt="2025-11-23T04:07:23.293" v="241" actId="26606"/>
          <ac:graphicFrameMkLst>
            <pc:docMk/>
            <pc:sldMk cId="0" sldId="258"/>
            <ac:graphicFrameMk id="6" creationId="{EE13B3A5-5594-1D98-31AD-803325F65CC3}"/>
          </ac:graphicFrameMkLst>
        </pc:graphicFrameChg>
        <pc:picChg chg="add mod">
          <ac:chgData name="Pal, Soumyendu" userId="68503d3d-ac8d-4828-9c3f-abc5a97f3674" providerId="ADAL" clId="{92440D97-2063-49B4-9BF5-3A22B04E4F12}" dt="2025-11-23T05:11:27.132" v="1005" actId="1035"/>
          <ac:picMkLst>
            <pc:docMk/>
            <pc:sldMk cId="0" sldId="258"/>
            <ac:picMk id="4" creationId="{425725C8-ACC7-0F4B-01F0-9B22F7ED6472}"/>
          </ac:picMkLst>
        </pc:picChg>
      </pc:sldChg>
      <pc:sldChg chg="addSp modSp mod setBg">
        <pc:chgData name="Pal, Soumyendu" userId="68503d3d-ac8d-4828-9c3f-abc5a97f3674" providerId="ADAL" clId="{92440D97-2063-49B4-9BF5-3A22B04E4F12}" dt="2025-11-24T08:18:23.160" v="2506" actId="20577"/>
        <pc:sldMkLst>
          <pc:docMk/>
          <pc:sldMk cId="0" sldId="259"/>
        </pc:sldMkLst>
        <pc:spChg chg="mod">
          <ac:chgData name="Pal, Soumyendu" userId="68503d3d-ac8d-4828-9c3f-abc5a97f3674" providerId="ADAL" clId="{92440D97-2063-49B4-9BF5-3A22B04E4F12}" dt="2025-11-23T05:45:17.834" v="1329" actId="404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12:20:23.456" v="2049" actId="14100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Pal, Soumyendu" userId="68503d3d-ac8d-4828-9c3f-abc5a97f3674" providerId="ADAL" clId="{92440D97-2063-49B4-9BF5-3A22B04E4F12}" dt="2025-11-24T08:18:23.160" v="2506" actId="20577"/>
          <ac:spMkLst>
            <pc:docMk/>
            <pc:sldMk cId="0" sldId="259"/>
            <ac:spMk id="6" creationId="{CFB05927-B030-509B-F024-6EF9E28B7421}"/>
          </ac:spMkLst>
        </pc:spChg>
        <pc:spChg chg="add">
          <ac:chgData name="Pal, Soumyendu" userId="68503d3d-ac8d-4828-9c3f-abc5a97f3674" providerId="ADAL" clId="{92440D97-2063-49B4-9BF5-3A22B04E4F12}" dt="2025-11-23T12:11:06.893" v="1801"/>
          <ac:spMkLst>
            <pc:docMk/>
            <pc:sldMk cId="0" sldId="259"/>
            <ac:spMk id="7" creationId="{44F33D54-B9F8-647A-E548-3A13D6CC4C2B}"/>
          </ac:spMkLst>
        </pc:spChg>
        <pc:spChg chg="add">
          <ac:chgData name="Pal, Soumyendu" userId="68503d3d-ac8d-4828-9c3f-abc5a97f3674" providerId="ADAL" clId="{92440D97-2063-49B4-9BF5-3A22B04E4F12}" dt="2025-11-23T04:08:05.596" v="246" actId="26606"/>
          <ac:spMkLst>
            <pc:docMk/>
            <pc:sldMk cId="0" sldId="259"/>
            <ac:spMk id="8" creationId="{907EF6B7-1338-4443-8C46-6A318D952DFD}"/>
          </ac:spMkLst>
        </pc:spChg>
        <pc:spChg chg="add">
          <ac:chgData name="Pal, Soumyendu" userId="68503d3d-ac8d-4828-9c3f-abc5a97f3674" providerId="ADAL" clId="{92440D97-2063-49B4-9BF5-3A22B04E4F12}" dt="2025-11-23T04:08:05.596" v="246" actId="26606"/>
          <ac:spMkLst>
            <pc:docMk/>
            <pc:sldMk cId="0" sldId="259"/>
            <ac:spMk id="10" creationId="{DAAE4CDD-124C-4DCF-9584-B6033B545DD5}"/>
          </ac:spMkLst>
        </pc:spChg>
        <pc:spChg chg="add">
          <ac:chgData name="Pal, Soumyendu" userId="68503d3d-ac8d-4828-9c3f-abc5a97f3674" providerId="ADAL" clId="{92440D97-2063-49B4-9BF5-3A22B04E4F12}" dt="2025-11-23T04:08:05.596" v="246" actId="26606"/>
          <ac:spMkLst>
            <pc:docMk/>
            <pc:sldMk cId="0" sldId="259"/>
            <ac:spMk id="12" creationId="{081E4A58-353D-44AE-B2FC-2A74E2E400F7}"/>
          </ac:spMkLst>
        </pc:spChg>
        <pc:picChg chg="add mod">
          <ac:chgData name="Pal, Soumyendu" userId="68503d3d-ac8d-4828-9c3f-abc5a97f3674" providerId="ADAL" clId="{92440D97-2063-49B4-9BF5-3A22B04E4F12}" dt="2025-11-23T05:11:32.332" v="1006"/>
          <ac:picMkLst>
            <pc:docMk/>
            <pc:sldMk cId="0" sldId="259"/>
            <ac:picMk id="4" creationId="{FA01DFA7-06F1-1E91-441B-E7579C4AFA91}"/>
          </ac:picMkLst>
        </pc:picChg>
      </pc:sldChg>
      <pc:sldChg chg="addSp delSp modSp mod setBg">
        <pc:chgData name="Pal, Soumyendu" userId="68503d3d-ac8d-4828-9c3f-abc5a97f3674" providerId="ADAL" clId="{92440D97-2063-49B4-9BF5-3A22B04E4F12}" dt="2025-11-23T05:46:03.616" v="1350" actId="1037"/>
        <pc:sldMkLst>
          <pc:docMk/>
          <pc:sldMk cId="0" sldId="260"/>
        </pc:sldMkLst>
        <pc:spChg chg="mod">
          <ac:chgData name="Pal, Soumyendu" userId="68503d3d-ac8d-4828-9c3f-abc5a97f3674" providerId="ADAL" clId="{92440D97-2063-49B4-9BF5-3A22B04E4F12}" dt="2025-11-23T05:46:03.616" v="1350" actId="1037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05:39:22.042" v="1314" actId="207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Pal, Soumyendu" userId="68503d3d-ac8d-4828-9c3f-abc5a97f3674" providerId="ADAL" clId="{92440D97-2063-49B4-9BF5-3A22B04E4F12}" dt="2025-11-23T05:11:43.535" v="1033" actId="26606"/>
          <ac:spMkLst>
            <pc:docMk/>
            <pc:sldMk cId="0" sldId="260"/>
            <ac:spMk id="8" creationId="{907EF6B7-1338-4443-8C46-6A318D952DFD}"/>
          </ac:spMkLst>
        </pc:spChg>
        <pc:spChg chg="add del">
          <ac:chgData name="Pal, Soumyendu" userId="68503d3d-ac8d-4828-9c3f-abc5a97f3674" providerId="ADAL" clId="{92440D97-2063-49B4-9BF5-3A22B04E4F12}" dt="2025-11-23T05:11:43.535" v="1033" actId="26606"/>
          <ac:spMkLst>
            <pc:docMk/>
            <pc:sldMk cId="0" sldId="260"/>
            <ac:spMk id="10" creationId="{DAAE4CDD-124C-4DCF-9584-B6033B545DD5}"/>
          </ac:spMkLst>
        </pc:spChg>
        <pc:spChg chg="add del">
          <ac:chgData name="Pal, Soumyendu" userId="68503d3d-ac8d-4828-9c3f-abc5a97f3674" providerId="ADAL" clId="{92440D97-2063-49B4-9BF5-3A22B04E4F12}" dt="2025-11-23T05:11:43.535" v="1033" actId="26606"/>
          <ac:spMkLst>
            <pc:docMk/>
            <pc:sldMk cId="0" sldId="260"/>
            <ac:spMk id="12" creationId="{081E4A58-353D-44AE-B2FC-2A74E2E400F7}"/>
          </ac:spMkLst>
        </pc:spChg>
        <pc:spChg chg="add">
          <ac:chgData name="Pal, Soumyendu" userId="68503d3d-ac8d-4828-9c3f-abc5a97f3674" providerId="ADAL" clId="{92440D97-2063-49B4-9BF5-3A22B04E4F12}" dt="2025-11-23T05:11:43.535" v="1033" actId="26606"/>
          <ac:spMkLst>
            <pc:docMk/>
            <pc:sldMk cId="0" sldId="260"/>
            <ac:spMk id="17" creationId="{907EF6B7-1338-4443-8C46-6A318D952DFD}"/>
          </ac:spMkLst>
        </pc:spChg>
        <pc:spChg chg="add">
          <ac:chgData name="Pal, Soumyendu" userId="68503d3d-ac8d-4828-9c3f-abc5a97f3674" providerId="ADAL" clId="{92440D97-2063-49B4-9BF5-3A22B04E4F12}" dt="2025-11-23T05:11:43.535" v="1033" actId="26606"/>
          <ac:spMkLst>
            <pc:docMk/>
            <pc:sldMk cId="0" sldId="260"/>
            <ac:spMk id="19" creationId="{DAAE4CDD-124C-4DCF-9584-B6033B545DD5}"/>
          </ac:spMkLst>
        </pc:spChg>
        <pc:spChg chg="add">
          <ac:chgData name="Pal, Soumyendu" userId="68503d3d-ac8d-4828-9c3f-abc5a97f3674" providerId="ADAL" clId="{92440D97-2063-49B4-9BF5-3A22B04E4F12}" dt="2025-11-23T05:11:43.535" v="1033" actId="26606"/>
          <ac:spMkLst>
            <pc:docMk/>
            <pc:sldMk cId="0" sldId="260"/>
            <ac:spMk id="21" creationId="{081E4A58-353D-44AE-B2FC-2A74E2E400F7}"/>
          </ac:spMkLst>
        </pc:spChg>
        <pc:picChg chg="add mod">
          <ac:chgData name="Pal, Soumyendu" userId="68503d3d-ac8d-4828-9c3f-abc5a97f3674" providerId="ADAL" clId="{92440D97-2063-49B4-9BF5-3A22B04E4F12}" dt="2025-11-23T05:11:35.443" v="1007"/>
          <ac:picMkLst>
            <pc:docMk/>
            <pc:sldMk cId="0" sldId="260"/>
            <ac:picMk id="4" creationId="{C7ACCAAF-9F23-85B3-7950-515EFEEC1245}"/>
          </ac:picMkLst>
        </pc:picChg>
      </pc:sldChg>
      <pc:sldChg chg="addSp modSp mod setBg">
        <pc:chgData name="Pal, Soumyendu" userId="68503d3d-ac8d-4828-9c3f-abc5a97f3674" providerId="ADAL" clId="{92440D97-2063-49B4-9BF5-3A22B04E4F12}" dt="2025-11-23T05:46:23.390" v="1353" actId="404"/>
        <pc:sldMkLst>
          <pc:docMk/>
          <pc:sldMk cId="0" sldId="261"/>
        </pc:sldMkLst>
        <pc:spChg chg="mod">
          <ac:chgData name="Pal, Soumyendu" userId="68503d3d-ac8d-4828-9c3f-abc5a97f3674" providerId="ADAL" clId="{92440D97-2063-49B4-9BF5-3A22B04E4F12}" dt="2025-11-23T05:46:23.390" v="1353" actId="404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05:44:05.180" v="1321" actId="1076"/>
          <ac:spMkLst>
            <pc:docMk/>
            <pc:sldMk cId="0" sldId="261"/>
            <ac:spMk id="3" creationId="{00000000-0000-0000-0000-000000000000}"/>
          </ac:spMkLst>
        </pc:spChg>
        <pc:spChg chg="add">
          <ac:chgData name="Pal, Soumyendu" userId="68503d3d-ac8d-4828-9c3f-abc5a97f3674" providerId="ADAL" clId="{92440D97-2063-49B4-9BF5-3A22B04E4F12}" dt="2025-11-23T04:15:05.850" v="552" actId="26606"/>
          <ac:spMkLst>
            <pc:docMk/>
            <pc:sldMk cId="0" sldId="261"/>
            <ac:spMk id="8" creationId="{907EF6B7-1338-4443-8C46-6A318D952DFD}"/>
          </ac:spMkLst>
        </pc:spChg>
        <pc:spChg chg="add">
          <ac:chgData name="Pal, Soumyendu" userId="68503d3d-ac8d-4828-9c3f-abc5a97f3674" providerId="ADAL" clId="{92440D97-2063-49B4-9BF5-3A22B04E4F12}" dt="2025-11-23T04:15:05.850" v="552" actId="26606"/>
          <ac:spMkLst>
            <pc:docMk/>
            <pc:sldMk cId="0" sldId="261"/>
            <ac:spMk id="10" creationId="{DAAE4CDD-124C-4DCF-9584-B6033B545DD5}"/>
          </ac:spMkLst>
        </pc:spChg>
        <pc:spChg chg="add">
          <ac:chgData name="Pal, Soumyendu" userId="68503d3d-ac8d-4828-9c3f-abc5a97f3674" providerId="ADAL" clId="{92440D97-2063-49B4-9BF5-3A22B04E4F12}" dt="2025-11-23T04:15:05.850" v="552" actId="26606"/>
          <ac:spMkLst>
            <pc:docMk/>
            <pc:sldMk cId="0" sldId="261"/>
            <ac:spMk id="12" creationId="{081E4A58-353D-44AE-B2FC-2A74E2E400F7}"/>
          </ac:spMkLst>
        </pc:spChg>
        <pc:picChg chg="add mod">
          <ac:chgData name="Pal, Soumyendu" userId="68503d3d-ac8d-4828-9c3f-abc5a97f3674" providerId="ADAL" clId="{92440D97-2063-49B4-9BF5-3A22B04E4F12}" dt="2025-11-23T05:12:01.283" v="1037"/>
          <ac:picMkLst>
            <pc:docMk/>
            <pc:sldMk cId="0" sldId="261"/>
            <ac:picMk id="4" creationId="{29AEB58C-3163-3642-366A-0A3076A6FA21}"/>
          </ac:picMkLst>
        </pc:picChg>
      </pc:sldChg>
      <pc:sldChg chg="addSp modSp mod setBg">
        <pc:chgData name="Pal, Soumyendu" userId="68503d3d-ac8d-4828-9c3f-abc5a97f3674" providerId="ADAL" clId="{92440D97-2063-49B4-9BF5-3A22B04E4F12}" dt="2025-11-23T05:46:33.486" v="1355" actId="27636"/>
        <pc:sldMkLst>
          <pc:docMk/>
          <pc:sldMk cId="0" sldId="262"/>
        </pc:sldMkLst>
        <pc:spChg chg="mod">
          <ac:chgData name="Pal, Soumyendu" userId="68503d3d-ac8d-4828-9c3f-abc5a97f3674" providerId="ADAL" clId="{92440D97-2063-49B4-9BF5-3A22B04E4F12}" dt="2025-11-23T05:46:33.486" v="1355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05:43:46.092" v="1320" actId="14100"/>
          <ac:spMkLst>
            <pc:docMk/>
            <pc:sldMk cId="0" sldId="262"/>
            <ac:spMk id="3" creationId="{00000000-0000-0000-0000-000000000000}"/>
          </ac:spMkLst>
        </pc:spChg>
        <pc:spChg chg="add">
          <ac:chgData name="Pal, Soumyendu" userId="68503d3d-ac8d-4828-9c3f-abc5a97f3674" providerId="ADAL" clId="{92440D97-2063-49B4-9BF5-3A22B04E4F12}" dt="2025-11-23T04:16:00.046" v="558" actId="26606"/>
          <ac:spMkLst>
            <pc:docMk/>
            <pc:sldMk cId="0" sldId="262"/>
            <ac:spMk id="8" creationId="{907EF6B7-1338-4443-8C46-6A318D952DFD}"/>
          </ac:spMkLst>
        </pc:spChg>
        <pc:spChg chg="add">
          <ac:chgData name="Pal, Soumyendu" userId="68503d3d-ac8d-4828-9c3f-abc5a97f3674" providerId="ADAL" clId="{92440D97-2063-49B4-9BF5-3A22B04E4F12}" dt="2025-11-23T04:16:00.046" v="558" actId="26606"/>
          <ac:spMkLst>
            <pc:docMk/>
            <pc:sldMk cId="0" sldId="262"/>
            <ac:spMk id="10" creationId="{DAAE4CDD-124C-4DCF-9584-B6033B545DD5}"/>
          </ac:spMkLst>
        </pc:spChg>
        <pc:spChg chg="add">
          <ac:chgData name="Pal, Soumyendu" userId="68503d3d-ac8d-4828-9c3f-abc5a97f3674" providerId="ADAL" clId="{92440D97-2063-49B4-9BF5-3A22B04E4F12}" dt="2025-11-23T04:16:00.046" v="558" actId="26606"/>
          <ac:spMkLst>
            <pc:docMk/>
            <pc:sldMk cId="0" sldId="262"/>
            <ac:spMk id="12" creationId="{081E4A58-353D-44AE-B2FC-2A74E2E400F7}"/>
          </ac:spMkLst>
        </pc:spChg>
        <pc:picChg chg="add mod">
          <ac:chgData name="Pal, Soumyendu" userId="68503d3d-ac8d-4828-9c3f-abc5a97f3674" providerId="ADAL" clId="{92440D97-2063-49B4-9BF5-3A22B04E4F12}" dt="2025-11-23T05:12:04.414" v="1038"/>
          <ac:picMkLst>
            <pc:docMk/>
            <pc:sldMk cId="0" sldId="262"/>
            <ac:picMk id="4" creationId="{84F3F6E1-3DDD-02B9-8042-1DCC406A4804}"/>
          </ac:picMkLst>
        </pc:picChg>
      </pc:sldChg>
      <pc:sldChg chg="delSp modSp del mod setBg">
        <pc:chgData name="Pal, Soumyendu" userId="68503d3d-ac8d-4828-9c3f-abc5a97f3674" providerId="ADAL" clId="{92440D97-2063-49B4-9BF5-3A22B04E4F12}" dt="2025-11-23T05:22:48.605" v="1090" actId="47"/>
        <pc:sldMkLst>
          <pc:docMk/>
          <pc:sldMk cId="1954766906" sldId="2614"/>
        </pc:sldMkLst>
        <pc:spChg chg="mod">
          <ac:chgData name="Pal, Soumyendu" userId="68503d3d-ac8d-4828-9c3f-abc5a97f3674" providerId="ADAL" clId="{92440D97-2063-49B4-9BF5-3A22B04E4F12}" dt="2025-11-23T04:06:31.385" v="233" actId="207"/>
          <ac:spMkLst>
            <pc:docMk/>
            <pc:sldMk cId="1954766906" sldId="2614"/>
            <ac:spMk id="2" creationId="{B6A24527-9955-8874-567E-13847669A534}"/>
          </ac:spMkLst>
        </pc:spChg>
        <pc:spChg chg="mod">
          <ac:chgData name="Pal, Soumyendu" userId="68503d3d-ac8d-4828-9c3f-abc5a97f3674" providerId="ADAL" clId="{92440D97-2063-49B4-9BF5-3A22B04E4F12}" dt="2025-11-23T04:06:31.385" v="233" actId="207"/>
          <ac:spMkLst>
            <pc:docMk/>
            <pc:sldMk cId="1954766906" sldId="2614"/>
            <ac:spMk id="7" creationId="{741455E4-64D9-51C7-C73D-24AA0DE25C6E}"/>
          </ac:spMkLst>
        </pc:spChg>
        <pc:spChg chg="mod">
          <ac:chgData name="Pal, Soumyendu" userId="68503d3d-ac8d-4828-9c3f-abc5a97f3674" providerId="ADAL" clId="{92440D97-2063-49B4-9BF5-3A22B04E4F12}" dt="2025-11-23T05:21:57.530" v="1074" actId="20577"/>
          <ac:spMkLst>
            <pc:docMk/>
            <pc:sldMk cId="1954766906" sldId="2614"/>
            <ac:spMk id="10" creationId="{ACDC55F2-259A-8ED1-A3F1-0FB35BAF0F0C}"/>
          </ac:spMkLst>
        </pc:spChg>
        <pc:picChg chg="mod">
          <ac:chgData name="Pal, Soumyendu" userId="68503d3d-ac8d-4828-9c3f-abc5a97f3674" providerId="ADAL" clId="{92440D97-2063-49B4-9BF5-3A22B04E4F12}" dt="2025-11-23T04:16:39.159" v="564" actId="1076"/>
          <ac:picMkLst>
            <pc:docMk/>
            <pc:sldMk cId="1954766906" sldId="2614"/>
            <ac:picMk id="3" creationId="{786FB489-C829-FD93-4A4F-D10957A8F252}"/>
          </ac:picMkLst>
        </pc:picChg>
        <pc:picChg chg="del mod">
          <ac:chgData name="Pal, Soumyendu" userId="68503d3d-ac8d-4828-9c3f-abc5a97f3674" providerId="ADAL" clId="{92440D97-2063-49B4-9BF5-3A22B04E4F12}" dt="2025-11-23T05:22:23.761" v="1082" actId="21"/>
          <ac:picMkLst>
            <pc:docMk/>
            <pc:sldMk cId="1954766906" sldId="2614"/>
            <ac:picMk id="5" creationId="{5C273F97-189A-5081-0A6C-2377F323A555}"/>
          </ac:picMkLst>
        </pc:picChg>
        <pc:picChg chg="del">
          <ac:chgData name="Pal, Soumyendu" userId="68503d3d-ac8d-4828-9c3f-abc5a97f3674" providerId="ADAL" clId="{92440D97-2063-49B4-9BF5-3A22B04E4F12}" dt="2025-11-23T05:22:23.761" v="1082" actId="21"/>
          <ac:picMkLst>
            <pc:docMk/>
            <pc:sldMk cId="1954766906" sldId="2614"/>
            <ac:picMk id="9" creationId="{49959387-B88E-5D12-DBDD-F9F1BC400187}"/>
          </ac:picMkLst>
        </pc:picChg>
      </pc:sldChg>
      <pc:sldChg chg="delSp modSp add del mod ord setBg">
        <pc:chgData name="Pal, Soumyendu" userId="68503d3d-ac8d-4828-9c3f-abc5a97f3674" providerId="ADAL" clId="{92440D97-2063-49B4-9BF5-3A22B04E4F12}" dt="2025-11-23T04:16:16.686" v="562" actId="47"/>
        <pc:sldMkLst>
          <pc:docMk/>
          <pc:sldMk cId="0" sldId="2622"/>
        </pc:sldMkLst>
        <pc:spChg chg="del">
          <ac:chgData name="Pal, Soumyendu" userId="68503d3d-ac8d-4828-9c3f-abc5a97f3674" providerId="ADAL" clId="{92440D97-2063-49B4-9BF5-3A22B04E4F12}" dt="2025-11-23T03:59:36.335" v="11" actId="21"/>
          <ac:spMkLst>
            <pc:docMk/>
            <pc:sldMk cId="0" sldId="2622"/>
            <ac:spMk id="4" creationId="{00000000-0000-0000-0000-000000000000}"/>
          </ac:spMkLst>
        </pc:spChg>
        <pc:spChg chg="del">
          <ac:chgData name="Pal, Soumyendu" userId="68503d3d-ac8d-4828-9c3f-abc5a97f3674" providerId="ADAL" clId="{92440D97-2063-49B4-9BF5-3A22B04E4F12}" dt="2025-11-23T03:59:36.335" v="11" actId="21"/>
          <ac:spMkLst>
            <pc:docMk/>
            <pc:sldMk cId="0" sldId="2622"/>
            <ac:spMk id="5" creationId="{00000000-0000-0000-0000-000000000000}"/>
          </ac:spMkLst>
        </pc:spChg>
        <pc:spChg chg="del">
          <ac:chgData name="Pal, Soumyendu" userId="68503d3d-ac8d-4828-9c3f-abc5a97f3674" providerId="ADAL" clId="{92440D97-2063-49B4-9BF5-3A22B04E4F12}" dt="2025-11-23T03:59:36.335" v="11" actId="21"/>
          <ac:spMkLst>
            <pc:docMk/>
            <pc:sldMk cId="0" sldId="2622"/>
            <ac:spMk id="7" creationId="{CF377536-7B27-C035-04A4-D0A11745442F}"/>
          </ac:spMkLst>
        </pc:spChg>
        <pc:spChg chg="del">
          <ac:chgData name="Pal, Soumyendu" userId="68503d3d-ac8d-4828-9c3f-abc5a97f3674" providerId="ADAL" clId="{92440D97-2063-49B4-9BF5-3A22B04E4F12}" dt="2025-11-23T03:59:36.335" v="11" actId="21"/>
          <ac:spMkLst>
            <pc:docMk/>
            <pc:sldMk cId="0" sldId="2622"/>
            <ac:spMk id="8" creationId="{754B0E55-7B88-B9EE-885B-547C7CA93A20}"/>
          </ac:spMkLst>
        </pc:spChg>
        <pc:picChg chg="del mod">
          <ac:chgData name="Pal, Soumyendu" userId="68503d3d-ac8d-4828-9c3f-abc5a97f3674" providerId="ADAL" clId="{92440D97-2063-49B4-9BF5-3A22B04E4F12}" dt="2025-11-23T03:59:36.335" v="11" actId="21"/>
          <ac:picMkLst>
            <pc:docMk/>
            <pc:sldMk cId="0" sldId="2622"/>
            <ac:picMk id="2" creationId="{C4BFCABF-2BDC-0145-E5D9-864C09A6BF78}"/>
          </ac:picMkLst>
        </pc:picChg>
        <pc:picChg chg="del">
          <ac:chgData name="Pal, Soumyendu" userId="68503d3d-ac8d-4828-9c3f-abc5a97f3674" providerId="ADAL" clId="{92440D97-2063-49B4-9BF5-3A22B04E4F12}" dt="2025-11-23T03:59:36.335" v="11" actId="21"/>
          <ac:picMkLst>
            <pc:docMk/>
            <pc:sldMk cId="0" sldId="2622"/>
            <ac:picMk id="6" creationId="{BE0629B5-F07A-CA55-EE8E-D14CAC33ED2D}"/>
          </ac:picMkLst>
        </pc:picChg>
      </pc:sldChg>
      <pc:sldChg chg="addSp delSp modSp add del mod">
        <pc:chgData name="Pal, Soumyendu" userId="68503d3d-ac8d-4828-9c3f-abc5a97f3674" providerId="ADAL" clId="{92440D97-2063-49B4-9BF5-3A22B04E4F12}" dt="2025-11-23T04:03:14.124" v="47" actId="47"/>
        <pc:sldMkLst>
          <pc:docMk/>
          <pc:sldMk cId="2329676647" sldId="2623"/>
        </pc:sldMkLst>
        <pc:spChg chg="del mod">
          <ac:chgData name="Pal, Soumyendu" userId="68503d3d-ac8d-4828-9c3f-abc5a97f3674" providerId="ADAL" clId="{92440D97-2063-49B4-9BF5-3A22B04E4F12}" dt="2025-11-23T03:59:42.872" v="14" actId="478"/>
          <ac:spMkLst>
            <pc:docMk/>
            <pc:sldMk cId="2329676647" sldId="2623"/>
            <ac:spMk id="2" creationId="{B591CBD4-5FAB-7A0F-BCD5-ED96C1196FB8}"/>
          </ac:spMkLst>
        </pc:spChg>
        <pc:spChg chg="del mod">
          <ac:chgData name="Pal, Soumyendu" userId="68503d3d-ac8d-4828-9c3f-abc5a97f3674" providerId="ADAL" clId="{92440D97-2063-49B4-9BF5-3A22B04E4F12}" dt="2025-11-23T03:59:56.888" v="19" actId="478"/>
          <ac:spMkLst>
            <pc:docMk/>
            <pc:sldMk cId="2329676647" sldId="2623"/>
            <ac:spMk id="3" creationId="{D32743ED-087B-7AE3-8F75-1D3CD5D0FC53}"/>
          </ac:spMkLst>
        </pc:spChg>
        <pc:spChg chg="add mod">
          <ac:chgData name="Pal, Soumyendu" userId="68503d3d-ac8d-4828-9c3f-abc5a97f3674" providerId="ADAL" clId="{92440D97-2063-49B4-9BF5-3A22B04E4F12}" dt="2025-11-23T03:59:51.379" v="16" actId="1076"/>
          <ac:spMkLst>
            <pc:docMk/>
            <pc:sldMk cId="2329676647" sldId="2623"/>
            <ac:spMk id="4" creationId="{00000000-0000-0000-0000-000000000000}"/>
          </ac:spMkLst>
        </pc:spChg>
        <pc:spChg chg="add mod">
          <ac:chgData name="Pal, Soumyendu" userId="68503d3d-ac8d-4828-9c3f-abc5a97f3674" providerId="ADAL" clId="{92440D97-2063-49B4-9BF5-3A22B04E4F12}" dt="2025-11-23T04:00:06.594" v="22" actId="1076"/>
          <ac:spMkLst>
            <pc:docMk/>
            <pc:sldMk cId="2329676647" sldId="2623"/>
            <ac:spMk id="5" creationId="{00000000-0000-0000-0000-000000000000}"/>
          </ac:spMkLst>
        </pc:spChg>
        <pc:spChg chg="add del mod">
          <ac:chgData name="Pal, Soumyendu" userId="68503d3d-ac8d-4828-9c3f-abc5a97f3674" providerId="ADAL" clId="{92440D97-2063-49B4-9BF5-3A22B04E4F12}" dt="2025-11-23T04:00:51.499" v="32" actId="478"/>
          <ac:spMkLst>
            <pc:docMk/>
            <pc:sldMk cId="2329676647" sldId="2623"/>
            <ac:spMk id="8" creationId="{754B0E55-7B88-B9EE-885B-547C7CA93A20}"/>
          </ac:spMkLst>
        </pc:spChg>
        <pc:spChg chg="add del mod">
          <ac:chgData name="Pal, Soumyendu" userId="68503d3d-ac8d-4828-9c3f-abc5a97f3674" providerId="ADAL" clId="{92440D97-2063-49B4-9BF5-3A22B04E4F12}" dt="2025-11-23T04:01:15.571" v="42" actId="478"/>
          <ac:spMkLst>
            <pc:docMk/>
            <pc:sldMk cId="2329676647" sldId="2623"/>
            <ac:spMk id="9" creationId="{CF377536-7B27-C035-04A4-D0A11745442F}"/>
          </ac:spMkLst>
        </pc:spChg>
        <pc:spChg chg="add del mod">
          <ac:chgData name="Pal, Soumyendu" userId="68503d3d-ac8d-4828-9c3f-abc5a97f3674" providerId="ADAL" clId="{92440D97-2063-49B4-9BF5-3A22B04E4F12}" dt="2025-11-23T03:59:45.096" v="15" actId="478"/>
          <ac:spMkLst>
            <pc:docMk/>
            <pc:sldMk cId="2329676647" sldId="2623"/>
            <ac:spMk id="11" creationId="{16689B37-ED2B-3895-DE51-F2228AC2556C}"/>
          </ac:spMkLst>
        </pc:spChg>
        <pc:spChg chg="add del mod">
          <ac:chgData name="Pal, Soumyendu" userId="68503d3d-ac8d-4828-9c3f-abc5a97f3674" providerId="ADAL" clId="{92440D97-2063-49B4-9BF5-3A22B04E4F12}" dt="2025-11-23T04:00:03.138" v="21" actId="478"/>
          <ac:spMkLst>
            <pc:docMk/>
            <pc:sldMk cId="2329676647" sldId="2623"/>
            <ac:spMk id="13" creationId="{B0294E05-0DC1-2F60-9856-430BF2F9C836}"/>
          </ac:spMkLst>
        </pc:spChg>
        <pc:spChg chg="add mod">
          <ac:chgData name="Pal, Soumyendu" userId="68503d3d-ac8d-4828-9c3f-abc5a97f3674" providerId="ADAL" clId="{92440D97-2063-49B4-9BF5-3A22B04E4F12}" dt="2025-11-23T04:01:05.358" v="37" actId="1076"/>
          <ac:spMkLst>
            <pc:docMk/>
            <pc:sldMk cId="2329676647" sldId="2623"/>
            <ac:spMk id="14" creationId="{337E7B12-6EBC-E7B2-8E95-E01EAD23A3C4}"/>
          </ac:spMkLst>
        </pc:spChg>
        <pc:spChg chg="add mod">
          <ac:chgData name="Pal, Soumyendu" userId="68503d3d-ac8d-4828-9c3f-abc5a97f3674" providerId="ADAL" clId="{92440D97-2063-49B4-9BF5-3A22B04E4F12}" dt="2025-11-23T04:01:19.340" v="43" actId="1076"/>
          <ac:spMkLst>
            <pc:docMk/>
            <pc:sldMk cId="2329676647" sldId="2623"/>
            <ac:spMk id="15" creationId="{FED391B5-4296-1DD1-6B31-17D18283004E}"/>
          </ac:spMkLst>
        </pc:spChg>
        <pc:picChg chg="add mod">
          <ac:chgData name="Pal, Soumyendu" userId="68503d3d-ac8d-4828-9c3f-abc5a97f3674" providerId="ADAL" clId="{92440D97-2063-49B4-9BF5-3A22B04E4F12}" dt="2025-11-23T03:59:38.454" v="12"/>
          <ac:picMkLst>
            <pc:docMk/>
            <pc:sldMk cId="2329676647" sldId="2623"/>
            <ac:picMk id="6" creationId="{C4BFCABF-2BDC-0145-E5D9-864C09A6BF78}"/>
          </ac:picMkLst>
        </pc:picChg>
        <pc:picChg chg="add mod">
          <ac:chgData name="Pal, Soumyendu" userId="68503d3d-ac8d-4828-9c3f-abc5a97f3674" providerId="ADAL" clId="{92440D97-2063-49B4-9BF5-3A22B04E4F12}" dt="2025-11-23T04:00:18.516" v="25" actId="1076"/>
          <ac:picMkLst>
            <pc:docMk/>
            <pc:sldMk cId="2329676647" sldId="2623"/>
            <ac:picMk id="7" creationId="{BE0629B5-F07A-CA55-EE8E-D14CAC33ED2D}"/>
          </ac:picMkLst>
        </pc:picChg>
      </pc:sldChg>
      <pc:sldChg chg="modSp add del mod setBg">
        <pc:chgData name="Pal, Soumyendu" userId="68503d3d-ac8d-4828-9c3f-abc5a97f3674" providerId="ADAL" clId="{92440D97-2063-49B4-9BF5-3A22B04E4F12}" dt="2025-11-23T04:23:14.714" v="737" actId="47"/>
        <pc:sldMkLst>
          <pc:docMk/>
          <pc:sldMk cId="0" sldId="2624"/>
        </pc:sldMkLst>
        <pc:spChg chg="mod">
          <ac:chgData name="Pal, Soumyendu" userId="68503d3d-ac8d-4828-9c3f-abc5a97f3674" providerId="ADAL" clId="{92440D97-2063-49B4-9BF5-3A22B04E4F12}" dt="2025-11-23T04:17:41.944" v="600" actId="1076"/>
          <ac:spMkLst>
            <pc:docMk/>
            <pc:sldMk cId="0" sldId="2624"/>
            <ac:spMk id="4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04:17:39.881" v="599" actId="1076"/>
          <ac:spMkLst>
            <pc:docMk/>
            <pc:sldMk cId="0" sldId="2624"/>
            <ac:spMk id="5" creationId="{00000000-0000-0000-0000-000000000000}"/>
          </ac:spMkLst>
        </pc:spChg>
        <pc:spChg chg="mod">
          <ac:chgData name="Pal, Soumyendu" userId="68503d3d-ac8d-4828-9c3f-abc5a97f3674" providerId="ADAL" clId="{92440D97-2063-49B4-9BF5-3A22B04E4F12}" dt="2025-11-23T04:06:22.065" v="231" actId="1076"/>
          <ac:spMkLst>
            <pc:docMk/>
            <pc:sldMk cId="0" sldId="2624"/>
            <ac:spMk id="7" creationId="{CF377536-7B27-C035-04A4-D0A11745442F}"/>
          </ac:spMkLst>
        </pc:spChg>
        <pc:spChg chg="mod">
          <ac:chgData name="Pal, Soumyendu" userId="68503d3d-ac8d-4828-9c3f-abc5a97f3674" providerId="ADAL" clId="{92440D97-2063-49B4-9BF5-3A22B04E4F12}" dt="2025-11-23T04:17:37.256" v="598" actId="1076"/>
          <ac:spMkLst>
            <pc:docMk/>
            <pc:sldMk cId="0" sldId="2624"/>
            <ac:spMk id="8" creationId="{754B0E55-7B88-B9EE-885B-547C7CA93A20}"/>
          </ac:spMkLst>
        </pc:spChg>
        <pc:picChg chg="mod">
          <ac:chgData name="Pal, Soumyendu" userId="68503d3d-ac8d-4828-9c3f-abc5a97f3674" providerId="ADAL" clId="{92440D97-2063-49B4-9BF5-3A22B04E4F12}" dt="2025-11-23T04:04:04.929" v="102" actId="1035"/>
          <ac:picMkLst>
            <pc:docMk/>
            <pc:sldMk cId="0" sldId="2624"/>
            <ac:picMk id="2" creationId="{C4BFCABF-2BDC-0145-E5D9-864C09A6BF78}"/>
          </ac:picMkLst>
        </pc:picChg>
        <pc:picChg chg="mod">
          <ac:chgData name="Pal, Soumyendu" userId="68503d3d-ac8d-4828-9c3f-abc5a97f3674" providerId="ADAL" clId="{92440D97-2063-49B4-9BF5-3A22B04E4F12}" dt="2025-11-23T04:06:24.608" v="232" actId="1076"/>
          <ac:picMkLst>
            <pc:docMk/>
            <pc:sldMk cId="0" sldId="2624"/>
            <ac:picMk id="6" creationId="{BE0629B5-F07A-CA55-EE8E-D14CAC33ED2D}"/>
          </ac:picMkLst>
        </pc:picChg>
      </pc:sldChg>
      <pc:sldChg chg="add del">
        <pc:chgData name="Pal, Soumyendu" userId="68503d3d-ac8d-4828-9c3f-abc5a97f3674" providerId="ADAL" clId="{92440D97-2063-49B4-9BF5-3A22B04E4F12}" dt="2025-11-23T04:06:49.415" v="237"/>
        <pc:sldMkLst>
          <pc:docMk/>
          <pc:sldMk cId="0" sldId="2625"/>
        </pc:sldMkLst>
      </pc:sldChg>
      <pc:sldChg chg="addSp delSp modSp add mod">
        <pc:chgData name="Pal, Soumyendu" userId="68503d3d-ac8d-4828-9c3f-abc5a97f3674" providerId="ADAL" clId="{92440D97-2063-49B4-9BF5-3A22B04E4F12}" dt="2025-11-23T05:46:51.619" v="1359" actId="2711"/>
        <pc:sldMkLst>
          <pc:docMk/>
          <pc:sldMk cId="3512793758" sldId="2625"/>
        </pc:sldMkLst>
        <pc:spChg chg="mod ord">
          <ac:chgData name="Pal, Soumyendu" userId="68503d3d-ac8d-4828-9c3f-abc5a97f3674" providerId="ADAL" clId="{92440D97-2063-49B4-9BF5-3A22B04E4F12}" dt="2025-11-23T05:46:41.460" v="1356" actId="2711"/>
          <ac:spMkLst>
            <pc:docMk/>
            <pc:sldMk cId="3512793758" sldId="2625"/>
            <ac:spMk id="2" creationId="{27405916-4B41-7E16-36E8-BEE8B929FA7C}"/>
          </ac:spMkLst>
        </pc:spChg>
        <pc:spChg chg="del">
          <ac:chgData name="Pal, Soumyendu" userId="68503d3d-ac8d-4828-9c3f-abc5a97f3674" providerId="ADAL" clId="{92440D97-2063-49B4-9BF5-3A22B04E4F12}" dt="2025-11-23T04:22:01.286" v="673" actId="478"/>
          <ac:spMkLst>
            <pc:docMk/>
            <pc:sldMk cId="3512793758" sldId="2625"/>
            <ac:spMk id="3" creationId="{A1AD65AA-364C-E135-2851-D0AC38CAF12E}"/>
          </ac:spMkLst>
        </pc:spChg>
        <pc:spChg chg="add del mod">
          <ac:chgData name="Pal, Soumyendu" userId="68503d3d-ac8d-4828-9c3f-abc5a97f3674" providerId="ADAL" clId="{92440D97-2063-49B4-9BF5-3A22B04E4F12}" dt="2025-11-23T04:22:03.521" v="674" actId="478"/>
          <ac:spMkLst>
            <pc:docMk/>
            <pc:sldMk cId="3512793758" sldId="2625"/>
            <ac:spMk id="5" creationId="{FDDECB7C-86AB-00E4-B794-292D0B5521E1}"/>
          </ac:spMkLst>
        </pc:spChg>
        <pc:spChg chg="add mod ord">
          <ac:chgData name="Pal, Soumyendu" userId="68503d3d-ac8d-4828-9c3f-abc5a97f3674" providerId="ADAL" clId="{92440D97-2063-49B4-9BF5-3A22B04E4F12}" dt="2025-11-23T05:46:51.619" v="1359" actId="2711"/>
          <ac:spMkLst>
            <pc:docMk/>
            <pc:sldMk cId="3512793758" sldId="2625"/>
            <ac:spMk id="6" creationId="{608CC36D-4F52-5825-53B7-C0EA62F10221}"/>
          </ac:spMkLst>
        </pc:spChg>
        <pc:spChg chg="add del">
          <ac:chgData name="Pal, Soumyendu" userId="68503d3d-ac8d-4828-9c3f-abc5a97f3674" providerId="ADAL" clId="{92440D97-2063-49B4-9BF5-3A22B04E4F12}" dt="2025-11-23T04:22:38.143" v="683" actId="26606"/>
          <ac:spMkLst>
            <pc:docMk/>
            <pc:sldMk cId="3512793758" sldId="2625"/>
            <ac:spMk id="8" creationId="{94190C5C-8A87-AC08-5448-063BEB668A24}"/>
          </ac:spMkLst>
        </pc:spChg>
        <pc:spChg chg="add del">
          <ac:chgData name="Pal, Soumyendu" userId="68503d3d-ac8d-4828-9c3f-abc5a97f3674" providerId="ADAL" clId="{92440D97-2063-49B4-9BF5-3A22B04E4F12}" dt="2025-11-23T04:22:38.143" v="683" actId="26606"/>
          <ac:spMkLst>
            <pc:docMk/>
            <pc:sldMk cId="3512793758" sldId="2625"/>
            <ac:spMk id="10" creationId="{244F68D1-8920-AF1D-21A4-23DA851F9462}"/>
          </ac:spMkLst>
        </pc:spChg>
        <pc:spChg chg="add del">
          <ac:chgData name="Pal, Soumyendu" userId="68503d3d-ac8d-4828-9c3f-abc5a97f3674" providerId="ADAL" clId="{92440D97-2063-49B4-9BF5-3A22B04E4F12}" dt="2025-11-23T04:22:38.143" v="683" actId="26606"/>
          <ac:spMkLst>
            <pc:docMk/>
            <pc:sldMk cId="3512793758" sldId="2625"/>
            <ac:spMk id="12" creationId="{987ACBFD-12D6-3700-4304-1B6EB4343221}"/>
          </ac:spMkLst>
        </pc:spChg>
        <pc:spChg chg="add del">
          <ac:chgData name="Pal, Soumyendu" userId="68503d3d-ac8d-4828-9c3f-abc5a97f3674" providerId="ADAL" clId="{92440D97-2063-49B4-9BF5-3A22B04E4F12}" dt="2025-11-23T04:22:38.126" v="682" actId="26606"/>
          <ac:spMkLst>
            <pc:docMk/>
            <pc:sldMk cId="3512793758" sldId="2625"/>
            <ac:spMk id="17" creationId="{C0763A76-9F1C-4FC5-82B7-DD475DA461B2}"/>
          </ac:spMkLst>
        </pc:spChg>
        <pc:spChg chg="add del">
          <ac:chgData name="Pal, Soumyendu" userId="68503d3d-ac8d-4828-9c3f-abc5a97f3674" providerId="ADAL" clId="{92440D97-2063-49B4-9BF5-3A22B04E4F12}" dt="2025-11-23T04:22:38.126" v="682" actId="26606"/>
          <ac:spMkLst>
            <pc:docMk/>
            <pc:sldMk cId="3512793758" sldId="2625"/>
            <ac:spMk id="19" creationId="{E81BF4F6-F2CF-4984-9D14-D6966D92F99F}"/>
          </ac:spMkLst>
        </pc:spChg>
        <pc:spChg chg="add del">
          <ac:chgData name="Pal, Soumyendu" userId="68503d3d-ac8d-4828-9c3f-abc5a97f3674" providerId="ADAL" clId="{92440D97-2063-49B4-9BF5-3A22B04E4F12}" dt="2025-11-23T05:06:40.457" v="761" actId="26606"/>
          <ac:spMkLst>
            <pc:docMk/>
            <pc:sldMk cId="3512793758" sldId="2625"/>
            <ac:spMk id="21" creationId="{6CB927A4-E432-4310-9CD5-E89FF5063179}"/>
          </ac:spMkLst>
        </pc:spChg>
        <pc:spChg chg="add del">
          <ac:chgData name="Pal, Soumyendu" userId="68503d3d-ac8d-4828-9c3f-abc5a97f3674" providerId="ADAL" clId="{92440D97-2063-49B4-9BF5-3A22B04E4F12}" dt="2025-11-23T05:06:40.457" v="761" actId="26606"/>
          <ac:spMkLst>
            <pc:docMk/>
            <pc:sldMk cId="3512793758" sldId="2625"/>
            <ac:spMk id="22" creationId="{327D73B4-9F5C-4A64-A179-51B9500CB8B5}"/>
          </ac:spMkLst>
        </pc:spChg>
        <pc:spChg chg="add del">
          <ac:chgData name="Pal, Soumyendu" userId="68503d3d-ac8d-4828-9c3f-abc5a97f3674" providerId="ADAL" clId="{92440D97-2063-49B4-9BF5-3A22B04E4F12}" dt="2025-11-23T05:06:40.457" v="761" actId="26606"/>
          <ac:spMkLst>
            <pc:docMk/>
            <pc:sldMk cId="3512793758" sldId="2625"/>
            <ac:spMk id="23" creationId="{1453BF6C-B012-48B7-B4E8-6D7AC7C27D02}"/>
          </ac:spMkLst>
        </pc:spChg>
        <pc:spChg chg="add del">
          <ac:chgData name="Pal, Soumyendu" userId="68503d3d-ac8d-4828-9c3f-abc5a97f3674" providerId="ADAL" clId="{92440D97-2063-49B4-9BF5-3A22B04E4F12}" dt="2025-11-23T05:06:40.457" v="761" actId="26606"/>
          <ac:spMkLst>
            <pc:docMk/>
            <pc:sldMk cId="3512793758" sldId="2625"/>
            <ac:spMk id="24" creationId="{C1F06963-6374-4B48-844F-071A9BAAAE02}"/>
          </ac:spMkLst>
        </pc:spChg>
        <pc:spChg chg="add del">
          <ac:chgData name="Pal, Soumyendu" userId="68503d3d-ac8d-4828-9c3f-abc5a97f3674" providerId="ADAL" clId="{92440D97-2063-49B4-9BF5-3A22B04E4F12}" dt="2025-11-23T05:06:40.457" v="761" actId="26606"/>
          <ac:spMkLst>
            <pc:docMk/>
            <pc:sldMk cId="3512793758" sldId="2625"/>
            <ac:spMk id="25" creationId="{E3020543-B24B-4EC4-8FFC-8DD88EEA91A8}"/>
          </ac:spMkLst>
        </pc:spChg>
        <pc:spChg chg="add del">
          <ac:chgData name="Pal, Soumyendu" userId="68503d3d-ac8d-4828-9c3f-abc5a97f3674" providerId="ADAL" clId="{92440D97-2063-49B4-9BF5-3A22B04E4F12}" dt="2025-11-23T05:12:15.242" v="1040" actId="26606"/>
          <ac:spMkLst>
            <pc:docMk/>
            <pc:sldMk cId="3512793758" sldId="2625"/>
            <ac:spMk id="32" creationId="{3ECBE1F1-D69B-4AFA-ABD5-8E41720EF6DE}"/>
          </ac:spMkLst>
        </pc:spChg>
        <pc:spChg chg="add del">
          <ac:chgData name="Pal, Soumyendu" userId="68503d3d-ac8d-4828-9c3f-abc5a97f3674" providerId="ADAL" clId="{92440D97-2063-49B4-9BF5-3A22B04E4F12}" dt="2025-11-23T05:12:15.242" v="1040" actId="26606"/>
          <ac:spMkLst>
            <pc:docMk/>
            <pc:sldMk cId="3512793758" sldId="2625"/>
            <ac:spMk id="34" creationId="{603A6265-E10C-4B85-9C20-E75FCAF9CC63}"/>
          </ac:spMkLst>
        </pc:spChg>
        <pc:spChg chg="add">
          <ac:chgData name="Pal, Soumyendu" userId="68503d3d-ac8d-4828-9c3f-abc5a97f3674" providerId="ADAL" clId="{92440D97-2063-49B4-9BF5-3A22B04E4F12}" dt="2025-11-23T05:12:15.242" v="1040" actId="26606"/>
          <ac:spMkLst>
            <pc:docMk/>
            <pc:sldMk cId="3512793758" sldId="2625"/>
            <ac:spMk id="39" creationId="{B210AC1D-4063-4C6E-9528-FA9C4C0C18E6}"/>
          </ac:spMkLst>
        </pc:spChg>
        <pc:spChg chg="add">
          <ac:chgData name="Pal, Soumyendu" userId="68503d3d-ac8d-4828-9c3f-abc5a97f3674" providerId="ADAL" clId="{92440D97-2063-49B4-9BF5-3A22B04E4F12}" dt="2025-11-23T05:12:15.242" v="1040" actId="26606"/>
          <ac:spMkLst>
            <pc:docMk/>
            <pc:sldMk cId="3512793758" sldId="2625"/>
            <ac:spMk id="41" creationId="{02F8C595-E68C-4306-AED8-DC7826A0A506}"/>
          </ac:spMkLst>
        </pc:spChg>
        <pc:picChg chg="add mod ord">
          <ac:chgData name="Pal, Soumyendu" userId="68503d3d-ac8d-4828-9c3f-abc5a97f3674" providerId="ADAL" clId="{92440D97-2063-49B4-9BF5-3A22B04E4F12}" dt="2025-11-23T05:12:15.242" v="1040" actId="26606"/>
          <ac:picMkLst>
            <pc:docMk/>
            <pc:sldMk cId="3512793758" sldId="2625"/>
            <ac:picMk id="7" creationId="{F760F8EC-E8E1-682A-6A49-FA017E90289A}"/>
          </ac:picMkLst>
        </pc:picChg>
        <pc:picChg chg="add mod">
          <ac:chgData name="Pal, Soumyendu" userId="68503d3d-ac8d-4828-9c3f-abc5a97f3674" providerId="ADAL" clId="{92440D97-2063-49B4-9BF5-3A22B04E4F12}" dt="2025-11-23T05:12:08.863" v="1039"/>
          <ac:picMkLst>
            <pc:docMk/>
            <pc:sldMk cId="3512793758" sldId="2625"/>
            <ac:picMk id="9" creationId="{D870AA9D-C759-323B-6011-16E4AD5DD9EF}"/>
          </ac:picMkLst>
        </pc:picChg>
      </pc:sldChg>
      <pc:sldChg chg="addSp delSp add del setBg delDesignElem">
        <pc:chgData name="Pal, Soumyendu" userId="68503d3d-ac8d-4828-9c3f-abc5a97f3674" providerId="ADAL" clId="{92440D97-2063-49B4-9BF5-3A22B04E4F12}" dt="2025-11-23T04:21:14.472" v="637"/>
        <pc:sldMkLst>
          <pc:docMk/>
          <pc:sldMk cId="4025008908" sldId="2625"/>
        </pc:sldMkLst>
        <pc:spChg chg="add del">
          <ac:chgData name="Pal, Soumyendu" userId="68503d3d-ac8d-4828-9c3f-abc5a97f3674" providerId="ADAL" clId="{92440D97-2063-49B4-9BF5-3A22B04E4F12}" dt="2025-11-23T04:21:14.472" v="637"/>
          <ac:spMkLst>
            <pc:docMk/>
            <pc:sldMk cId="4025008908" sldId="2625"/>
            <ac:spMk id="8" creationId="{56C7ABCB-0972-39D7-1F0C-565D9B072811}"/>
          </ac:spMkLst>
        </pc:spChg>
        <pc:spChg chg="add del">
          <ac:chgData name="Pal, Soumyendu" userId="68503d3d-ac8d-4828-9c3f-abc5a97f3674" providerId="ADAL" clId="{92440D97-2063-49B4-9BF5-3A22B04E4F12}" dt="2025-11-23T04:21:14.472" v="637"/>
          <ac:spMkLst>
            <pc:docMk/>
            <pc:sldMk cId="4025008908" sldId="2625"/>
            <ac:spMk id="10" creationId="{68879BA1-1F86-A830-5B1F-37624911F2A8}"/>
          </ac:spMkLst>
        </pc:spChg>
        <pc:spChg chg="add del">
          <ac:chgData name="Pal, Soumyendu" userId="68503d3d-ac8d-4828-9c3f-abc5a97f3674" providerId="ADAL" clId="{92440D97-2063-49B4-9BF5-3A22B04E4F12}" dt="2025-11-23T04:21:14.472" v="637"/>
          <ac:spMkLst>
            <pc:docMk/>
            <pc:sldMk cId="4025008908" sldId="2625"/>
            <ac:spMk id="12" creationId="{EC9BCE52-426B-CBEC-DF82-D0FD3FD36174}"/>
          </ac:spMkLst>
        </pc:spChg>
      </pc:sldChg>
      <pc:sldChg chg="addSp delSp add del setBg delDesignElem">
        <pc:chgData name="Pal, Soumyendu" userId="68503d3d-ac8d-4828-9c3f-abc5a97f3674" providerId="ADAL" clId="{92440D97-2063-49B4-9BF5-3A22B04E4F12}" dt="2025-11-23T05:21:04.917" v="1043"/>
        <pc:sldMkLst>
          <pc:docMk/>
          <pc:sldMk cId="453882685" sldId="2626"/>
        </pc:sldMkLst>
        <pc:spChg chg="add del">
          <ac:chgData name="Pal, Soumyendu" userId="68503d3d-ac8d-4828-9c3f-abc5a97f3674" providerId="ADAL" clId="{92440D97-2063-49B4-9BF5-3A22B04E4F12}" dt="2025-11-23T05:21:04.917" v="1043"/>
          <ac:spMkLst>
            <pc:docMk/>
            <pc:sldMk cId="453882685" sldId="2626"/>
            <ac:spMk id="9" creationId="{C723390C-0D0D-DB9A-4137-4D2D61F4A016}"/>
          </ac:spMkLst>
        </pc:spChg>
        <pc:spChg chg="add del">
          <ac:chgData name="Pal, Soumyendu" userId="68503d3d-ac8d-4828-9c3f-abc5a97f3674" providerId="ADAL" clId="{92440D97-2063-49B4-9BF5-3A22B04E4F12}" dt="2025-11-23T05:21:04.917" v="1043"/>
          <ac:spMkLst>
            <pc:docMk/>
            <pc:sldMk cId="453882685" sldId="2626"/>
            <ac:spMk id="11" creationId="{0862AEB0-71BA-667D-AEEC-4F1B8BC31EA0}"/>
          </ac:spMkLst>
        </pc:spChg>
        <pc:spChg chg="add del">
          <ac:chgData name="Pal, Soumyendu" userId="68503d3d-ac8d-4828-9c3f-abc5a97f3674" providerId="ADAL" clId="{92440D97-2063-49B4-9BF5-3A22B04E4F12}" dt="2025-11-23T05:21:04.917" v="1043"/>
          <ac:spMkLst>
            <pc:docMk/>
            <pc:sldMk cId="453882685" sldId="2626"/>
            <ac:spMk id="13" creationId="{A3B0B6B1-5CEB-1414-8B9D-5D409FF19319}"/>
          </ac:spMkLst>
        </pc:spChg>
      </pc:sldChg>
      <pc:sldChg chg="addSp delSp modSp add mod">
        <pc:chgData name="Pal, Soumyendu" userId="68503d3d-ac8d-4828-9c3f-abc5a97f3674" providerId="ADAL" clId="{92440D97-2063-49B4-9BF5-3A22B04E4F12}" dt="2025-11-24T09:30:25.385" v="2521"/>
        <pc:sldMkLst>
          <pc:docMk/>
          <pc:sldMk cId="864031854" sldId="2626"/>
        </pc:sldMkLst>
        <pc:spChg chg="mod">
          <ac:chgData name="Pal, Soumyendu" userId="68503d3d-ac8d-4828-9c3f-abc5a97f3674" providerId="ADAL" clId="{92440D97-2063-49B4-9BF5-3A22B04E4F12}" dt="2025-11-23T05:21:15.801" v="1053" actId="20577"/>
          <ac:spMkLst>
            <pc:docMk/>
            <pc:sldMk cId="864031854" sldId="2626"/>
            <ac:spMk id="2" creationId="{51EDB83A-0CF6-0F12-C230-3E4523825D56}"/>
          </ac:spMkLst>
        </pc:spChg>
        <pc:spChg chg="add mod">
          <ac:chgData name="Pal, Soumyendu" userId="68503d3d-ac8d-4828-9c3f-abc5a97f3674" providerId="ADAL" clId="{92440D97-2063-49B4-9BF5-3A22B04E4F12}" dt="2025-11-23T05:52:51.519" v="1386" actId="1037"/>
          <ac:spMkLst>
            <pc:docMk/>
            <pc:sldMk cId="864031854" sldId="2626"/>
            <ac:spMk id="3" creationId="{47FC62A2-CA60-61E0-61A7-07C8A97417FD}"/>
          </ac:spMkLst>
        </pc:spChg>
        <pc:spChg chg="add del mod">
          <ac:chgData name="Pal, Soumyendu" userId="68503d3d-ac8d-4828-9c3f-abc5a97f3674" providerId="ADAL" clId="{92440D97-2063-49B4-9BF5-3A22B04E4F12}" dt="2025-11-23T05:22:06.238" v="1076" actId="478"/>
          <ac:spMkLst>
            <pc:docMk/>
            <pc:sldMk cId="864031854" sldId="2626"/>
            <ac:spMk id="6" creationId="{26AB06C8-CF3D-DBEA-B00C-EA12FDB18C5E}"/>
          </ac:spMkLst>
        </pc:spChg>
        <pc:spChg chg="add mod">
          <ac:chgData name="Pal, Soumyendu" userId="68503d3d-ac8d-4828-9c3f-abc5a97f3674" providerId="ADAL" clId="{92440D97-2063-49B4-9BF5-3A22B04E4F12}" dt="2025-11-24T09:30:25.385" v="2521"/>
          <ac:spMkLst>
            <pc:docMk/>
            <pc:sldMk cId="864031854" sldId="2626"/>
            <ac:spMk id="7" creationId="{17F36CFE-A182-C13D-A079-442F83B8C7BA}"/>
          </ac:spMkLst>
        </pc:spChg>
        <pc:spChg chg="del">
          <ac:chgData name="Pal, Soumyendu" userId="68503d3d-ac8d-4828-9c3f-abc5a97f3674" providerId="ADAL" clId="{92440D97-2063-49B4-9BF5-3A22B04E4F12}" dt="2025-11-23T05:22:02.967" v="1075" actId="478"/>
          <ac:spMkLst>
            <pc:docMk/>
            <pc:sldMk cId="864031854" sldId="2626"/>
            <ac:spMk id="8" creationId="{7C6E4378-EEC9-7C90-87DA-CFDF64FA4731}"/>
          </ac:spMkLst>
        </pc:spChg>
        <pc:spChg chg="add">
          <ac:chgData name="Pal, Soumyendu" userId="68503d3d-ac8d-4828-9c3f-abc5a97f3674" providerId="ADAL" clId="{92440D97-2063-49B4-9BF5-3A22B04E4F12}" dt="2025-11-23T05:25:48.227" v="1115"/>
          <ac:spMkLst>
            <pc:docMk/>
            <pc:sldMk cId="864031854" sldId="2626"/>
            <ac:spMk id="14" creationId="{00A244C5-2A36-6D9B-BFAC-39584FD3D7DA}"/>
          </ac:spMkLst>
        </pc:spChg>
        <pc:picChg chg="add del mod">
          <ac:chgData name="Pal, Soumyendu" userId="68503d3d-ac8d-4828-9c3f-abc5a97f3674" providerId="ADAL" clId="{92440D97-2063-49B4-9BF5-3A22B04E4F12}" dt="2025-11-23T05:22:44.872" v="1088" actId="478"/>
          <ac:picMkLst>
            <pc:docMk/>
            <pc:sldMk cId="864031854" sldId="2626"/>
            <ac:picMk id="10" creationId="{5C273F97-189A-5081-0A6C-2377F323A555}"/>
          </ac:picMkLst>
        </pc:picChg>
        <pc:picChg chg="add del mod">
          <ac:chgData name="Pal, Soumyendu" userId="68503d3d-ac8d-4828-9c3f-abc5a97f3674" providerId="ADAL" clId="{92440D97-2063-49B4-9BF5-3A22B04E4F12}" dt="2025-11-23T05:22:46.499" v="1089" actId="478"/>
          <ac:picMkLst>
            <pc:docMk/>
            <pc:sldMk cId="864031854" sldId="2626"/>
            <ac:picMk id="12" creationId="{49959387-B88E-5D12-DBDD-F9F1BC400187}"/>
          </ac:picMkLst>
        </pc:picChg>
      </pc:sldChg>
      <pc:sldChg chg="addSp delSp add del setBg delDesignElem">
        <pc:chgData name="Pal, Soumyendu" userId="68503d3d-ac8d-4828-9c3f-abc5a97f3674" providerId="ADAL" clId="{92440D97-2063-49B4-9BF5-3A22B04E4F12}" dt="2025-11-23T05:36:48.180" v="1280"/>
        <pc:sldMkLst>
          <pc:docMk/>
          <pc:sldMk cId="1711539479" sldId="2627"/>
        </pc:sldMkLst>
        <pc:spChg chg="add del">
          <ac:chgData name="Pal, Soumyendu" userId="68503d3d-ac8d-4828-9c3f-abc5a97f3674" providerId="ADAL" clId="{92440D97-2063-49B4-9BF5-3A22B04E4F12}" dt="2025-11-23T05:36:48.180" v="1280"/>
          <ac:spMkLst>
            <pc:docMk/>
            <pc:sldMk cId="1711539479" sldId="2627"/>
            <ac:spMk id="8" creationId="{7C7EBD29-56C8-1FA1-14B2-724BCF9A2C2C}"/>
          </ac:spMkLst>
        </pc:spChg>
        <pc:spChg chg="add del">
          <ac:chgData name="Pal, Soumyendu" userId="68503d3d-ac8d-4828-9c3f-abc5a97f3674" providerId="ADAL" clId="{92440D97-2063-49B4-9BF5-3A22B04E4F12}" dt="2025-11-23T05:36:48.180" v="1280"/>
          <ac:spMkLst>
            <pc:docMk/>
            <pc:sldMk cId="1711539479" sldId="2627"/>
            <ac:spMk id="10" creationId="{3A2036A2-81BD-EDFF-1218-E0F9CF0AE211}"/>
          </ac:spMkLst>
        </pc:spChg>
        <pc:spChg chg="add del">
          <ac:chgData name="Pal, Soumyendu" userId="68503d3d-ac8d-4828-9c3f-abc5a97f3674" providerId="ADAL" clId="{92440D97-2063-49B4-9BF5-3A22B04E4F12}" dt="2025-11-23T05:36:48.180" v="1280"/>
          <ac:spMkLst>
            <pc:docMk/>
            <pc:sldMk cId="1711539479" sldId="2627"/>
            <ac:spMk id="12" creationId="{BC543377-6005-CFF4-985D-565F55C37A68}"/>
          </ac:spMkLst>
        </pc:spChg>
      </pc:sldChg>
      <pc:sldChg chg="addSp delSp modSp add mod">
        <pc:chgData name="Pal, Soumyendu" userId="68503d3d-ac8d-4828-9c3f-abc5a97f3674" providerId="ADAL" clId="{92440D97-2063-49B4-9BF5-3A22B04E4F12}" dt="2025-11-24T09:31:20.709" v="2522" actId="113"/>
        <pc:sldMkLst>
          <pc:docMk/>
          <pc:sldMk cId="2137977580" sldId="2627"/>
        </pc:sldMkLst>
        <pc:spChg chg="mod">
          <ac:chgData name="Pal, Soumyendu" userId="68503d3d-ac8d-4828-9c3f-abc5a97f3674" providerId="ADAL" clId="{92440D97-2063-49B4-9BF5-3A22B04E4F12}" dt="2025-11-23T12:49:14.609" v="2324" actId="1076"/>
          <ac:spMkLst>
            <pc:docMk/>
            <pc:sldMk cId="2137977580" sldId="2627"/>
            <ac:spMk id="2" creationId="{D20D9309-286A-0050-EECA-EBCBE6E85C0D}"/>
          </ac:spMkLst>
        </pc:spChg>
        <pc:spChg chg="add mod">
          <ac:chgData name="Pal, Soumyendu" userId="68503d3d-ac8d-4828-9c3f-abc5a97f3674" providerId="ADAL" clId="{92440D97-2063-49B4-9BF5-3A22B04E4F12}" dt="2025-11-23T12:48:57.288" v="2323" actId="207"/>
          <ac:spMkLst>
            <pc:docMk/>
            <pc:sldMk cId="2137977580" sldId="2627"/>
            <ac:spMk id="3" creationId="{B47AE6A5-7A29-9FFB-7814-39F2EE268F43}"/>
          </ac:spMkLst>
        </pc:spChg>
        <pc:spChg chg="del">
          <ac:chgData name="Pal, Soumyendu" userId="68503d3d-ac8d-4828-9c3f-abc5a97f3674" providerId="ADAL" clId="{92440D97-2063-49B4-9BF5-3A22B04E4F12}" dt="2025-11-23T05:36:56.976" v="1293" actId="478"/>
          <ac:spMkLst>
            <pc:docMk/>
            <pc:sldMk cId="2137977580" sldId="2627"/>
            <ac:spMk id="3" creationId="{E33F7059-F0D9-AD60-1AFB-ECEF275D2839}"/>
          </ac:spMkLst>
        </pc:spChg>
        <pc:spChg chg="add del mod">
          <ac:chgData name="Pal, Soumyendu" userId="68503d3d-ac8d-4828-9c3f-abc5a97f3674" providerId="ADAL" clId="{92440D97-2063-49B4-9BF5-3A22B04E4F12}" dt="2025-11-23T05:36:59.142" v="1294" actId="478"/>
          <ac:spMkLst>
            <pc:docMk/>
            <pc:sldMk cId="2137977580" sldId="2627"/>
            <ac:spMk id="6" creationId="{0FDF4259-8E61-FCF7-F3AD-78F063224B26}"/>
          </ac:spMkLst>
        </pc:spChg>
        <pc:spChg chg="add">
          <ac:chgData name="Pal, Soumyendu" userId="68503d3d-ac8d-4828-9c3f-abc5a97f3674" providerId="ADAL" clId="{92440D97-2063-49B4-9BF5-3A22B04E4F12}" dt="2025-11-23T05:37:04.132" v="1295"/>
          <ac:spMkLst>
            <pc:docMk/>
            <pc:sldMk cId="2137977580" sldId="2627"/>
            <ac:spMk id="7" creationId="{938F557C-1271-700A-69E3-DA660C50642C}"/>
          </ac:spMkLst>
        </pc:spChg>
        <pc:spChg chg="add mod">
          <ac:chgData name="Pal, Soumyendu" userId="68503d3d-ac8d-4828-9c3f-abc5a97f3674" providerId="ADAL" clId="{92440D97-2063-49B4-9BF5-3A22B04E4F12}" dt="2025-11-24T09:31:20.709" v="2522" actId="113"/>
          <ac:spMkLst>
            <pc:docMk/>
            <pc:sldMk cId="2137977580" sldId="2627"/>
            <ac:spMk id="9" creationId="{23F3DFB6-AE6B-3C42-C798-780224704620}"/>
          </ac:spMkLst>
        </pc:spChg>
        <pc:spChg chg="add mod">
          <ac:chgData name="Pal, Soumyendu" userId="68503d3d-ac8d-4828-9c3f-abc5a97f3674" providerId="ADAL" clId="{92440D97-2063-49B4-9BF5-3A22B04E4F12}" dt="2025-11-23T12:47:52.587" v="2280" actId="1076"/>
          <ac:spMkLst>
            <pc:docMk/>
            <pc:sldMk cId="2137977580" sldId="2627"/>
            <ac:spMk id="11" creationId="{B7E1BC88-8130-7FDC-B311-FBC08C824F0F}"/>
          </ac:spMkLst>
        </pc:spChg>
      </pc:sldChg>
      <pc:sldChg chg="addSp modSp add mod">
        <pc:chgData name="Pal, Soumyendu" userId="68503d3d-ac8d-4828-9c3f-abc5a97f3674" providerId="ADAL" clId="{92440D97-2063-49B4-9BF5-3A22B04E4F12}" dt="2025-11-24T10:00:15.774" v="2540" actId="1037"/>
        <pc:sldMkLst>
          <pc:docMk/>
          <pc:sldMk cId="1405688748" sldId="2628"/>
        </pc:sldMkLst>
        <pc:spChg chg="mod">
          <ac:chgData name="Pal, Soumyendu" userId="68503d3d-ac8d-4828-9c3f-abc5a97f3674" providerId="ADAL" clId="{92440D97-2063-49B4-9BF5-3A22B04E4F12}" dt="2025-11-23T08:14:11.411" v="1443" actId="6549"/>
          <ac:spMkLst>
            <pc:docMk/>
            <pc:sldMk cId="1405688748" sldId="2628"/>
            <ac:spMk id="2" creationId="{3F2CD64D-96E5-F987-0015-C040E352E69E}"/>
          </ac:spMkLst>
        </pc:spChg>
        <pc:spChg chg="mod">
          <ac:chgData name="Pal, Soumyendu" userId="68503d3d-ac8d-4828-9c3f-abc5a97f3674" providerId="ADAL" clId="{92440D97-2063-49B4-9BF5-3A22B04E4F12}" dt="2025-11-24T10:00:09.804" v="2532" actId="14100"/>
          <ac:spMkLst>
            <pc:docMk/>
            <pc:sldMk cId="1405688748" sldId="2628"/>
            <ac:spMk id="3" creationId="{C2D02CB1-10DE-62C6-B8BF-AB8DCFD4E0E3}"/>
          </ac:spMkLst>
        </pc:spChg>
        <pc:spChg chg="add mod">
          <ac:chgData name="Pal, Soumyendu" userId="68503d3d-ac8d-4828-9c3f-abc5a97f3674" providerId="ADAL" clId="{92440D97-2063-49B4-9BF5-3A22B04E4F12}" dt="2025-11-24T10:00:15.774" v="2540" actId="1037"/>
          <ac:spMkLst>
            <pc:docMk/>
            <pc:sldMk cId="1405688748" sldId="2628"/>
            <ac:spMk id="5" creationId="{C46FE692-6606-E8D2-49DC-6347B6329287}"/>
          </ac:spMkLst>
        </pc:spChg>
      </pc:sldChg>
      <pc:sldChg chg="addSp delSp add del setBg delDesignElem">
        <pc:chgData name="Pal, Soumyendu" userId="68503d3d-ac8d-4828-9c3f-abc5a97f3674" providerId="ADAL" clId="{92440D97-2063-49B4-9BF5-3A22B04E4F12}" dt="2025-11-23T08:14:06.963" v="1431"/>
        <pc:sldMkLst>
          <pc:docMk/>
          <pc:sldMk cId="1821449425" sldId="2628"/>
        </pc:sldMkLst>
        <pc:spChg chg="add del">
          <ac:chgData name="Pal, Soumyendu" userId="68503d3d-ac8d-4828-9c3f-abc5a97f3674" providerId="ADAL" clId="{92440D97-2063-49B4-9BF5-3A22B04E4F12}" dt="2025-11-23T08:14:06.963" v="1431"/>
          <ac:spMkLst>
            <pc:docMk/>
            <pc:sldMk cId="1821449425" sldId="2628"/>
            <ac:spMk id="17" creationId="{37A3A29C-E78C-E3C2-878D-53A717FB8ACC}"/>
          </ac:spMkLst>
        </pc:spChg>
        <pc:spChg chg="add del">
          <ac:chgData name="Pal, Soumyendu" userId="68503d3d-ac8d-4828-9c3f-abc5a97f3674" providerId="ADAL" clId="{92440D97-2063-49B4-9BF5-3A22B04E4F12}" dt="2025-11-23T08:14:06.963" v="1431"/>
          <ac:spMkLst>
            <pc:docMk/>
            <pc:sldMk cId="1821449425" sldId="2628"/>
            <ac:spMk id="19" creationId="{9160C358-A799-C81B-3217-546BB83F183F}"/>
          </ac:spMkLst>
        </pc:spChg>
        <pc:spChg chg="add del">
          <ac:chgData name="Pal, Soumyendu" userId="68503d3d-ac8d-4828-9c3f-abc5a97f3674" providerId="ADAL" clId="{92440D97-2063-49B4-9BF5-3A22B04E4F12}" dt="2025-11-23T08:14:06.963" v="1431"/>
          <ac:spMkLst>
            <pc:docMk/>
            <pc:sldMk cId="1821449425" sldId="2628"/>
            <ac:spMk id="21" creationId="{4726BE20-454A-BCC9-CD67-A5E5C11ABC35}"/>
          </ac:spMkLst>
        </pc:spChg>
      </pc:sldChg>
      <pc:sldChg chg="add del">
        <pc:chgData name="Pal, Soumyendu" userId="68503d3d-ac8d-4828-9c3f-abc5a97f3674" providerId="ADAL" clId="{92440D97-2063-49B4-9BF5-3A22B04E4F12}" dt="2025-11-23T08:26:02.986" v="1584"/>
        <pc:sldMkLst>
          <pc:docMk/>
          <pc:sldMk cId="1222154825" sldId="2629"/>
        </pc:sldMkLst>
      </pc:sldChg>
      <pc:sldChg chg="addSp delSp add del setBg delDesignElem">
        <pc:chgData name="Pal, Soumyendu" userId="68503d3d-ac8d-4828-9c3f-abc5a97f3674" providerId="ADAL" clId="{92440D97-2063-49B4-9BF5-3A22B04E4F12}" dt="2025-11-23T08:25:58.920" v="1582"/>
        <pc:sldMkLst>
          <pc:docMk/>
          <pc:sldMk cId="2147584074" sldId="2629"/>
        </pc:sldMkLst>
        <pc:spChg chg="add del">
          <ac:chgData name="Pal, Soumyendu" userId="68503d3d-ac8d-4828-9c3f-abc5a97f3674" providerId="ADAL" clId="{92440D97-2063-49B4-9BF5-3A22B04E4F12}" dt="2025-11-23T08:25:58.920" v="1582"/>
          <ac:spMkLst>
            <pc:docMk/>
            <pc:sldMk cId="2147584074" sldId="2629"/>
            <ac:spMk id="17" creationId="{7711DC43-DC88-E419-7387-C7E17F0A6D3A}"/>
          </ac:spMkLst>
        </pc:spChg>
        <pc:spChg chg="add del">
          <ac:chgData name="Pal, Soumyendu" userId="68503d3d-ac8d-4828-9c3f-abc5a97f3674" providerId="ADAL" clId="{92440D97-2063-49B4-9BF5-3A22B04E4F12}" dt="2025-11-23T08:25:58.920" v="1582"/>
          <ac:spMkLst>
            <pc:docMk/>
            <pc:sldMk cId="2147584074" sldId="2629"/>
            <ac:spMk id="19" creationId="{4CACEE2B-47D3-74B6-4D3A-026AE4E539B1}"/>
          </ac:spMkLst>
        </pc:spChg>
        <pc:spChg chg="add del">
          <ac:chgData name="Pal, Soumyendu" userId="68503d3d-ac8d-4828-9c3f-abc5a97f3674" providerId="ADAL" clId="{92440D97-2063-49B4-9BF5-3A22B04E4F12}" dt="2025-11-23T08:25:58.920" v="1582"/>
          <ac:spMkLst>
            <pc:docMk/>
            <pc:sldMk cId="2147584074" sldId="2629"/>
            <ac:spMk id="21" creationId="{7489068C-CDA3-5C2D-264E-3764B0A816AE}"/>
          </ac:spMkLst>
        </pc:spChg>
      </pc:sldChg>
      <pc:sldChg chg="add del">
        <pc:chgData name="Pal, Soumyendu" userId="68503d3d-ac8d-4828-9c3f-abc5a97f3674" providerId="ADAL" clId="{92440D97-2063-49B4-9BF5-3A22B04E4F12}" dt="2025-11-23T08:26:17.473" v="1590" actId="47"/>
        <pc:sldMkLst>
          <pc:docMk/>
          <pc:sldMk cId="2870067270" sldId="2629"/>
        </pc:sldMkLst>
      </pc:sldChg>
      <pc:sldChg chg="addSp delSp add del setBg delDesignElem">
        <pc:chgData name="Pal, Soumyendu" userId="68503d3d-ac8d-4828-9c3f-abc5a97f3674" providerId="ADAL" clId="{92440D97-2063-49B4-9BF5-3A22B04E4F12}" dt="2025-11-23T08:26:15.366" v="1588"/>
        <pc:sldMkLst>
          <pc:docMk/>
          <pc:sldMk cId="1183078683" sldId="2630"/>
        </pc:sldMkLst>
        <pc:spChg chg="add del">
          <ac:chgData name="Pal, Soumyendu" userId="68503d3d-ac8d-4828-9c3f-abc5a97f3674" providerId="ADAL" clId="{92440D97-2063-49B4-9BF5-3A22B04E4F12}" dt="2025-11-23T08:26:15.366" v="1588"/>
          <ac:spMkLst>
            <pc:docMk/>
            <pc:sldMk cId="1183078683" sldId="2630"/>
            <ac:spMk id="17" creationId="{65681E59-78D8-A17B-D4A0-2FE9239D32A1}"/>
          </ac:spMkLst>
        </pc:spChg>
        <pc:spChg chg="add del">
          <ac:chgData name="Pal, Soumyendu" userId="68503d3d-ac8d-4828-9c3f-abc5a97f3674" providerId="ADAL" clId="{92440D97-2063-49B4-9BF5-3A22B04E4F12}" dt="2025-11-23T08:26:15.366" v="1588"/>
          <ac:spMkLst>
            <pc:docMk/>
            <pc:sldMk cId="1183078683" sldId="2630"/>
            <ac:spMk id="19" creationId="{7DC77D30-05CC-35DA-B797-A76D7E7CB462}"/>
          </ac:spMkLst>
        </pc:spChg>
        <pc:spChg chg="add del">
          <ac:chgData name="Pal, Soumyendu" userId="68503d3d-ac8d-4828-9c3f-abc5a97f3674" providerId="ADAL" clId="{92440D97-2063-49B4-9BF5-3A22B04E4F12}" dt="2025-11-23T08:26:15.366" v="1588"/>
          <ac:spMkLst>
            <pc:docMk/>
            <pc:sldMk cId="1183078683" sldId="2630"/>
            <ac:spMk id="21" creationId="{CA324B75-53A3-AE33-19D7-F45DA0686586}"/>
          </ac:spMkLst>
        </pc:spChg>
      </pc:sldChg>
      <pc:sldChg chg="addSp delSp modSp add del mod">
        <pc:chgData name="Pal, Soumyendu" userId="68503d3d-ac8d-4828-9c3f-abc5a97f3674" providerId="ADAL" clId="{92440D97-2063-49B4-9BF5-3A22B04E4F12}" dt="2025-11-23T12:02:55.627" v="1793" actId="47"/>
        <pc:sldMkLst>
          <pc:docMk/>
          <pc:sldMk cId="3876242592" sldId="2630"/>
        </pc:sldMkLst>
        <pc:spChg chg="mod">
          <ac:chgData name="Pal, Soumyendu" userId="68503d3d-ac8d-4828-9c3f-abc5a97f3674" providerId="ADAL" clId="{92440D97-2063-49B4-9BF5-3A22B04E4F12}" dt="2025-11-23T08:34:54.084" v="1670" actId="33524"/>
          <ac:spMkLst>
            <pc:docMk/>
            <pc:sldMk cId="3876242592" sldId="2630"/>
            <ac:spMk id="2" creationId="{E19114C7-A49C-2857-0457-DB46D2B65966}"/>
          </ac:spMkLst>
        </pc:spChg>
        <pc:spChg chg="mod">
          <ac:chgData name="Pal, Soumyendu" userId="68503d3d-ac8d-4828-9c3f-abc5a97f3674" providerId="ADAL" clId="{92440D97-2063-49B4-9BF5-3A22B04E4F12}" dt="2025-11-23T08:39:08.529" v="1752" actId="108"/>
          <ac:spMkLst>
            <pc:docMk/>
            <pc:sldMk cId="3876242592" sldId="2630"/>
            <ac:spMk id="3" creationId="{B085C7D6-BA4C-BB2F-03AB-D864B2A22C12}"/>
          </ac:spMkLst>
        </pc:spChg>
        <pc:spChg chg="mod">
          <ac:chgData name="Pal, Soumyendu" userId="68503d3d-ac8d-4828-9c3f-abc5a97f3674" providerId="ADAL" clId="{92440D97-2063-49B4-9BF5-3A22B04E4F12}" dt="2025-11-23T08:39:33.077" v="1777" actId="20577"/>
          <ac:spMkLst>
            <pc:docMk/>
            <pc:sldMk cId="3876242592" sldId="2630"/>
            <ac:spMk id="5" creationId="{F3639482-1B20-E365-CDFA-1D944DC8F8DE}"/>
          </ac:spMkLst>
        </pc:spChg>
        <pc:spChg chg="del mod">
          <ac:chgData name="Pal, Soumyendu" userId="68503d3d-ac8d-4828-9c3f-abc5a97f3674" providerId="ADAL" clId="{92440D97-2063-49B4-9BF5-3A22B04E4F12}" dt="2025-11-23T08:30:05.059" v="1643"/>
          <ac:spMkLst>
            <pc:docMk/>
            <pc:sldMk cId="3876242592" sldId="2630"/>
            <ac:spMk id="6" creationId="{BE914DF7-C7E0-1250-6F9E-1F206B0CB195}"/>
          </ac:spMkLst>
        </pc:spChg>
        <pc:spChg chg="del">
          <ac:chgData name="Pal, Soumyendu" userId="68503d3d-ac8d-4828-9c3f-abc5a97f3674" providerId="ADAL" clId="{92440D97-2063-49B4-9BF5-3A22B04E4F12}" dt="2025-11-23T08:30:13.927" v="1647" actId="478"/>
          <ac:spMkLst>
            <pc:docMk/>
            <pc:sldMk cId="3876242592" sldId="2630"/>
            <ac:spMk id="7" creationId="{DE5C7E18-6970-7BD2-B822-E799B6C405BA}"/>
          </ac:spMkLst>
        </pc:spChg>
        <pc:spChg chg="add del mod">
          <ac:chgData name="Pal, Soumyendu" userId="68503d3d-ac8d-4828-9c3f-abc5a97f3674" providerId="ADAL" clId="{92440D97-2063-49B4-9BF5-3A22B04E4F12}" dt="2025-11-23T08:30:05.057" v="1641"/>
          <ac:spMkLst>
            <pc:docMk/>
            <pc:sldMk cId="3876242592" sldId="2630"/>
            <ac:spMk id="8" creationId="{01A4E368-CD54-0A1E-6340-2F4C031F7745}"/>
          </ac:spMkLst>
        </pc:spChg>
        <pc:spChg chg="add del mod">
          <ac:chgData name="Pal, Soumyendu" userId="68503d3d-ac8d-4828-9c3f-abc5a97f3674" providerId="ADAL" clId="{92440D97-2063-49B4-9BF5-3A22B04E4F12}" dt="2025-11-23T08:30:16.024" v="1648" actId="478"/>
          <ac:spMkLst>
            <pc:docMk/>
            <pc:sldMk cId="3876242592" sldId="2630"/>
            <ac:spMk id="9" creationId="{2A35CA16-5055-BA8B-D561-768D46866BEE}"/>
          </ac:spMkLst>
        </pc:spChg>
        <pc:spChg chg="add del mod">
          <ac:chgData name="Pal, Soumyendu" userId="68503d3d-ac8d-4828-9c3f-abc5a97f3674" providerId="ADAL" clId="{92440D97-2063-49B4-9BF5-3A22B04E4F12}" dt="2025-11-23T08:30:05.055" v="1639" actId="478"/>
          <ac:spMkLst>
            <pc:docMk/>
            <pc:sldMk cId="3876242592" sldId="2630"/>
            <ac:spMk id="10" creationId="{29EC4989-34DF-BB68-5651-739F432B597B}"/>
          </ac:spMkLst>
        </pc:spChg>
        <pc:spChg chg="add del mod">
          <ac:chgData name="Pal, Soumyendu" userId="68503d3d-ac8d-4828-9c3f-abc5a97f3674" providerId="ADAL" clId="{92440D97-2063-49B4-9BF5-3A22B04E4F12}" dt="2025-11-23T08:30:17.691" v="1649" actId="478"/>
          <ac:spMkLst>
            <pc:docMk/>
            <pc:sldMk cId="3876242592" sldId="2630"/>
            <ac:spMk id="11" creationId="{B5CA3C0B-F83F-151D-EFCE-38496F1537D0}"/>
          </ac:spMkLst>
        </pc:spChg>
        <pc:spChg chg="add del mod">
          <ac:chgData name="Pal, Soumyendu" userId="68503d3d-ac8d-4828-9c3f-abc5a97f3674" providerId="ADAL" clId="{92440D97-2063-49B4-9BF5-3A22B04E4F12}" dt="2025-11-23T08:29:53.927" v="1636" actId="478"/>
          <ac:spMkLst>
            <pc:docMk/>
            <pc:sldMk cId="3876242592" sldId="2630"/>
            <ac:spMk id="12" creationId="{237D047D-A94F-4BE1-BC02-4E8EF79E8A37}"/>
          </ac:spMkLst>
        </pc:spChg>
        <pc:spChg chg="del">
          <ac:chgData name="Pal, Soumyendu" userId="68503d3d-ac8d-4828-9c3f-abc5a97f3674" providerId="ADAL" clId="{92440D97-2063-49B4-9BF5-3A22B04E4F12}" dt="2025-11-23T08:30:19.547" v="1650" actId="478"/>
          <ac:spMkLst>
            <pc:docMk/>
            <pc:sldMk cId="3876242592" sldId="2630"/>
            <ac:spMk id="13" creationId="{0B62A647-B99C-D858-5AE1-650FC62B2F36}"/>
          </ac:spMkLst>
        </pc:spChg>
        <pc:spChg chg="del">
          <ac:chgData name="Pal, Soumyendu" userId="68503d3d-ac8d-4828-9c3f-abc5a97f3674" providerId="ADAL" clId="{92440D97-2063-49B4-9BF5-3A22B04E4F12}" dt="2025-11-23T08:29:50.062" v="1635" actId="478"/>
          <ac:spMkLst>
            <pc:docMk/>
            <pc:sldMk cId="3876242592" sldId="2630"/>
            <ac:spMk id="14" creationId="{10C99017-4E17-68E4-6A65-8B2396A0809B}"/>
          </ac:spMkLst>
        </pc:spChg>
        <pc:spChg chg="add del mod">
          <ac:chgData name="Pal, Soumyendu" userId="68503d3d-ac8d-4828-9c3f-abc5a97f3674" providerId="ADAL" clId="{92440D97-2063-49B4-9BF5-3A22B04E4F12}" dt="2025-11-23T08:30:08.152" v="1644" actId="478"/>
          <ac:spMkLst>
            <pc:docMk/>
            <pc:sldMk cId="3876242592" sldId="2630"/>
            <ac:spMk id="15" creationId="{DC263E0D-5351-5CA0-B07A-EF8491012737}"/>
          </ac:spMkLst>
        </pc:spChg>
        <pc:spChg chg="add del mod">
          <ac:chgData name="Pal, Soumyendu" userId="68503d3d-ac8d-4828-9c3f-abc5a97f3674" providerId="ADAL" clId="{92440D97-2063-49B4-9BF5-3A22B04E4F12}" dt="2025-11-23T08:29:47.384" v="1634" actId="478"/>
          <ac:spMkLst>
            <pc:docMk/>
            <pc:sldMk cId="3876242592" sldId="2630"/>
            <ac:spMk id="16" creationId="{7CA2333A-8636-A602-8B6B-02B70A2A5B03}"/>
          </ac:spMkLst>
        </pc:spChg>
        <pc:spChg chg="add del mod">
          <ac:chgData name="Pal, Soumyendu" userId="68503d3d-ac8d-4828-9c3f-abc5a97f3674" providerId="ADAL" clId="{92440D97-2063-49B4-9BF5-3A22B04E4F12}" dt="2025-11-23T08:30:10.037" v="1645" actId="478"/>
          <ac:spMkLst>
            <pc:docMk/>
            <pc:sldMk cId="3876242592" sldId="2630"/>
            <ac:spMk id="18" creationId="{32E79EAF-41F7-12B8-2035-1BBEC7EE3B63}"/>
          </ac:spMkLst>
        </pc:spChg>
        <pc:spChg chg="del">
          <ac:chgData name="Pal, Soumyendu" userId="68503d3d-ac8d-4828-9c3f-abc5a97f3674" providerId="ADAL" clId="{92440D97-2063-49B4-9BF5-3A22B04E4F12}" dt="2025-11-23T08:29:41.748" v="1633" actId="478"/>
          <ac:spMkLst>
            <pc:docMk/>
            <pc:sldMk cId="3876242592" sldId="2630"/>
            <ac:spMk id="20" creationId="{F2E8447C-94CF-0261-772B-9055BED431C5}"/>
          </ac:spMkLst>
        </pc:spChg>
        <pc:spChg chg="add del mod">
          <ac:chgData name="Pal, Soumyendu" userId="68503d3d-ac8d-4828-9c3f-abc5a97f3674" providerId="ADAL" clId="{92440D97-2063-49B4-9BF5-3A22B04E4F12}" dt="2025-11-23T08:30:11.978" v="1646" actId="478"/>
          <ac:spMkLst>
            <pc:docMk/>
            <pc:sldMk cId="3876242592" sldId="2630"/>
            <ac:spMk id="22" creationId="{23DE5619-06B1-1A08-A6D5-0BCCE07ADB36}"/>
          </ac:spMkLst>
        </pc:spChg>
        <pc:spChg chg="add del mod">
          <ac:chgData name="Pal, Soumyendu" userId="68503d3d-ac8d-4828-9c3f-abc5a97f3674" providerId="ADAL" clId="{92440D97-2063-49B4-9BF5-3A22B04E4F12}" dt="2025-11-23T08:29:38.603" v="1632" actId="478"/>
          <ac:spMkLst>
            <pc:docMk/>
            <pc:sldMk cId="3876242592" sldId="2630"/>
            <ac:spMk id="23" creationId="{432578C4-5CAA-48F1-EADA-5570774EC1FE}"/>
          </ac:spMkLst>
        </pc:spChg>
        <pc:spChg chg="add">
          <ac:chgData name="Pal, Soumyendu" userId="68503d3d-ac8d-4828-9c3f-abc5a97f3674" providerId="ADAL" clId="{92440D97-2063-49B4-9BF5-3A22B04E4F12}" dt="2025-11-23T08:35:38.890" v="1689"/>
          <ac:spMkLst>
            <pc:docMk/>
            <pc:sldMk cId="3876242592" sldId="2630"/>
            <ac:spMk id="24" creationId="{B6C8EFEB-6847-A767-C0F6-4C1C308BBC9D}"/>
          </ac:spMkLst>
        </pc:spChg>
        <pc:spChg chg="add">
          <ac:chgData name="Pal, Soumyendu" userId="68503d3d-ac8d-4828-9c3f-abc5a97f3674" providerId="ADAL" clId="{92440D97-2063-49B4-9BF5-3A22B04E4F12}" dt="2025-11-23T08:37:12.008" v="1718"/>
          <ac:spMkLst>
            <pc:docMk/>
            <pc:sldMk cId="3876242592" sldId="2630"/>
            <ac:spMk id="25" creationId="{96F37C44-BF64-7148-AE49-938754EE1D05}"/>
          </ac:spMkLst>
        </pc:spChg>
      </pc:sldChg>
      <pc:sldChg chg="addSp delSp add del setBg delDesignElem">
        <pc:chgData name="Pal, Soumyendu" userId="68503d3d-ac8d-4828-9c3f-abc5a97f3674" providerId="ADAL" clId="{92440D97-2063-49B4-9BF5-3A22B04E4F12}" dt="2025-11-23T08:39:54.115" v="1780"/>
        <pc:sldMkLst>
          <pc:docMk/>
          <pc:sldMk cId="115656803" sldId="2631"/>
        </pc:sldMkLst>
        <pc:spChg chg="add del">
          <ac:chgData name="Pal, Soumyendu" userId="68503d3d-ac8d-4828-9c3f-abc5a97f3674" providerId="ADAL" clId="{92440D97-2063-49B4-9BF5-3A22B04E4F12}" dt="2025-11-23T08:39:54.115" v="1780"/>
          <ac:spMkLst>
            <pc:docMk/>
            <pc:sldMk cId="115656803" sldId="2631"/>
            <ac:spMk id="17" creationId="{104050A9-D05E-A6AA-EE8C-262AE5E1E9EE}"/>
          </ac:spMkLst>
        </pc:spChg>
        <pc:spChg chg="add del">
          <ac:chgData name="Pal, Soumyendu" userId="68503d3d-ac8d-4828-9c3f-abc5a97f3674" providerId="ADAL" clId="{92440D97-2063-49B4-9BF5-3A22B04E4F12}" dt="2025-11-23T08:39:54.115" v="1780"/>
          <ac:spMkLst>
            <pc:docMk/>
            <pc:sldMk cId="115656803" sldId="2631"/>
            <ac:spMk id="19" creationId="{0108CD2D-3EC8-C3D6-272C-B380299F95AC}"/>
          </ac:spMkLst>
        </pc:spChg>
        <pc:spChg chg="add del">
          <ac:chgData name="Pal, Soumyendu" userId="68503d3d-ac8d-4828-9c3f-abc5a97f3674" providerId="ADAL" clId="{92440D97-2063-49B4-9BF5-3A22B04E4F12}" dt="2025-11-23T08:39:54.115" v="1780"/>
          <ac:spMkLst>
            <pc:docMk/>
            <pc:sldMk cId="115656803" sldId="2631"/>
            <ac:spMk id="21" creationId="{74C21BAA-83A1-C23D-E054-CE7C3FD7C987}"/>
          </ac:spMkLst>
        </pc:spChg>
      </pc:sldChg>
      <pc:sldChg chg="addSp modSp add mod">
        <pc:chgData name="Pal, Soumyendu" userId="68503d3d-ac8d-4828-9c3f-abc5a97f3674" providerId="ADAL" clId="{92440D97-2063-49B4-9BF5-3A22B04E4F12}" dt="2025-11-24T11:05:40.404" v="2570" actId="113"/>
        <pc:sldMkLst>
          <pc:docMk/>
          <pc:sldMk cId="4130952309" sldId="2631"/>
        </pc:sldMkLst>
        <pc:spChg chg="mod">
          <ac:chgData name="Pal, Soumyendu" userId="68503d3d-ac8d-4828-9c3f-abc5a97f3674" providerId="ADAL" clId="{92440D97-2063-49B4-9BF5-3A22B04E4F12}" dt="2025-11-23T08:40:40.231" v="1787" actId="1076"/>
          <ac:spMkLst>
            <pc:docMk/>
            <pc:sldMk cId="4130952309" sldId="2631"/>
            <ac:spMk id="2" creationId="{01445663-885C-D2FF-E99C-E326B4BCAC9A}"/>
          </ac:spMkLst>
        </pc:spChg>
        <pc:spChg chg="mod">
          <ac:chgData name="Pal, Soumyendu" userId="68503d3d-ac8d-4828-9c3f-abc5a97f3674" providerId="ADAL" clId="{92440D97-2063-49B4-9BF5-3A22B04E4F12}" dt="2025-11-24T11:05:40.404" v="2570" actId="113"/>
          <ac:spMkLst>
            <pc:docMk/>
            <pc:sldMk cId="4130952309" sldId="2631"/>
            <ac:spMk id="3" creationId="{4E7BF448-500D-2436-4734-AE07AF72803A}"/>
          </ac:spMkLst>
        </pc:spChg>
        <pc:spChg chg="mod">
          <ac:chgData name="Pal, Soumyendu" userId="68503d3d-ac8d-4828-9c3f-abc5a97f3674" providerId="ADAL" clId="{92440D97-2063-49B4-9BF5-3A22B04E4F12}" dt="2025-11-23T08:41:12.981" v="1792" actId="1076"/>
          <ac:spMkLst>
            <pc:docMk/>
            <pc:sldMk cId="4130952309" sldId="2631"/>
            <ac:spMk id="5" creationId="{5329F06C-CC76-7744-E166-2A425663765B}"/>
          </ac:spMkLst>
        </pc:spChg>
        <pc:picChg chg="add mod">
          <ac:chgData name="Pal, Soumyendu" userId="68503d3d-ac8d-4828-9c3f-abc5a97f3674" providerId="ADAL" clId="{92440D97-2063-49B4-9BF5-3A22B04E4F12}" dt="2025-11-23T08:40:56.099" v="1790" actId="208"/>
          <ac:picMkLst>
            <pc:docMk/>
            <pc:sldMk cId="4130952309" sldId="2631"/>
            <ac:picMk id="7" creationId="{6A0C19FB-FE63-A232-BBB4-5FA70ADE59DC}"/>
          </ac:picMkLst>
        </pc:picChg>
      </pc:sldChg>
      <pc:sldChg chg="addSp delSp add del setBg delDesignElem">
        <pc:chgData name="Pal, Soumyendu" userId="68503d3d-ac8d-4828-9c3f-abc5a97f3674" providerId="ADAL" clId="{92440D97-2063-49B4-9BF5-3A22B04E4F12}" dt="2025-11-23T12:33:34.680" v="2171"/>
        <pc:sldMkLst>
          <pc:docMk/>
          <pc:sldMk cId="712841117" sldId="2632"/>
        </pc:sldMkLst>
        <pc:spChg chg="add del">
          <ac:chgData name="Pal, Soumyendu" userId="68503d3d-ac8d-4828-9c3f-abc5a97f3674" providerId="ADAL" clId="{92440D97-2063-49B4-9BF5-3A22B04E4F12}" dt="2025-11-23T12:33:34.680" v="2171"/>
          <ac:spMkLst>
            <pc:docMk/>
            <pc:sldMk cId="712841117" sldId="2632"/>
            <ac:spMk id="9" creationId="{B10E228D-66B2-E3E3-7B85-78EF229C4D15}"/>
          </ac:spMkLst>
        </pc:spChg>
        <pc:spChg chg="add del">
          <ac:chgData name="Pal, Soumyendu" userId="68503d3d-ac8d-4828-9c3f-abc5a97f3674" providerId="ADAL" clId="{92440D97-2063-49B4-9BF5-3A22B04E4F12}" dt="2025-11-23T12:33:34.680" v="2171"/>
          <ac:spMkLst>
            <pc:docMk/>
            <pc:sldMk cId="712841117" sldId="2632"/>
            <ac:spMk id="11" creationId="{C5361A37-B891-DCB8-0416-FECE035FDF10}"/>
          </ac:spMkLst>
        </pc:spChg>
        <pc:spChg chg="add del">
          <ac:chgData name="Pal, Soumyendu" userId="68503d3d-ac8d-4828-9c3f-abc5a97f3674" providerId="ADAL" clId="{92440D97-2063-49B4-9BF5-3A22B04E4F12}" dt="2025-11-23T12:33:34.680" v="2171"/>
          <ac:spMkLst>
            <pc:docMk/>
            <pc:sldMk cId="712841117" sldId="2632"/>
            <ac:spMk id="13" creationId="{84BF1BFC-1360-3E16-A658-D48DAB0BD15E}"/>
          </ac:spMkLst>
        </pc:spChg>
      </pc:sldChg>
      <pc:sldChg chg="addSp delSp modSp add del mod">
        <pc:chgData name="Pal, Soumyendu" userId="68503d3d-ac8d-4828-9c3f-abc5a97f3674" providerId="ADAL" clId="{92440D97-2063-49B4-9BF5-3A22B04E4F12}" dt="2025-11-24T08:19:36.982" v="2513" actId="47"/>
        <pc:sldMkLst>
          <pc:docMk/>
          <pc:sldMk cId="3516407693" sldId="2632"/>
        </pc:sldMkLst>
        <pc:spChg chg="mod">
          <ac:chgData name="Pal, Soumyendu" userId="68503d3d-ac8d-4828-9c3f-abc5a97f3674" providerId="ADAL" clId="{92440D97-2063-49B4-9BF5-3A22B04E4F12}" dt="2025-11-24T07:59:10.405" v="2347" actId="6549"/>
          <ac:spMkLst>
            <pc:docMk/>
            <pc:sldMk cId="3516407693" sldId="2632"/>
            <ac:spMk id="2" creationId="{E4F283F4-127A-5E05-7598-FE938EDF19B5}"/>
          </ac:spMkLst>
        </pc:spChg>
        <pc:spChg chg="del">
          <ac:chgData name="Pal, Soumyendu" userId="68503d3d-ac8d-4828-9c3f-abc5a97f3674" providerId="ADAL" clId="{92440D97-2063-49B4-9BF5-3A22B04E4F12}" dt="2025-11-23T12:33:37.079" v="2173" actId="478"/>
          <ac:spMkLst>
            <pc:docMk/>
            <pc:sldMk cId="3516407693" sldId="2632"/>
            <ac:spMk id="3" creationId="{AE21601B-B8E2-C772-79CC-68EEA99A8FA0}"/>
          </ac:spMkLst>
        </pc:spChg>
        <pc:spChg chg="mod">
          <ac:chgData name="Pal, Soumyendu" userId="68503d3d-ac8d-4828-9c3f-abc5a97f3674" providerId="ADAL" clId="{92440D97-2063-49B4-9BF5-3A22B04E4F12}" dt="2025-11-23T12:33:41.722" v="2175" actId="1076"/>
          <ac:spMkLst>
            <pc:docMk/>
            <pc:sldMk cId="3516407693" sldId="2632"/>
            <ac:spMk id="5" creationId="{93A969AB-138E-0B80-967C-206DB3FED237}"/>
          </ac:spMkLst>
        </pc:spChg>
        <pc:spChg chg="add del mod">
          <ac:chgData name="Pal, Soumyendu" userId="68503d3d-ac8d-4828-9c3f-abc5a97f3674" providerId="ADAL" clId="{92440D97-2063-49B4-9BF5-3A22B04E4F12}" dt="2025-11-23T12:33:39.399" v="2174" actId="478"/>
          <ac:spMkLst>
            <pc:docMk/>
            <pc:sldMk cId="3516407693" sldId="2632"/>
            <ac:spMk id="7" creationId="{1BC66DB3-5F0F-E0BF-22E7-81231DC433EC}"/>
          </ac:spMkLst>
        </pc:spChg>
      </pc:sldChg>
      <pc:sldChg chg="add del">
        <pc:chgData name="Pal, Soumyendu" userId="68503d3d-ac8d-4828-9c3f-abc5a97f3674" providerId="ADAL" clId="{92440D97-2063-49B4-9BF5-3A22B04E4F12}" dt="2025-11-23T12:38:34.577" v="2259" actId="47"/>
        <pc:sldMkLst>
          <pc:docMk/>
          <pc:sldMk cId="0" sldId="2633"/>
        </pc:sldMkLst>
      </pc:sldChg>
      <pc:sldChg chg="add del">
        <pc:chgData name="Pal, Soumyendu" userId="68503d3d-ac8d-4828-9c3f-abc5a97f3674" providerId="ADAL" clId="{92440D97-2063-49B4-9BF5-3A22B04E4F12}" dt="2025-11-23T12:38:36.678" v="2260" actId="47"/>
        <pc:sldMkLst>
          <pc:docMk/>
          <pc:sldMk cId="0" sldId="2634"/>
        </pc:sldMkLst>
      </pc:sldChg>
      <pc:sldChg chg="add del">
        <pc:chgData name="Pal, Soumyendu" userId="68503d3d-ac8d-4828-9c3f-abc5a97f3674" providerId="ADAL" clId="{92440D97-2063-49B4-9BF5-3A22B04E4F12}" dt="2025-11-23T12:36:44.994" v="2204"/>
        <pc:sldMkLst>
          <pc:docMk/>
          <pc:sldMk cId="1379163918" sldId="2635"/>
        </pc:sldMkLst>
      </pc:sldChg>
      <pc:sldChg chg="addSp delSp add del setBg delDesignElem">
        <pc:chgData name="Pal, Soumyendu" userId="68503d3d-ac8d-4828-9c3f-abc5a97f3674" providerId="ADAL" clId="{92440D97-2063-49B4-9BF5-3A22B04E4F12}" dt="2025-11-23T12:36:59.049" v="2209"/>
        <pc:sldMkLst>
          <pc:docMk/>
          <pc:sldMk cId="1467040117" sldId="2635"/>
        </pc:sldMkLst>
        <pc:spChg chg="add del">
          <ac:chgData name="Pal, Soumyendu" userId="68503d3d-ac8d-4828-9c3f-abc5a97f3674" providerId="ADAL" clId="{92440D97-2063-49B4-9BF5-3A22B04E4F12}" dt="2025-11-23T12:36:59.049" v="2209"/>
          <ac:spMkLst>
            <pc:docMk/>
            <pc:sldMk cId="1467040117" sldId="2635"/>
            <ac:spMk id="8" creationId="{DEC2D200-AC75-C96A-20A4-0D6A4F6211D5}"/>
          </ac:spMkLst>
        </pc:spChg>
        <pc:spChg chg="add del">
          <ac:chgData name="Pal, Soumyendu" userId="68503d3d-ac8d-4828-9c3f-abc5a97f3674" providerId="ADAL" clId="{92440D97-2063-49B4-9BF5-3A22B04E4F12}" dt="2025-11-23T12:36:59.049" v="2209"/>
          <ac:spMkLst>
            <pc:docMk/>
            <pc:sldMk cId="1467040117" sldId="2635"/>
            <ac:spMk id="10" creationId="{F201474D-9F08-8259-F098-6A2B2C82A63A}"/>
          </ac:spMkLst>
        </pc:spChg>
        <pc:spChg chg="add del">
          <ac:chgData name="Pal, Soumyendu" userId="68503d3d-ac8d-4828-9c3f-abc5a97f3674" providerId="ADAL" clId="{92440D97-2063-49B4-9BF5-3A22B04E4F12}" dt="2025-11-23T12:36:59.049" v="2209"/>
          <ac:spMkLst>
            <pc:docMk/>
            <pc:sldMk cId="1467040117" sldId="2635"/>
            <ac:spMk id="12" creationId="{41562DDA-7635-C660-D3EE-2D04F166B13E}"/>
          </ac:spMkLst>
        </pc:spChg>
      </pc:sldChg>
      <pc:sldChg chg="addSp delSp modSp add mod">
        <pc:chgData name="Pal, Soumyendu" userId="68503d3d-ac8d-4828-9c3f-abc5a97f3674" providerId="ADAL" clId="{92440D97-2063-49B4-9BF5-3A22B04E4F12}" dt="2025-11-23T12:50:42.855" v="2343" actId="1035"/>
        <pc:sldMkLst>
          <pc:docMk/>
          <pc:sldMk cId="1485004324" sldId="2635"/>
        </pc:sldMkLst>
        <pc:spChg chg="mod">
          <ac:chgData name="Pal, Soumyendu" userId="68503d3d-ac8d-4828-9c3f-abc5a97f3674" providerId="ADAL" clId="{92440D97-2063-49B4-9BF5-3A22B04E4F12}" dt="2025-11-23T12:37:07.419" v="2238" actId="20577"/>
          <ac:spMkLst>
            <pc:docMk/>
            <pc:sldMk cId="1485004324" sldId="2635"/>
            <ac:spMk id="2" creationId="{C663A86C-E001-F8ED-C782-3D8405C47EED}"/>
          </ac:spMkLst>
        </pc:spChg>
        <pc:spChg chg="del">
          <ac:chgData name="Pal, Soumyendu" userId="68503d3d-ac8d-4828-9c3f-abc5a97f3674" providerId="ADAL" clId="{92440D97-2063-49B4-9BF5-3A22B04E4F12}" dt="2025-11-23T12:37:17.666" v="2239" actId="478"/>
          <ac:spMkLst>
            <pc:docMk/>
            <pc:sldMk cId="1485004324" sldId="2635"/>
            <ac:spMk id="3" creationId="{9C511DB7-0432-2067-B47F-0EB088168600}"/>
          </ac:spMkLst>
        </pc:spChg>
        <pc:spChg chg="add del mod">
          <ac:chgData name="Pal, Soumyendu" userId="68503d3d-ac8d-4828-9c3f-abc5a97f3674" providerId="ADAL" clId="{92440D97-2063-49B4-9BF5-3A22B04E4F12}" dt="2025-11-23T12:37:20.040" v="2240" actId="478"/>
          <ac:spMkLst>
            <pc:docMk/>
            <pc:sldMk cId="1485004324" sldId="2635"/>
            <ac:spMk id="6" creationId="{227F3EFB-5F4E-E514-A85E-882AE6C93580}"/>
          </ac:spMkLst>
        </pc:spChg>
        <pc:spChg chg="add mod">
          <ac:chgData name="Pal, Soumyendu" userId="68503d3d-ac8d-4828-9c3f-abc5a97f3674" providerId="ADAL" clId="{92440D97-2063-49B4-9BF5-3A22B04E4F12}" dt="2025-11-23T12:50:42.855" v="2343" actId="1035"/>
          <ac:spMkLst>
            <pc:docMk/>
            <pc:sldMk cId="1485004324" sldId="2635"/>
            <ac:spMk id="7" creationId="{6C1400FF-91AD-0E1C-A6F1-4349FAC818A8}"/>
          </ac:spMkLst>
        </pc:spChg>
      </pc:sldChg>
      <pc:sldChg chg="add del">
        <pc:chgData name="Pal, Soumyendu" userId="68503d3d-ac8d-4828-9c3f-abc5a97f3674" providerId="ADAL" clId="{92440D97-2063-49B4-9BF5-3A22B04E4F12}" dt="2025-11-23T12:36:47.082" v="2206" actId="47"/>
        <pc:sldMkLst>
          <pc:docMk/>
          <pc:sldMk cId="4093880521" sldId="2635"/>
        </pc:sldMkLst>
      </pc:sldChg>
      <pc:sldMasterChg chg="setBg modSldLayout">
        <pc:chgData name="Pal, Soumyendu" userId="68503d3d-ac8d-4828-9c3f-abc5a97f3674" providerId="ADAL" clId="{92440D97-2063-49B4-9BF5-3A22B04E4F12}" dt="2025-11-23T04:05:33.959" v="222"/>
        <pc:sldMasterMkLst>
          <pc:docMk/>
          <pc:sldMasterMk cId="2209977519" sldId="2147483648"/>
        </pc:sldMasterMkLst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Pal, Soumyendu" userId="68503d3d-ac8d-4828-9c3f-abc5a97f3674" providerId="ADAL" clId="{92440D97-2063-49B4-9BF5-3A22B04E4F12}" dt="2025-11-23T04:05:33.959" v="222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del setBg delSldLayout modSldLayout">
        <pc:chgData name="Pal, Soumyendu" userId="68503d3d-ac8d-4828-9c3f-abc5a97f3674" providerId="ADAL" clId="{92440D97-2063-49B4-9BF5-3A22B04E4F12}" dt="2025-11-23T05:22:48.605" v="1090" actId="47"/>
        <pc:sldMasterMkLst>
          <pc:docMk/>
          <pc:sldMasterMk cId="3609427426" sldId="2147483660"/>
        </pc:sldMasterMkLst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885320208" sldId="2147483661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94345745" sldId="2147483662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520888728" sldId="2147483663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860496500" sldId="2147483664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054924852" sldId="2147483665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954087352" sldId="2147483666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4082923198" sldId="2147483667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540191148" sldId="2147483668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068811045" sldId="2147483669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817477375" sldId="2147483670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339158346" sldId="2147483671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961093156" sldId="2147483672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050437576" sldId="2147483673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394380753" sldId="2147483674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97381728" sldId="2147483675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01202175" sldId="2147483676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544933768" sldId="2147483677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780554647" sldId="2147483678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4170475908" sldId="2147483679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697414836" sldId="2147483680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464745583" sldId="2147483681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405422191" sldId="2147483682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364547865" sldId="2147483683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539212659" sldId="2147483684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245624308" sldId="2147483685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4155724534" sldId="2147483686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128112460" sldId="2147483687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292658861" sldId="2147483688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428457757" sldId="2147483689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999419981" sldId="2147483690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140106800" sldId="2147483691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257666303" sldId="2147483692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941598319" sldId="2147483693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613417896" sldId="2147483694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034237753" sldId="2147483695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295919705" sldId="2147483696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653727144" sldId="2147483697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071050135" sldId="2147483698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423707377" sldId="2147483699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428134665" sldId="2147483700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106472340" sldId="2147483701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881025319" sldId="2147483702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248686013" sldId="2147483703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912629391" sldId="2147483704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570718390" sldId="2147483705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419744016" sldId="2147483706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660600666" sldId="2147483707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530845684" sldId="2147483708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448618537" sldId="2147483709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718597419" sldId="2147483710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118245015" sldId="2147483711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230845845" sldId="2147483712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1734572" sldId="2147483713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518353953" sldId="2147483714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121182667" sldId="2147483715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49713134" sldId="2147483716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294868605" sldId="2147483717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068801782" sldId="2147483718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235975651" sldId="2147483719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1598333052" sldId="2147483720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38334646" sldId="2147483721"/>
          </pc:sldLayoutMkLst>
        </pc:sldLayoutChg>
        <pc:sldLayoutChg chg="del setBg">
          <pc:chgData name="Pal, Soumyendu" userId="68503d3d-ac8d-4828-9c3f-abc5a97f3674" providerId="ADAL" clId="{92440D97-2063-49B4-9BF5-3A22B04E4F12}" dt="2025-11-23T05:22:48.605" v="1090" actId="47"/>
          <pc:sldLayoutMkLst>
            <pc:docMk/>
            <pc:sldMasterMk cId="3609427426" sldId="2147483660"/>
            <pc:sldLayoutMk cId="204814321" sldId="2147483722"/>
          </pc:sldLayoutMkLst>
        </pc:sldLayoutChg>
      </pc:sldMasterChg>
      <pc:sldMasterChg chg="del setBg delSldLayout modSldLayout">
        <pc:chgData name="Pal, Soumyendu" userId="68503d3d-ac8d-4828-9c3f-abc5a97f3674" providerId="ADAL" clId="{92440D97-2063-49B4-9BF5-3A22B04E4F12}" dt="2025-11-23T04:23:14.714" v="737" actId="47"/>
        <pc:sldMasterMkLst>
          <pc:docMk/>
          <pc:sldMasterMk cId="1040363625" sldId="2147483723"/>
        </pc:sldMasterMkLst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4261406826" sldId="2147483724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834063355" sldId="2147483725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17095173" sldId="2147483726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05040899" sldId="2147483727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552353397" sldId="2147483728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435210070" sldId="2147483729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913633766" sldId="2147483730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65430056" sldId="2147483731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59482396" sldId="2147483732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77674844" sldId="2147483733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776930465" sldId="2147483734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903235530" sldId="2147483735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743455105" sldId="2147483736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871905853" sldId="2147483737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244532547" sldId="2147483738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941672421" sldId="2147483739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103554516" sldId="2147483740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4183206146" sldId="2147483741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433272890" sldId="2147483742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290194430" sldId="2147483743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287035764" sldId="2147483744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534218321" sldId="2147483745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623113177" sldId="2147483746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402252210" sldId="2147483747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397247117" sldId="2147483748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4066642727" sldId="2147483749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345398184" sldId="2147483750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838972971" sldId="2147483751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559954047" sldId="2147483752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149884693" sldId="2147483753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409142501" sldId="2147483754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10691882" sldId="2147483755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238233051" sldId="2147483756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692056337" sldId="2147483757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027163420" sldId="2147483758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90180953" sldId="2147483759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21953759" sldId="2147483760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259533442" sldId="2147483761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61830838" sldId="2147483762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702839514" sldId="2147483763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994688559" sldId="2147483764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528330188" sldId="2147483765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632682733" sldId="2147483766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999867130" sldId="2147483767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592695826" sldId="2147483768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920437111" sldId="2147483769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642957205" sldId="2147483770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856943479" sldId="2147483771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708468032" sldId="2147483772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941274133" sldId="2147483773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4053287527" sldId="2147483774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526200392" sldId="2147483775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528857474" sldId="2147483776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639313022" sldId="2147483777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043277692" sldId="2147483778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44427173" sldId="2147483779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787059539" sldId="2147483780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950581528" sldId="2147483781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229260243" sldId="2147483782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1685525125" sldId="2147483783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402700908" sldId="2147483784"/>
          </pc:sldLayoutMkLst>
        </pc:sldLayoutChg>
        <pc:sldLayoutChg chg="del setBg">
          <pc:chgData name="Pal, Soumyendu" userId="68503d3d-ac8d-4828-9c3f-abc5a97f3674" providerId="ADAL" clId="{92440D97-2063-49B4-9BF5-3A22B04E4F12}" dt="2025-11-23T04:23:14.714" v="737" actId="47"/>
          <pc:sldLayoutMkLst>
            <pc:docMk/>
            <pc:sldMasterMk cId="1040363625" sldId="2147483723"/>
            <pc:sldLayoutMk cId="3783495685" sldId="21474837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6E83D-0350-4AF9-97EE-CE2D3FB452F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22835-2FA8-4636-B156-5B78B6E687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714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@soumyendupal?si=wm1qKm5F51XyF04t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99" y="1049079"/>
            <a:ext cx="2539963" cy="4112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Aptos" panose="020B0004020202020204" pitchFamily="34" charset="0"/>
              </a:rPr>
              <a:t>Ansible Modules: 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Slurp, Blockinfile &amp; Fetch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0688" y="970150"/>
            <a:ext cx="5713000" cy="315379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>
            <a:normAutofit/>
          </a:bodyPr>
          <a:lstStyle/>
          <a:p>
            <a:pPr marL="0" indent="0">
              <a:buNone/>
            </a:pPr>
            <a:endParaRPr sz="240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sz="2400" dirty="0">
                <a:latin typeface="Aptos" panose="020B0004020202020204" pitchFamily="34" charset="0"/>
              </a:rPr>
              <a:t>Enhance your automation with dynamic file management and data retrieval</a:t>
            </a:r>
          </a:p>
          <a:p>
            <a:pPr>
              <a:defRPr sz="1800"/>
            </a:pPr>
            <a:r>
              <a:rPr sz="2400" dirty="0">
                <a:latin typeface="Aptos" panose="020B0004020202020204" pitchFamily="34" charset="0"/>
              </a:rPr>
              <a:t>Includes real-world use cases and hands-on labs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B295BB74-E986-FACD-594C-8C7E0FCC7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807" y="-3495"/>
            <a:ext cx="605912" cy="610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401DB5-253C-F4FF-ED17-64CF6D850C66}"/>
              </a:ext>
            </a:extLst>
          </p:cNvPr>
          <p:cNvSpPr txBox="1"/>
          <p:nvPr/>
        </p:nvSpPr>
        <p:spPr>
          <a:xfrm>
            <a:off x="3220688" y="4208043"/>
            <a:ext cx="5713000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Objective: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Understand Slurp module and its use cases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Learn Blockinfile for managing multi-line blocks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Use Fetch module to retrieve files from remote hosts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30" y="1651591"/>
            <a:ext cx="2400300" cy="2786475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  <a:latin typeface="Aptos" panose="020B0004020202020204" pitchFamily="34" charset="0"/>
              </a:rPr>
              <a:t>Objective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614" y="819288"/>
            <a:ext cx="5179868" cy="339123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800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Slurp</a:t>
            </a:r>
            <a:r>
              <a:rPr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Module:</a:t>
            </a:r>
            <a:r>
              <a:rPr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Reads a file from a remote host and returns its content as Base64-encoded data</a:t>
            </a:r>
          </a:p>
          <a:p>
            <a:pPr>
              <a:defRPr sz="1800"/>
            </a:pPr>
            <a:r>
              <a:rPr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Blockinfile Module:</a:t>
            </a:r>
            <a:r>
              <a:rPr dirty="0">
                <a:latin typeface="Aptos" panose="020B0004020202020204" pitchFamily="34" charset="0"/>
              </a:rPr>
              <a:t> Insert multi-line blocks into files</a:t>
            </a:r>
          </a:p>
          <a:p>
            <a:pPr>
              <a:defRPr sz="1800"/>
            </a:pPr>
            <a:r>
              <a:rPr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Fetch Module:</a:t>
            </a:r>
            <a:r>
              <a:rPr dirty="0">
                <a:latin typeface="Aptos" panose="020B0004020202020204" pitchFamily="34" charset="0"/>
              </a:rPr>
              <a:t> Retrieve files from remote hosts</a:t>
            </a:r>
          </a:p>
          <a:p>
            <a:pPr>
              <a:defRPr sz="1800"/>
            </a:pPr>
            <a:r>
              <a:rPr dirty="0">
                <a:latin typeface="Aptos" panose="020B0004020202020204" pitchFamily="34" charset="0"/>
              </a:rPr>
              <a:t>Real-world use cases for DevOps and IT automation</a:t>
            </a:r>
          </a:p>
          <a:p>
            <a:pPr>
              <a:defRPr sz="1800"/>
            </a:pPr>
            <a:r>
              <a:rPr dirty="0">
                <a:latin typeface="Aptos" panose="020B0004020202020204" pitchFamily="34" charset="0"/>
              </a:rPr>
              <a:t>Labs, quiz</a:t>
            </a:r>
            <a:r>
              <a:rPr lang="en-US" dirty="0">
                <a:latin typeface="Aptos" panose="020B0004020202020204" pitchFamily="34" charset="0"/>
              </a:rPr>
              <a:t>z</a:t>
            </a:r>
            <a:r>
              <a:rPr dirty="0">
                <a:latin typeface="Aptos" panose="020B0004020202020204" pitchFamily="34" charset="0"/>
              </a:rPr>
              <a:t>es, and challenges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B2D0577-571B-4159-E206-CAA114214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12953"/>
            <a:ext cx="605912" cy="610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590" y="1070347"/>
            <a:ext cx="2400300" cy="325430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Aptos" panose="020B0004020202020204" pitchFamily="34" charset="0"/>
              </a:rPr>
              <a:t>Slurp Module Overview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354758" y="690145"/>
            <a:ext cx="5179868" cy="547770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Purpose</a:t>
            </a:r>
            <a:r>
              <a:rPr sz="1400" dirty="0">
                <a:latin typeface="Aptos" panose="020B0004020202020204" pitchFamily="34" charset="0"/>
              </a:rPr>
              <a:t>: </a:t>
            </a:r>
            <a:r>
              <a:rPr lang="en-US" sz="1400" dirty="0">
                <a:latin typeface="Aptos" panose="020B0004020202020204" pitchFamily="34" charset="0"/>
              </a:rPr>
              <a:t>Read file content from remote hosts and return it in Base64 format for safe transfer.</a:t>
            </a:r>
          </a:p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Why use it?</a:t>
            </a:r>
            <a:r>
              <a:rPr sz="1400" dirty="0">
                <a:latin typeface="Aptos" panose="020B0004020202020204" pitchFamily="34" charset="0"/>
              </a:rPr>
              <a:t> </a:t>
            </a:r>
            <a:r>
              <a:rPr lang="en-US" sz="1400" dirty="0">
                <a:latin typeface="Aptos" panose="020B0004020202020204" pitchFamily="34" charset="0"/>
              </a:rPr>
              <a:t>Ideal for retrieving configuration or log files without physically copying them.</a:t>
            </a:r>
          </a:p>
          <a:p>
            <a:pPr>
              <a:defRPr sz="1800"/>
            </a:pPr>
            <a:r>
              <a:rPr lang="en-US" sz="1400" dirty="0">
                <a:latin typeface="Aptos" panose="020B0004020202020204" pitchFamily="34" charset="0"/>
              </a:rPr>
              <a:t>Base64 encoding converts binary data into text, enabling safe transmission over.</a:t>
            </a:r>
          </a:p>
          <a:p>
            <a:pPr>
              <a:defRPr sz="1800"/>
            </a:pPr>
            <a:r>
              <a:rPr lang="en-US" sz="1400" dirty="0">
                <a:latin typeface="Aptos" panose="020B0004020202020204" pitchFamily="34" charset="0"/>
              </a:rPr>
              <a:t>Received Base64 data must be decoded back to original form using b64decode filter for further processing.​</a:t>
            </a:r>
          </a:p>
          <a:p>
            <a:pPr>
              <a:defRPr sz="1800"/>
            </a:pPr>
            <a:r>
              <a:rPr lang="en-US" sz="1400" dirty="0">
                <a:latin typeface="Aptos" panose="020B0004020202020204" pitchFamily="34" charset="0"/>
              </a:rPr>
              <a:t>JSON communication channels.​</a:t>
            </a:r>
            <a:endParaRPr sz="140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Key Features: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endParaRPr lang="en-US" sz="1400" b="1" dirty="0">
              <a:solidFill>
                <a:schemeClr val="accent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1">
              <a:defRPr sz="1800"/>
            </a:pPr>
            <a:r>
              <a:rPr lang="en-US" sz="1400" dirty="0">
                <a:latin typeface="Aptos" panose="020B0004020202020204" pitchFamily="34" charset="0"/>
              </a:rPr>
              <a:t>Handles both text and binary files.</a:t>
            </a:r>
          </a:p>
          <a:p>
            <a:pPr lvl="1">
              <a:defRPr sz="1800"/>
            </a:pPr>
            <a:r>
              <a:rPr lang="en-US" sz="1400" dirty="0">
                <a:latin typeface="Aptos" panose="020B0004020202020204" pitchFamily="34" charset="0"/>
              </a:rPr>
              <a:t>Works with Jinja2 filters like b64decode to convert Base64 → human-readable text.</a:t>
            </a:r>
          </a:p>
          <a:p>
            <a:pPr>
              <a:defRPr sz="1800"/>
            </a:pPr>
            <a:endParaRPr sz="140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Real-world Example:</a:t>
            </a:r>
            <a:r>
              <a:rPr sz="1400" dirty="0">
                <a:latin typeface="Aptos" panose="020B0004020202020204" pitchFamily="34" charset="0"/>
              </a:rPr>
              <a:t> </a:t>
            </a:r>
            <a:endParaRPr lang="en-US" sz="1400" dirty="0">
              <a:latin typeface="Aptos" panose="020B0004020202020204" pitchFamily="34" charset="0"/>
            </a:endParaRPr>
          </a:p>
          <a:p>
            <a:pPr lvl="1">
              <a:defRPr sz="1800"/>
            </a:pPr>
            <a:r>
              <a:rPr lang="en-US" sz="1400" dirty="0">
                <a:latin typeface="Aptos" panose="020B0004020202020204" pitchFamily="34" charset="0"/>
              </a:rPr>
              <a:t>Processing Configuration file.</a:t>
            </a:r>
          </a:p>
          <a:p>
            <a:pPr lvl="1">
              <a:defRPr sz="1800"/>
            </a:pPr>
            <a:r>
              <a:rPr sz="1400" dirty="0">
                <a:latin typeface="Aptos" panose="020B0004020202020204" pitchFamily="34" charset="0"/>
              </a:rPr>
              <a:t>Deploy Nginx config with environment-specific set</a:t>
            </a:r>
            <a:r>
              <a:rPr lang="en-US" sz="1400" dirty="0">
                <a:latin typeface="Aptos" panose="020B0004020202020204" pitchFamily="34" charset="0"/>
              </a:rPr>
              <a:t>.</a:t>
            </a:r>
          </a:p>
          <a:p>
            <a:pPr lvl="1">
              <a:defRPr sz="1800"/>
            </a:pPr>
            <a:r>
              <a:rPr lang="en-US" sz="1400" dirty="0">
                <a:latin typeface="Aptos" panose="020B0004020202020204" pitchFamily="34" charset="0"/>
              </a:rPr>
              <a:t>Capturing system information.</a:t>
            </a:r>
          </a:p>
          <a:p>
            <a:pPr lvl="1">
              <a:defRPr sz="1800"/>
            </a:pPr>
            <a:endParaRPr lang="en-US" sz="1400" dirty="0">
              <a:latin typeface="Aptos" panose="020B0004020202020204" pitchFamily="34" charset="0"/>
            </a:endParaRPr>
          </a:p>
          <a:p>
            <a:pPr marL="457200" lvl="1" indent="0">
              <a:buNone/>
              <a:defRPr sz="1800"/>
            </a:pPr>
            <a:r>
              <a:rPr lang="en-US" sz="1400" dirty="0">
                <a:latin typeface="Aptos" panose="020B0004020202020204" pitchFamily="34" charset="0"/>
              </a:rPr>
              <a:t>Slurp supports only Base64 encoding; decoding is mandatory for effective data usage in Ansible.​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425725C8-ACC7-0F4B-01F0-9B22F7ED6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A15E9-BF0D-BC1E-9DC3-C47BEAB34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9C1524-A1DF-CC4A-2713-4C7BD9C32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A0B993-7E6D-5155-6F08-F4F3BA4B1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DB83A-0CF6-0F12-C230-3E452382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90" y="1070347"/>
            <a:ext cx="2400300" cy="32543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Slurp Module Lab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3C4A787-4E89-6207-6281-7FC3147F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3081161B-5E24-4028-C547-A49A72507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FC62A2-CA60-61E0-61A7-07C8A97417FD}"/>
              </a:ext>
            </a:extLst>
          </p:cNvPr>
          <p:cNvSpPr txBox="1"/>
          <p:nvPr/>
        </p:nvSpPr>
        <p:spPr>
          <a:xfrm>
            <a:off x="3398786" y="719909"/>
            <a:ext cx="2879066" cy="338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600" b="1" dirty="0">
                <a:solidFill>
                  <a:schemeClr val="tx2"/>
                </a:solidFill>
                <a:latin typeface="Aptos" panose="020B0004020202020204" pitchFamily="34" charset="0"/>
              </a:rPr>
              <a:t>Example Code</a:t>
            </a:r>
            <a:endParaRPr lang="en-IN" sz="1600" b="1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36CFE-A182-C13D-A079-442F83B8C7BA}"/>
              </a:ext>
            </a:extLst>
          </p:cNvPr>
          <p:cNvSpPr txBox="1"/>
          <p:nvPr/>
        </p:nvSpPr>
        <p:spPr>
          <a:xfrm>
            <a:off x="3374933" y="1070347"/>
            <a:ext cx="5069921" cy="504753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---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- name: Read file content using slurp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hosts: target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tasks: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- name: Fetch file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ansible.builtin.slurp</a:t>
            </a:r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: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 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src</a:t>
            </a:r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: /etc/hosts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register: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file_data</a:t>
            </a:r>
            <a:endParaRPr lang="en-IN" sz="14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defTabSz="685800"/>
            <a:endParaRPr lang="en-IN" sz="14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- name: Display decoded content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ansible.builtin.debug: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  msg: "{{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file_data</a:t>
            </a:r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['content'] | b64decode }}"</a:t>
            </a:r>
          </a:p>
          <a:p>
            <a:pPr defTabSz="685800"/>
            <a:endParaRPr lang="en-IN" sz="14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- name: Inspect CPU information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ansible.builtin.slurp</a:t>
            </a:r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: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 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src</a:t>
            </a:r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: /proc/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cpuinfo</a:t>
            </a:r>
            <a:endParaRPr lang="en-IN" sz="14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register: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cpu_info</a:t>
            </a:r>
            <a:endParaRPr lang="en-IN" sz="14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defTabSz="685800"/>
            <a:endParaRPr lang="en-IN" sz="14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- name: Show CPU information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ansible.builtin.debug:</a:t>
            </a: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        msg: "{{ </a:t>
            </a:r>
            <a:r>
              <a:rPr lang="en-IN" sz="1400" b="1" dirty="0" err="1">
                <a:solidFill>
                  <a:schemeClr val="tx2"/>
                </a:solidFill>
                <a:latin typeface="Aptos" panose="020B0004020202020204" pitchFamily="34" charset="0"/>
              </a:rPr>
              <a:t>cpu_info</a:t>
            </a:r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['content'] | b64decode }}"</a:t>
            </a:r>
          </a:p>
          <a:p>
            <a:pPr defTabSz="685800"/>
            <a:endParaRPr lang="en-IN" sz="1400" b="1" dirty="0">
              <a:solidFill>
                <a:schemeClr val="tx2"/>
              </a:solidFill>
              <a:latin typeface="Aptos" panose="020B0004020202020204" pitchFamily="34" charset="0"/>
            </a:endParaRPr>
          </a:p>
          <a:p>
            <a:pPr defTabSz="685800"/>
            <a:r>
              <a:rPr lang="en-IN" sz="1400" b="1" dirty="0">
                <a:solidFill>
                  <a:schemeClr val="tx2"/>
                </a:solidFill>
                <a:latin typeface="Aptos" panose="020B00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86403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30" y="1661581"/>
            <a:ext cx="2400300" cy="315925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FFFF"/>
                </a:solidFill>
                <a:latin typeface="Aptos" panose="020B0004020202020204" pitchFamily="34" charset="0"/>
              </a:rPr>
              <a:t>Blockinfile Module 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0999" y="77418"/>
            <a:ext cx="5179868" cy="212929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Purpose:</a:t>
            </a:r>
            <a:r>
              <a:rPr sz="1400" dirty="0">
                <a:latin typeface="Aptos" panose="020B0004020202020204" pitchFamily="34" charset="0"/>
              </a:rPr>
              <a:t> Insert or update multi-line text blocks in files</a:t>
            </a:r>
          </a:p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Why use it?</a:t>
            </a:r>
            <a:r>
              <a:rPr sz="1400" dirty="0">
                <a:latin typeface="Aptos" panose="020B0004020202020204" pitchFamily="34" charset="0"/>
              </a:rPr>
              <a:t> Manage large config sections without replacing entire files</a:t>
            </a:r>
          </a:p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Key Features</a:t>
            </a:r>
            <a:r>
              <a:rPr sz="1400" dirty="0">
                <a:latin typeface="Aptos" panose="020B0004020202020204" pitchFamily="34" charset="0"/>
              </a:rPr>
              <a:t>:</a:t>
            </a:r>
          </a:p>
          <a:p>
            <a:pPr>
              <a:defRPr sz="1800"/>
            </a:pPr>
            <a:r>
              <a:rPr sz="1400" dirty="0">
                <a:latin typeface="Aptos" panose="020B0004020202020204" pitchFamily="34" charset="0"/>
              </a:rPr>
              <a:t>- Adds blocks between custom markers</a:t>
            </a:r>
          </a:p>
          <a:p>
            <a:pPr>
              <a:defRPr sz="1800"/>
            </a:pPr>
            <a:r>
              <a:rPr sz="1400" dirty="0">
                <a:latin typeface="Aptos" panose="020B0004020202020204" pitchFamily="34" charset="0"/>
              </a:rPr>
              <a:t>- Maintains idempotency</a:t>
            </a:r>
          </a:p>
          <a:p>
            <a:pPr>
              <a:defRPr sz="1800"/>
            </a:pP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Real-world Example:</a:t>
            </a:r>
            <a:r>
              <a:rPr sz="1400" dirty="0">
                <a:latin typeface="Aptos" panose="020B0004020202020204" pitchFamily="34" charset="0"/>
              </a:rPr>
              <a:t> Add SSL configuration block in Apache config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FA01DFA7-06F1-1E91-441B-E7579C4AF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B05927-B030-509B-F024-6EF9E28B7421}"/>
              </a:ext>
            </a:extLst>
          </p:cNvPr>
          <p:cNvSpPr txBox="1"/>
          <p:nvPr/>
        </p:nvSpPr>
        <p:spPr>
          <a:xfrm>
            <a:off x="3212898" y="2275540"/>
            <a:ext cx="5606471" cy="45704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40" b="1" dirty="0">
                <a:solidFill>
                  <a:srgbClr val="002060"/>
                </a:solidFill>
                <a:latin typeface="Aptos" panose="020B0004020202020204" pitchFamily="34" charset="0"/>
              </a:rPr>
              <a:t>blockinfile is better than lineinfile in real-world scenarios:</a:t>
            </a:r>
          </a:p>
          <a:p>
            <a:r>
              <a:rPr lang="en-IN" sz="940" dirty="0">
                <a:latin typeface="Aptos" panose="020B0004020202020204" pitchFamily="34" charset="0"/>
              </a:rPr>
              <a:t>The Problem with </a:t>
            </a:r>
            <a:r>
              <a:rPr lang="en-IN" sz="940" dirty="0" err="1">
                <a:latin typeface="Aptos" panose="020B0004020202020204" pitchFamily="34" charset="0"/>
              </a:rPr>
              <a:t>lineinfilelineinfile</a:t>
            </a:r>
            <a:r>
              <a:rPr lang="en-IN" sz="940" dirty="0">
                <a:latin typeface="Aptos" panose="020B0004020202020204" pitchFamily="34" charset="0"/>
              </a:rPr>
              <a:t> works one line at a </a:t>
            </a:r>
            <a:r>
              <a:rPr lang="en-IN" sz="940" dirty="0" err="1">
                <a:latin typeface="Aptos" panose="020B0004020202020204" pitchFamily="34" charset="0"/>
              </a:rPr>
              <a:t>time.If</a:t>
            </a:r>
            <a:r>
              <a:rPr lang="en-IN" sz="940" dirty="0">
                <a:latin typeface="Aptos" panose="020B0004020202020204" pitchFamily="34" charset="0"/>
              </a:rPr>
              <a:t> you need to manage multiple related lines (e.g., IP mappings, firewall rules, app configs), you must write multiple tasks t  ensure correct ordering and to handle duplicates manually.</a:t>
            </a:r>
          </a:p>
          <a:p>
            <a:r>
              <a:rPr lang="en-IN" sz="940" b="1" dirty="0">
                <a:solidFill>
                  <a:srgbClr val="00206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IN" sz="940" b="1" dirty="0">
                <a:latin typeface="Aptos" panose="020B0004020202020204" pitchFamily="34" charset="0"/>
              </a:rPr>
              <a:t>- lineinfile:</a:t>
            </a:r>
          </a:p>
          <a:p>
            <a:r>
              <a:rPr lang="en-IN" sz="940" b="1" dirty="0">
                <a:latin typeface="Aptos" panose="020B0004020202020204" pitchFamily="34" charset="0"/>
              </a:rPr>
              <a:t>    path: /etc/hosts</a:t>
            </a:r>
          </a:p>
          <a:p>
            <a:r>
              <a:rPr lang="en-IN" sz="940" b="1" dirty="0">
                <a:latin typeface="Aptos" panose="020B0004020202020204" pitchFamily="34" charset="0"/>
              </a:rPr>
              <a:t>    line: "192.168.1.10 </a:t>
            </a:r>
            <a:r>
              <a:rPr lang="en-IN" sz="940" b="1" dirty="0" err="1">
                <a:latin typeface="Aptos" panose="020B0004020202020204" pitchFamily="34" charset="0"/>
              </a:rPr>
              <a:t>myapp.local</a:t>
            </a:r>
            <a:r>
              <a:rPr lang="en-IN" sz="940" b="1" dirty="0">
                <a:latin typeface="Aptos" panose="020B0004020202020204" pitchFamily="34" charset="0"/>
              </a:rPr>
              <a:t>"</a:t>
            </a:r>
          </a:p>
          <a:p>
            <a:r>
              <a:rPr lang="en-IN" sz="940" b="1" dirty="0">
                <a:latin typeface="Aptos" panose="020B0004020202020204" pitchFamily="34" charset="0"/>
              </a:rPr>
              <a:t>- lineinfile:</a:t>
            </a:r>
          </a:p>
          <a:p>
            <a:r>
              <a:rPr lang="en-IN" sz="940" b="1" dirty="0">
                <a:latin typeface="Aptos" panose="020B0004020202020204" pitchFamily="34" charset="0"/>
              </a:rPr>
              <a:t>    path: /etc/hosts</a:t>
            </a:r>
          </a:p>
          <a:p>
            <a:r>
              <a:rPr lang="en-IN" sz="940" b="1" dirty="0">
                <a:latin typeface="Aptos" panose="020B0004020202020204" pitchFamily="34" charset="0"/>
              </a:rPr>
              <a:t>    line: "192.168.1.11 </a:t>
            </a:r>
            <a:r>
              <a:rPr lang="en-IN" sz="940" b="1" dirty="0" err="1">
                <a:latin typeface="Aptos" panose="020B0004020202020204" pitchFamily="34" charset="0"/>
              </a:rPr>
              <a:t>myapp-backup.local</a:t>
            </a:r>
            <a:r>
              <a:rPr lang="en-IN" sz="940" b="1" dirty="0">
                <a:latin typeface="Aptos" panose="020B0004020202020204" pitchFamily="34" charset="0"/>
              </a:rPr>
              <a:t>“</a:t>
            </a:r>
          </a:p>
          <a:p>
            <a:endParaRPr lang="en-IN" sz="940" dirty="0">
              <a:latin typeface="Aptos" panose="020B0004020202020204" pitchFamily="34" charset="0"/>
            </a:endParaRPr>
          </a:p>
          <a:p>
            <a:r>
              <a:rPr lang="en-IN" sz="940" b="1" dirty="0">
                <a:solidFill>
                  <a:srgbClr val="002060"/>
                </a:solidFill>
                <a:latin typeface="Aptos" panose="020B0004020202020204" pitchFamily="34" charset="0"/>
              </a:rPr>
              <a:t>Why blockinfile Wins: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Manages multiple lines as one logical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Adds markers (BEGIN / END) so Ansible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Detect the block.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Update it if changed.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Avoid duplicates.</a:t>
            </a:r>
          </a:p>
          <a:p>
            <a:pPr lvl="1"/>
            <a:r>
              <a:rPr lang="en-IN" sz="940" dirty="0">
                <a:latin typeface="Aptos" panose="020B0004020202020204" pitchFamily="34" charset="0"/>
              </a:rPr>
              <a:t>Idempotent: Run the play multiple times → no duplication.</a:t>
            </a:r>
          </a:p>
          <a:p>
            <a:pPr lvl="1"/>
            <a:r>
              <a:rPr lang="en-IN" sz="940" dirty="0">
                <a:latin typeface="Aptos" panose="020B0004020202020204" pitchFamily="34" charset="0"/>
              </a:rPr>
              <a:t>Atomic updates: Easier rollback with backup: yes.</a:t>
            </a:r>
          </a:p>
          <a:p>
            <a:pPr lvl="1"/>
            <a:r>
              <a:rPr lang="en-IN" sz="940" dirty="0">
                <a:latin typeface="Aptos" panose="020B0004020202020204" pitchFamily="34" charset="0"/>
              </a:rPr>
              <a:t>Cleaner code: One task instead of many.</a:t>
            </a:r>
          </a:p>
          <a:p>
            <a:pPr lvl="1"/>
            <a:r>
              <a:rPr lang="en-IN" sz="940" b="1" dirty="0">
                <a:solidFill>
                  <a:srgbClr val="002060"/>
                </a:solidFill>
                <a:latin typeface="Aptos" panose="020B0004020202020204" pitchFamily="34" charset="0"/>
              </a:rPr>
              <a:t>Real-World Use Cases: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Application host entries in /etc/hosts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Firewall rules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Custom config sections in </a:t>
            </a:r>
            <a:r>
              <a:rPr lang="en-IN" sz="940" dirty="0" err="1">
                <a:latin typeface="Aptos" panose="020B0004020202020204" pitchFamily="34" charset="0"/>
              </a:rPr>
              <a:t>nginx.conf</a:t>
            </a:r>
            <a:r>
              <a:rPr lang="en-IN" sz="940" dirty="0">
                <a:latin typeface="Aptos" panose="020B0004020202020204" pitchFamily="34" charset="0"/>
              </a:rPr>
              <a:t> or </a:t>
            </a:r>
            <a:r>
              <a:rPr lang="en-IN" sz="940" dirty="0" err="1">
                <a:latin typeface="Aptos" panose="020B0004020202020204" pitchFamily="34" charset="0"/>
              </a:rPr>
              <a:t>httpd.conf</a:t>
            </a:r>
            <a:r>
              <a:rPr lang="en-IN" sz="940" dirty="0">
                <a:latin typeface="Aptos" panose="020B0004020202020204" pitchFamily="34" charset="0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940" dirty="0">
                <a:latin typeface="Aptos" panose="020B0004020202020204" pitchFamily="34" charset="0"/>
              </a:rPr>
              <a:t>Environment variables in .</a:t>
            </a:r>
            <a:r>
              <a:rPr lang="en-IN" sz="940" dirty="0" err="1">
                <a:latin typeface="Aptos" panose="020B0004020202020204" pitchFamily="34" charset="0"/>
              </a:rPr>
              <a:t>bashrc</a:t>
            </a:r>
            <a:r>
              <a:rPr lang="en-IN" sz="940" dirty="0">
                <a:latin typeface="Aptos" panose="020B0004020202020204" pitchFamily="34" charset="0"/>
              </a:rPr>
              <a:t> or .env files.</a:t>
            </a:r>
          </a:p>
          <a:p>
            <a:pPr lvl="1"/>
            <a:r>
              <a:rPr lang="en-IN" sz="940" b="1" dirty="0">
                <a:solidFill>
                  <a:srgbClr val="002060"/>
                </a:solidFill>
                <a:latin typeface="Aptos" panose="020B0004020202020204" pitchFamily="34" charset="0"/>
              </a:rPr>
              <a:t>Why It’s Safer</a:t>
            </a:r>
          </a:p>
          <a:p>
            <a:pPr lvl="1"/>
            <a:r>
              <a:rPr lang="en-IN" sz="940" dirty="0">
                <a:latin typeface="Aptos" panose="020B0004020202020204" pitchFamily="34" charset="0"/>
              </a:rPr>
              <a:t>If someone manually edits outside the markers, your block stays intact.</a:t>
            </a:r>
          </a:p>
          <a:p>
            <a:pPr lvl="1"/>
            <a:r>
              <a:rPr lang="en-IN" sz="940" dirty="0">
                <a:latin typeface="Aptos" panose="020B0004020202020204" pitchFamily="34" charset="0"/>
              </a:rPr>
              <a:t>Easy to remove later by deleting the markers.</a:t>
            </a:r>
          </a:p>
          <a:p>
            <a:pPr lvl="1"/>
            <a:r>
              <a:rPr lang="en-IN" sz="940" dirty="0">
                <a:latin typeface="Aptos" panose="020B0004020202020204" pitchFamily="34" charset="0"/>
              </a:rPr>
              <a:t>Great for automation in DevOps where config blocks change often.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5A2CB-D030-306F-4107-54D5C8CB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FA6AF1-2ACE-4CCA-8488-513BE3300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4280F64-F1DA-7344-1561-BAA3DC727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D9309-286A-0050-EECA-EBCBE6E8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30" y="1734249"/>
            <a:ext cx="2400300" cy="315925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FFFF"/>
                </a:solidFill>
                <a:latin typeface="Aptos" panose="020B0004020202020204" pitchFamily="34" charset="0"/>
              </a:rPr>
              <a:t>Blockinfile Module Lab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EC7963F-76F4-560D-528C-F1C4883F9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2E7DFAF5-F244-0A0C-4D79-CC4FC1C94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F3DFB6-AE6B-3C42-C798-780224704620}"/>
              </a:ext>
            </a:extLst>
          </p:cNvPr>
          <p:cNvSpPr txBox="1"/>
          <p:nvPr/>
        </p:nvSpPr>
        <p:spPr>
          <a:xfrm>
            <a:off x="3125454" y="479689"/>
            <a:ext cx="5367130" cy="31624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sz="1050" dirty="0">
              <a:latin typeface="Aptos" panose="020B0004020202020204" pitchFamily="34" charset="0"/>
            </a:endParaRPr>
          </a:p>
          <a:p>
            <a:r>
              <a:rPr lang="en-IN" sz="1050" dirty="0">
                <a:latin typeface="Aptos" panose="020B0004020202020204" pitchFamily="34" charset="0"/>
              </a:rPr>
              <a:t>- name: Manage an application block in /etc/hosts using blockinfile</a:t>
            </a:r>
          </a:p>
          <a:p>
            <a:r>
              <a:rPr lang="en-IN" sz="1050" dirty="0">
                <a:latin typeface="Aptos" panose="020B0004020202020204" pitchFamily="34" charset="0"/>
              </a:rPr>
              <a:t>  hosts: all</a:t>
            </a:r>
          </a:p>
          <a:p>
            <a:r>
              <a:rPr lang="en-IN" sz="1050" dirty="0">
                <a:latin typeface="Aptos" panose="020B0004020202020204" pitchFamily="34" charset="0"/>
              </a:rPr>
              <a:t>  become: true</a:t>
            </a:r>
          </a:p>
          <a:p>
            <a:r>
              <a:rPr lang="en-IN" sz="1050" dirty="0">
                <a:latin typeface="Aptos" panose="020B0004020202020204" pitchFamily="34" charset="0"/>
              </a:rPr>
              <a:t>  gather_facts: false</a:t>
            </a:r>
          </a:p>
          <a:p>
            <a:r>
              <a:rPr lang="en-IN" sz="1050" dirty="0">
                <a:latin typeface="Aptos" panose="020B0004020202020204" pitchFamily="34" charset="0"/>
              </a:rPr>
              <a:t>  tasks:</a:t>
            </a:r>
          </a:p>
          <a:p>
            <a:r>
              <a:rPr lang="en-IN" sz="1050" dirty="0">
                <a:latin typeface="Aptos" panose="020B0004020202020204" pitchFamily="34" charset="0"/>
              </a:rPr>
              <a:t>    - name: Insert or update </a:t>
            </a:r>
            <a:r>
              <a:rPr lang="en-IN" sz="1050" dirty="0" err="1">
                <a:latin typeface="Aptos" panose="020B0004020202020204" pitchFamily="34" charset="0"/>
              </a:rPr>
              <a:t>myapp</a:t>
            </a:r>
            <a:r>
              <a:rPr lang="en-IN" sz="1050" dirty="0">
                <a:latin typeface="Aptos" panose="020B0004020202020204" pitchFamily="34" charset="0"/>
              </a:rPr>
              <a:t> block</a:t>
            </a:r>
          </a:p>
          <a:p>
            <a:r>
              <a:rPr lang="en-IN" sz="1050" dirty="0">
                <a:latin typeface="Aptos" panose="020B0004020202020204" pitchFamily="34" charset="0"/>
              </a:rPr>
              <a:t>      </a:t>
            </a:r>
            <a:r>
              <a:rPr lang="en-IN" sz="1050" dirty="0" err="1">
                <a:latin typeface="Aptos" panose="020B0004020202020204" pitchFamily="34" charset="0"/>
              </a:rPr>
              <a:t>ansible.builtin.blockinfile</a:t>
            </a:r>
            <a:r>
              <a:rPr lang="en-IN" sz="1050" dirty="0">
                <a:latin typeface="Aptos" panose="020B0004020202020204" pitchFamily="34" charset="0"/>
              </a:rPr>
              <a:t>:</a:t>
            </a:r>
          </a:p>
          <a:p>
            <a:r>
              <a:rPr lang="en-IN" sz="1050" dirty="0">
                <a:latin typeface="Aptos" panose="020B0004020202020204" pitchFamily="34" charset="0"/>
              </a:rPr>
              <a:t>        path: /etc/hosts</a:t>
            </a:r>
          </a:p>
          <a:p>
            <a:r>
              <a:rPr lang="en-IN" sz="1050" dirty="0">
                <a:latin typeface="Aptos" panose="020B0004020202020204" pitchFamily="34" charset="0"/>
              </a:rPr>
              <a:t>        marker: "# {mark} AUTOGEN MYAPP BLOCK"</a:t>
            </a:r>
          </a:p>
          <a:p>
            <a:r>
              <a:rPr lang="en-IN" sz="1050" b="1" dirty="0">
                <a:latin typeface="Aptos" panose="020B0004020202020204" pitchFamily="34" charset="0"/>
              </a:rPr>
              <a:t>        block: |</a:t>
            </a:r>
          </a:p>
          <a:p>
            <a:r>
              <a:rPr lang="en-IN" sz="1050" b="1" dirty="0">
                <a:latin typeface="Aptos" panose="020B0004020202020204" pitchFamily="34" charset="0"/>
              </a:rPr>
              <a:t>          192.168.1.10 </a:t>
            </a:r>
            <a:r>
              <a:rPr lang="en-IN" sz="1050" b="1" dirty="0" err="1">
                <a:latin typeface="Aptos" panose="020B0004020202020204" pitchFamily="34" charset="0"/>
              </a:rPr>
              <a:t>myapp.local</a:t>
            </a:r>
            <a:endParaRPr lang="en-IN" sz="1050" b="1" dirty="0">
              <a:latin typeface="Aptos" panose="020B0004020202020204" pitchFamily="34" charset="0"/>
            </a:endParaRPr>
          </a:p>
          <a:p>
            <a:r>
              <a:rPr lang="en-IN" sz="1050" b="1" dirty="0">
                <a:latin typeface="Aptos" panose="020B0004020202020204" pitchFamily="34" charset="0"/>
              </a:rPr>
              <a:t>          192.168.1.11 </a:t>
            </a:r>
            <a:r>
              <a:rPr lang="en-IN" sz="1050" b="1" dirty="0" err="1">
                <a:latin typeface="Aptos" panose="020B0004020202020204" pitchFamily="34" charset="0"/>
              </a:rPr>
              <a:t>myapp-backup.local</a:t>
            </a:r>
            <a:endParaRPr lang="en-IN" sz="1050" b="1" dirty="0">
              <a:latin typeface="Aptos" panose="020B0004020202020204" pitchFamily="34" charset="0"/>
            </a:endParaRPr>
          </a:p>
          <a:p>
            <a:r>
              <a:rPr lang="en-IN" sz="1050" dirty="0">
                <a:latin typeface="Aptos" panose="020B0004020202020204" pitchFamily="34" charset="0"/>
              </a:rPr>
              <a:t>        create: yes</a:t>
            </a:r>
          </a:p>
          <a:p>
            <a:r>
              <a:rPr lang="en-IN" sz="1050" dirty="0">
                <a:latin typeface="Aptos" panose="020B0004020202020204" pitchFamily="34" charset="0"/>
              </a:rPr>
              <a:t>        backup: yes</a:t>
            </a:r>
          </a:p>
          <a:p>
            <a:endParaRPr lang="en-IN" sz="1050" dirty="0">
              <a:latin typeface="Aptos" panose="020B0004020202020204" pitchFamily="34" charset="0"/>
            </a:endParaRPr>
          </a:p>
          <a:p>
            <a:r>
              <a:rPr lang="en-IN" sz="1050" dirty="0">
                <a:latin typeface="Aptos" panose="020B0004020202020204" pitchFamily="34" charset="0"/>
              </a:rPr>
              <a:t>    - name: Show confirmation</a:t>
            </a:r>
          </a:p>
          <a:p>
            <a:r>
              <a:rPr lang="en-IN" sz="1050" dirty="0">
                <a:latin typeface="Aptos" panose="020B0004020202020204" pitchFamily="34" charset="0"/>
              </a:rPr>
              <a:t>      ansible.builtin.debug:</a:t>
            </a:r>
          </a:p>
          <a:p>
            <a:r>
              <a:rPr lang="en-IN" sz="1050" dirty="0">
                <a:latin typeface="Aptos" panose="020B0004020202020204" pitchFamily="34" charset="0"/>
              </a:rPr>
              <a:t>        msg: "</a:t>
            </a:r>
            <a:r>
              <a:rPr lang="en-IN" sz="1050" dirty="0" err="1">
                <a:latin typeface="Aptos" panose="020B0004020202020204" pitchFamily="34" charset="0"/>
              </a:rPr>
              <a:t>myapp</a:t>
            </a:r>
            <a:r>
              <a:rPr lang="en-IN" sz="1050" dirty="0">
                <a:latin typeface="Aptos" panose="020B0004020202020204" pitchFamily="34" charset="0"/>
              </a:rPr>
              <a:t> block ensured on {{ inventory_hostname }}"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1BC88-8130-7FDC-B311-FBC08C824F0F}"/>
              </a:ext>
            </a:extLst>
          </p:cNvPr>
          <p:cNvSpPr txBox="1"/>
          <p:nvPr/>
        </p:nvSpPr>
        <p:spPr>
          <a:xfrm>
            <a:off x="3132467" y="141135"/>
            <a:ext cx="2879066" cy="338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600" b="1" dirty="0">
                <a:solidFill>
                  <a:schemeClr val="tx2"/>
                </a:solidFill>
                <a:latin typeface="Aptos" panose="020B0004020202020204" pitchFamily="34" charset="0"/>
              </a:rPr>
              <a:t>Example Code</a:t>
            </a:r>
            <a:endParaRPr lang="en-IN" sz="1600" b="1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7AE6A5-7A29-9FFB-7814-39F2EE268F43}"/>
              </a:ext>
            </a:extLst>
          </p:cNvPr>
          <p:cNvSpPr txBox="1">
            <a:spLocks/>
          </p:cNvSpPr>
          <p:nvPr/>
        </p:nvSpPr>
        <p:spPr>
          <a:xfrm>
            <a:off x="3125455" y="3557609"/>
            <a:ext cx="5367130" cy="3159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600" b="1" dirty="0">
                <a:solidFill>
                  <a:srgbClr val="002060"/>
                </a:solidFill>
                <a:latin typeface="Aptos" panose="020B0004020202020204" pitchFamily="34" charset="0"/>
              </a:rPr>
              <a:t>Blockinfile Module sample code</a:t>
            </a:r>
          </a:p>
          <a:p>
            <a:pPr algn="l"/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b="1" dirty="0">
                <a:solidFill>
                  <a:srgbClr val="002060"/>
                </a:solidFill>
                <a:latin typeface="Aptos" panose="020B0004020202020204" pitchFamily="34" charset="0"/>
              </a:rPr>
              <a:t>Before (/etc/hosts):</a:t>
            </a: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127.0.0.1   localhost</a:t>
            </a: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::1         localhost</a:t>
            </a:r>
          </a:p>
          <a:p>
            <a:pPr algn="l"/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b="1" dirty="0">
                <a:solidFill>
                  <a:srgbClr val="002060"/>
                </a:solidFill>
                <a:latin typeface="Aptos" panose="020B0004020202020204" pitchFamily="34" charset="0"/>
              </a:rPr>
              <a:t>After (/etc/hosts):</a:t>
            </a: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127.0.0.1   localhost</a:t>
            </a: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::1         localhost</a:t>
            </a:r>
            <a:br>
              <a:rPr lang="en-IN" sz="1200" dirty="0">
                <a:latin typeface="Aptos" panose="020B0004020202020204" pitchFamily="34" charset="0"/>
              </a:rPr>
            </a:b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# BEGIN AUTOGEN MYAPP BLOCK</a:t>
            </a: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192.168.1.10 </a:t>
            </a:r>
            <a:r>
              <a:rPr lang="en-IN" sz="1200" dirty="0" err="1">
                <a:latin typeface="Aptos" panose="020B0004020202020204" pitchFamily="34" charset="0"/>
              </a:rPr>
              <a:t>myapp.local</a:t>
            </a: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192.168.1.11 </a:t>
            </a:r>
            <a:r>
              <a:rPr lang="en-IN" sz="1200" dirty="0" err="1">
                <a:latin typeface="Aptos" panose="020B0004020202020204" pitchFamily="34" charset="0"/>
              </a:rPr>
              <a:t>myapp-backup.local</a:t>
            </a:r>
            <a:br>
              <a:rPr lang="en-IN" sz="1200" dirty="0">
                <a:latin typeface="Aptos" panose="020B0004020202020204" pitchFamily="34" charset="0"/>
              </a:rPr>
            </a:br>
            <a:r>
              <a:rPr lang="en-IN" sz="1200" dirty="0">
                <a:latin typeface="Aptos" panose="020B0004020202020204" pitchFamily="34" charset="0"/>
              </a:rPr>
              <a:t># END AUTOGEN MYAPP BLOCK</a:t>
            </a:r>
          </a:p>
        </p:txBody>
      </p:sp>
    </p:spTree>
    <p:extLst>
      <p:ext uri="{BB962C8B-B14F-4D97-AF65-F5344CB8AC3E}">
        <p14:creationId xmlns:p14="http://schemas.microsoft.com/office/powerpoint/2010/main" val="2137977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64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  <a:latin typeface="Aptos" panose="020B0004020202020204" pitchFamily="34" charset="0"/>
              </a:rPr>
              <a:t>Fetch Module Overview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0618" y="861514"/>
            <a:ext cx="5179868" cy="398665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800" b="1" dirty="0">
                <a:solidFill>
                  <a:schemeClr val="tx2"/>
                </a:solidFill>
                <a:latin typeface="Aptos" panose="020B0004020202020204" pitchFamily="34" charset="0"/>
              </a:rPr>
              <a:t>Purpose:</a:t>
            </a:r>
            <a:r>
              <a:rPr lang="en-US" sz="1800" dirty="0">
                <a:latin typeface="Aptos" panose="020B0004020202020204" pitchFamily="34" charset="0"/>
              </a:rPr>
              <a:t> Copy files from remote hosts to the control node</a:t>
            </a:r>
          </a:p>
          <a:p>
            <a:pPr>
              <a:defRPr sz="1800"/>
            </a:pPr>
            <a:r>
              <a:rPr lang="en-US" sz="1800" b="1" dirty="0">
                <a:solidFill>
                  <a:schemeClr val="tx2"/>
                </a:solidFill>
                <a:latin typeface="Aptos" panose="020B0004020202020204" pitchFamily="34" charset="0"/>
              </a:rPr>
              <a:t>Why use it?</a:t>
            </a:r>
            <a:r>
              <a:rPr lang="en-US" sz="1800" dirty="0">
                <a:solidFill>
                  <a:schemeClr val="tx2"/>
                </a:solidFill>
                <a:latin typeface="Aptos" panose="020B00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</a:rPr>
              <a:t>Collect logs, backups, or reports from multiple servers</a:t>
            </a:r>
          </a:p>
          <a:p>
            <a:pPr>
              <a:defRPr sz="1800"/>
            </a:pPr>
            <a:r>
              <a:rPr lang="en-US" sz="1800" b="1" dirty="0">
                <a:solidFill>
                  <a:schemeClr val="tx2"/>
                </a:solidFill>
                <a:latin typeface="Aptos" panose="020B0004020202020204" pitchFamily="34" charset="0"/>
              </a:rPr>
              <a:t>Key Features:</a:t>
            </a:r>
          </a:p>
          <a:p>
            <a:pPr>
              <a:defRPr sz="1800"/>
            </a:pPr>
            <a:r>
              <a:rPr lang="en-US" sz="1800" dirty="0">
                <a:latin typeface="Aptos" panose="020B0004020202020204" pitchFamily="34" charset="0"/>
              </a:rPr>
              <a:t>- Preserves directory structure</a:t>
            </a:r>
          </a:p>
          <a:p>
            <a:pPr>
              <a:defRPr sz="1800"/>
            </a:pPr>
            <a:r>
              <a:rPr lang="en-US" sz="1800" dirty="0">
                <a:latin typeface="Aptos" panose="020B0004020202020204" pitchFamily="34" charset="0"/>
              </a:rPr>
              <a:t>- Works with large files</a:t>
            </a:r>
          </a:p>
          <a:p>
            <a:pPr>
              <a:defRPr sz="1800"/>
            </a:pPr>
            <a:r>
              <a:rPr lang="en-US" sz="1800" b="1" dirty="0">
                <a:solidFill>
                  <a:schemeClr val="tx2"/>
                </a:solidFill>
                <a:latin typeface="Aptos" panose="020B0004020202020204" pitchFamily="34" charset="0"/>
              </a:rPr>
              <a:t>Real-world Example:</a:t>
            </a:r>
            <a:r>
              <a:rPr lang="en-US" sz="1800" dirty="0">
                <a:solidFill>
                  <a:schemeClr val="tx2"/>
                </a:solidFill>
                <a:latin typeface="Aptos" panose="020B00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</a:rPr>
              <a:t>Fetch /var/log/syslog from all servers for analysis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C7ACCAAF-9F23-85B3-7950-515EFEEC1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5E4D1-D0DF-D8BC-CEB4-31E8C664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FB494A-44C1-9368-9C5D-B3BEF4664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B0542E7-BF11-C6EA-4BAF-EFFE3F132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45663-885C-D2FF-E99C-E326B4BCA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64" y="563561"/>
            <a:ext cx="2400300" cy="28776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Explanation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 flat: yes, vs flat: no</a:t>
            </a:r>
            <a:endParaRPr lang="en-IN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A0E38AB8-3C21-B3DE-A899-CFA7DCB9F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BF448-500D-2436-4734-AE07AF728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0618" y="797506"/>
            <a:ext cx="5714018" cy="597819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>
            <a:noAutofit/>
          </a:bodyPr>
          <a:lstStyle/>
          <a:p>
            <a:pPr marL="0" indent="0">
              <a:buNone/>
              <a:defRPr sz="1800"/>
            </a:pPr>
            <a:r>
              <a:rPr lang="en-US" sz="1090" b="1" dirty="0">
                <a:solidFill>
                  <a:srgbClr val="002060"/>
                </a:solidFill>
                <a:latin typeface="Aptos" panose="020B0004020202020204" pitchFamily="34" charset="0"/>
              </a:rPr>
              <a:t>flat: no (Default Behavior</a:t>
            </a:r>
            <a:r>
              <a:rPr lang="en-US" sz="1090" dirty="0">
                <a:solidFill>
                  <a:srgbClr val="002060"/>
                </a:solidFill>
                <a:latin typeface="Aptos" panose="020B0004020202020204" pitchFamily="34" charset="0"/>
              </a:rPr>
              <a:t>)</a:t>
            </a:r>
          </a:p>
          <a:p>
            <a:pPr marL="0" indent="0">
              <a:buNone/>
              <a:defRPr sz="1800"/>
            </a:pPr>
            <a:endParaRPr lang="en-US" sz="1090" dirty="0"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Creates a directory structure that mirrors the remote path under the destination folder. Also adds a subfolder named after the inventory hostname. This prevents filename collisions when fetching from multiple hosts.</a:t>
            </a:r>
          </a:p>
          <a:p>
            <a:pPr marL="0" indent="0">
              <a:buNone/>
              <a:defRPr sz="1800"/>
            </a:pPr>
            <a:endParaRPr lang="en-US" sz="1090" dirty="0"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US" sz="1090" b="1" dirty="0">
                <a:solidFill>
                  <a:srgbClr val="002060"/>
                </a:solidFill>
                <a:latin typeface="Aptos" panose="020B0004020202020204" pitchFamily="34" charset="0"/>
              </a:rPr>
              <a:t>Example:</a:t>
            </a: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fetch:</a:t>
            </a: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  </a:t>
            </a:r>
            <a:r>
              <a:rPr lang="en-US" sz="1090" dirty="0" err="1">
                <a:latin typeface="Aptos" panose="020B0004020202020204" pitchFamily="34" charset="0"/>
              </a:rPr>
              <a:t>src</a:t>
            </a:r>
            <a:r>
              <a:rPr lang="en-US" sz="1090" dirty="0">
                <a:latin typeface="Aptos" panose="020B0004020202020204" pitchFamily="34" charset="0"/>
              </a:rPr>
              <a:t>: /</a:t>
            </a:r>
            <a:r>
              <a:rPr lang="en-US" sz="1090" dirty="0" err="1">
                <a:latin typeface="Aptos" panose="020B0004020202020204" pitchFamily="34" charset="0"/>
              </a:rPr>
              <a:t>tmp</a:t>
            </a:r>
            <a:r>
              <a:rPr lang="en-US" sz="1090" dirty="0">
                <a:latin typeface="Aptos" panose="020B0004020202020204" pitchFamily="34" charset="0"/>
              </a:rPr>
              <a:t>/</a:t>
            </a:r>
            <a:r>
              <a:rPr lang="en-US" sz="1090" dirty="0" err="1">
                <a:latin typeface="Aptos" panose="020B0004020202020204" pitchFamily="34" charset="0"/>
              </a:rPr>
              <a:t>fetch_demo</a:t>
            </a:r>
            <a:r>
              <a:rPr lang="en-US" sz="1090" dirty="0">
                <a:latin typeface="Aptos" panose="020B0004020202020204" pitchFamily="34" charset="0"/>
              </a:rPr>
              <a:t>/hello.txt</a:t>
            </a: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  </a:t>
            </a:r>
            <a:r>
              <a:rPr lang="en-US" sz="1090" dirty="0" err="1">
                <a:latin typeface="Aptos" panose="020B0004020202020204" pitchFamily="34" charset="0"/>
              </a:rPr>
              <a:t>dest</a:t>
            </a:r>
            <a:r>
              <a:rPr lang="en-US" sz="1090" dirty="0">
                <a:latin typeface="Aptos" panose="020B0004020202020204" pitchFamily="34" charset="0"/>
              </a:rPr>
              <a:t>: ./artifacts/</a:t>
            </a:r>
            <a:r>
              <a:rPr lang="en-US" sz="1090" dirty="0" err="1">
                <a:latin typeface="Aptos" panose="020B0004020202020204" pitchFamily="34" charset="0"/>
              </a:rPr>
              <a:t>flat_no</a:t>
            </a:r>
            <a:r>
              <a:rPr lang="en-US" sz="1090" dirty="0">
                <a:latin typeface="Aptos" panose="020B0004020202020204" pitchFamily="34" charset="0"/>
              </a:rPr>
              <a:t>/</a:t>
            </a: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  flat: no</a:t>
            </a:r>
          </a:p>
          <a:p>
            <a:pPr marL="0" indent="0">
              <a:buNone/>
              <a:defRPr sz="1800"/>
            </a:pPr>
            <a:endParaRPr lang="en-IN" sz="1090" b="1" dirty="0"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IN" sz="1090" b="1" dirty="0">
                <a:solidFill>
                  <a:srgbClr val="002060"/>
                </a:solidFill>
                <a:latin typeface="Aptos" panose="020B0004020202020204" pitchFamily="34" charset="0"/>
              </a:rPr>
              <a:t>Result on control node:</a:t>
            </a:r>
            <a:endParaRPr lang="en-IN" sz="109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./artifacts/</a:t>
            </a:r>
            <a:r>
              <a:rPr lang="en-US" sz="1090" dirty="0" err="1">
                <a:latin typeface="Aptos" panose="020B0004020202020204" pitchFamily="34" charset="0"/>
              </a:rPr>
              <a:t>flat_no</a:t>
            </a:r>
            <a:r>
              <a:rPr lang="en-US" sz="1090" dirty="0">
                <a:latin typeface="Aptos" panose="020B0004020202020204" pitchFamily="34" charset="0"/>
              </a:rPr>
              <a:t>/&lt;inventory_hostname&gt;/</a:t>
            </a:r>
            <a:r>
              <a:rPr lang="en-US" sz="1090" dirty="0" err="1">
                <a:latin typeface="Aptos" panose="020B0004020202020204" pitchFamily="34" charset="0"/>
              </a:rPr>
              <a:t>tmp</a:t>
            </a:r>
            <a:r>
              <a:rPr lang="en-US" sz="1090" dirty="0">
                <a:latin typeface="Aptos" panose="020B0004020202020204" pitchFamily="34" charset="0"/>
              </a:rPr>
              <a:t>/</a:t>
            </a:r>
            <a:r>
              <a:rPr lang="en-US" sz="1090" dirty="0" err="1">
                <a:latin typeface="Aptos" panose="020B0004020202020204" pitchFamily="34" charset="0"/>
              </a:rPr>
              <a:t>fetch_demo</a:t>
            </a:r>
            <a:r>
              <a:rPr lang="en-US" sz="1090" dirty="0">
                <a:latin typeface="Aptos" panose="020B0004020202020204" pitchFamily="34" charset="0"/>
              </a:rPr>
              <a:t>/hello.txt</a:t>
            </a:r>
          </a:p>
          <a:p>
            <a:pPr marL="0" indent="0">
              <a:buNone/>
              <a:defRPr sz="1800"/>
            </a:pPr>
            <a:endParaRPr lang="en-US" sz="1090" dirty="0"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✔ Good for multi-host scenarios because each host’s files are kept separate and organized.</a:t>
            </a:r>
          </a:p>
          <a:p>
            <a:pPr marL="0" indent="0">
              <a:buNone/>
              <a:defRPr sz="1800"/>
            </a:pPr>
            <a:endParaRPr lang="en-US" sz="1090" dirty="0"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US" sz="1090" b="1" dirty="0">
                <a:solidFill>
                  <a:srgbClr val="002060"/>
                </a:solidFill>
                <a:latin typeface="Aptos" panose="020B0004020202020204" pitchFamily="34" charset="0"/>
              </a:rPr>
              <a:t>flat: yes</a:t>
            </a: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Places the file directly in the destination directory without creating subfolders. No remote path structure is preserved. Risk: If multiple hosts have files with the same name, later hosts overwrite earlier ones.</a:t>
            </a:r>
          </a:p>
          <a:p>
            <a:pPr marL="0" indent="0">
              <a:buNone/>
              <a:defRPr sz="1800"/>
            </a:pPr>
            <a:endParaRPr lang="en-US" sz="1090" dirty="0"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US" sz="1090" b="1" dirty="0">
                <a:solidFill>
                  <a:srgbClr val="002060"/>
                </a:solidFill>
                <a:latin typeface="Aptos" panose="020B0004020202020204" pitchFamily="34" charset="0"/>
              </a:rPr>
              <a:t>Example:</a:t>
            </a:r>
          </a:p>
          <a:p>
            <a:pPr marL="0" indent="0">
              <a:buNone/>
              <a:defRPr sz="1800"/>
            </a:pPr>
            <a:endParaRPr lang="en-US" sz="1090" dirty="0">
              <a:latin typeface="Aptos" panose="020B0004020202020204" pitchFamily="34" charset="0"/>
            </a:endParaRPr>
          </a:p>
          <a:p>
            <a:pPr marL="0" indent="0">
              <a:buNone/>
              <a:defRPr sz="1800"/>
            </a:pPr>
            <a:r>
              <a:rPr lang="en-US" sz="1090" b="1" dirty="0">
                <a:latin typeface="Aptos" panose="020B0004020202020204" pitchFamily="34" charset="0"/>
              </a:rPr>
              <a:t>fetch:</a:t>
            </a:r>
          </a:p>
          <a:p>
            <a:pPr marL="0" indent="0">
              <a:buNone/>
              <a:defRPr sz="1800"/>
            </a:pPr>
            <a:r>
              <a:rPr lang="en-US" sz="1090" b="1" dirty="0">
                <a:latin typeface="Aptos" panose="020B0004020202020204" pitchFamily="34" charset="0"/>
              </a:rPr>
              <a:t>  </a:t>
            </a:r>
            <a:r>
              <a:rPr lang="en-US" sz="1090" b="1" dirty="0" err="1">
                <a:latin typeface="Aptos" panose="020B0004020202020204" pitchFamily="34" charset="0"/>
              </a:rPr>
              <a:t>src</a:t>
            </a:r>
            <a:r>
              <a:rPr lang="en-US" sz="1090" b="1" dirty="0">
                <a:latin typeface="Aptos" panose="020B0004020202020204" pitchFamily="34" charset="0"/>
              </a:rPr>
              <a:t>: /</a:t>
            </a:r>
            <a:r>
              <a:rPr lang="en-US" sz="1090" b="1" dirty="0" err="1">
                <a:latin typeface="Aptos" panose="020B0004020202020204" pitchFamily="34" charset="0"/>
              </a:rPr>
              <a:t>tmp</a:t>
            </a:r>
            <a:r>
              <a:rPr lang="en-US" sz="1090" b="1" dirty="0">
                <a:latin typeface="Aptos" panose="020B0004020202020204" pitchFamily="34" charset="0"/>
              </a:rPr>
              <a:t>/</a:t>
            </a:r>
            <a:r>
              <a:rPr lang="en-US" sz="1090" b="1" dirty="0" err="1">
                <a:latin typeface="Aptos" panose="020B0004020202020204" pitchFamily="34" charset="0"/>
              </a:rPr>
              <a:t>fetch_demo</a:t>
            </a:r>
            <a:r>
              <a:rPr lang="en-US" sz="1090" b="1" dirty="0">
                <a:latin typeface="Aptos" panose="020B0004020202020204" pitchFamily="34" charset="0"/>
              </a:rPr>
              <a:t>/hello.txt</a:t>
            </a:r>
          </a:p>
          <a:p>
            <a:pPr marL="0" indent="0">
              <a:buNone/>
              <a:defRPr sz="1800"/>
            </a:pPr>
            <a:r>
              <a:rPr lang="en-US" sz="1090" b="1" dirty="0">
                <a:latin typeface="Aptos" panose="020B0004020202020204" pitchFamily="34" charset="0"/>
              </a:rPr>
              <a:t>  </a:t>
            </a:r>
            <a:r>
              <a:rPr lang="en-US" sz="1090" b="1" dirty="0" err="1">
                <a:latin typeface="Aptos" panose="020B0004020202020204" pitchFamily="34" charset="0"/>
              </a:rPr>
              <a:t>dest</a:t>
            </a:r>
            <a:r>
              <a:rPr lang="en-US" sz="1090" b="1" dirty="0">
                <a:latin typeface="Aptos" panose="020B0004020202020204" pitchFamily="34" charset="0"/>
              </a:rPr>
              <a:t>: ./artifacts/</a:t>
            </a:r>
            <a:r>
              <a:rPr lang="en-US" sz="1090" b="1" dirty="0" err="1">
                <a:latin typeface="Aptos" panose="020B0004020202020204" pitchFamily="34" charset="0"/>
              </a:rPr>
              <a:t>flat_yes</a:t>
            </a:r>
            <a:r>
              <a:rPr lang="en-US" sz="1090" b="1" dirty="0">
                <a:latin typeface="Aptos" panose="020B0004020202020204" pitchFamily="34" charset="0"/>
              </a:rPr>
              <a:t>/</a:t>
            </a:r>
          </a:p>
          <a:p>
            <a:pPr marL="0" indent="0">
              <a:buNone/>
              <a:defRPr sz="1800"/>
            </a:pPr>
            <a:r>
              <a:rPr lang="en-US" sz="1090" b="1" dirty="0">
                <a:latin typeface="Aptos" panose="020B0004020202020204" pitchFamily="34" charset="0"/>
              </a:rPr>
              <a:t>  flat: yes</a:t>
            </a:r>
          </a:p>
          <a:p>
            <a:pPr marL="0" indent="0">
              <a:buNone/>
              <a:defRPr sz="1800"/>
            </a:pPr>
            <a:r>
              <a:rPr lang="en-IN" sz="1090" b="1" dirty="0">
                <a:solidFill>
                  <a:srgbClr val="002060"/>
                </a:solidFill>
                <a:latin typeface="Aptos" panose="020B0004020202020204" pitchFamily="34" charset="0"/>
              </a:rPr>
              <a:t>Result on control node:</a:t>
            </a:r>
          </a:p>
          <a:p>
            <a:pPr marL="0" indent="0">
              <a:buNone/>
              <a:defRPr sz="1800"/>
            </a:pPr>
            <a:r>
              <a:rPr lang="en-US" sz="1090" dirty="0">
                <a:latin typeface="Aptos" panose="020B0004020202020204" pitchFamily="34" charset="0"/>
              </a:rPr>
              <a:t>./artifacts/</a:t>
            </a:r>
            <a:r>
              <a:rPr lang="en-US" sz="1090" dirty="0" err="1">
                <a:latin typeface="Aptos" panose="020B0004020202020204" pitchFamily="34" charset="0"/>
              </a:rPr>
              <a:t>flat_yes</a:t>
            </a:r>
            <a:r>
              <a:rPr lang="en-US" sz="1090" dirty="0">
                <a:latin typeface="Aptos" panose="020B0004020202020204" pitchFamily="34" charset="0"/>
              </a:rPr>
              <a:t>/hello.txt</a:t>
            </a:r>
          </a:p>
          <a:p>
            <a:pPr marL="0" indent="0">
              <a:buNone/>
              <a:defRPr sz="1800"/>
            </a:pPr>
            <a:endParaRPr lang="en-US" sz="1090" dirty="0">
              <a:latin typeface="Aptos" panose="020B0004020202020204" pitchFamily="34" charset="0"/>
            </a:endParaRP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2C15918A-6C73-22AD-AFA8-E870F16B2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29F06C-CC76-7744-E166-2A425663765B}"/>
              </a:ext>
            </a:extLst>
          </p:cNvPr>
          <p:cNvSpPr txBox="1"/>
          <p:nvPr/>
        </p:nvSpPr>
        <p:spPr>
          <a:xfrm>
            <a:off x="3258561" y="417031"/>
            <a:ext cx="2879066" cy="338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Explanation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0C19FB-FE63-A232-BBB4-5FA70ADE5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4" y="3371088"/>
            <a:ext cx="2944368" cy="2737104"/>
          </a:xfrm>
          <a:prstGeom prst="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095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0CFAB-9DE6-1C21-E4D4-30157E4B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C15FB54-5F9F-722B-38DF-43CC47E1B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3762929-8C29-E572-36E1-BB7A6AD56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CD64D-96E5-F987-0015-C040E352E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64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  <a:latin typeface="Aptos" panose="020B0004020202020204" pitchFamily="34" charset="0"/>
              </a:rPr>
              <a:t>Fetch Module Lab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30FD50A7-81FA-A8E3-7A80-427DD4914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2CB1-10DE-62C6-B8BF-AB8DCFD4E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454" y="532330"/>
            <a:ext cx="5869182" cy="627995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Autofit/>
          </a:bodyPr>
          <a:lstStyle/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---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- name: Demo for Ansible 'fetch' module 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hosts: target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become: yes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gather_facts: no</a:t>
            </a:r>
          </a:p>
          <a:p>
            <a:pPr>
              <a:defRPr sz="1800"/>
            </a:pP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vars: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# Where we will create a simple file on remote hosts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</a:t>
            </a:r>
            <a:r>
              <a:rPr lang="en-US" sz="690" dirty="0" err="1">
                <a:latin typeface="Aptos" panose="020B0004020202020204" pitchFamily="34" charset="0"/>
              </a:rPr>
              <a:t>remote_dir</a:t>
            </a:r>
            <a:r>
              <a:rPr lang="en-US" sz="690" dirty="0">
                <a:latin typeface="Aptos" panose="020B0004020202020204" pitchFamily="34" charset="0"/>
              </a:rPr>
              <a:t>: /</a:t>
            </a:r>
            <a:r>
              <a:rPr lang="en-US" sz="690" dirty="0" err="1">
                <a:latin typeface="Aptos" panose="020B0004020202020204" pitchFamily="34" charset="0"/>
              </a:rPr>
              <a:t>tmp</a:t>
            </a:r>
            <a:r>
              <a:rPr lang="en-US" sz="690" dirty="0">
                <a:latin typeface="Aptos" panose="020B0004020202020204" pitchFamily="34" charset="0"/>
              </a:rPr>
              <a:t>/</a:t>
            </a:r>
            <a:r>
              <a:rPr lang="en-US" sz="690" dirty="0" err="1">
                <a:latin typeface="Aptos" panose="020B0004020202020204" pitchFamily="34" charset="0"/>
              </a:rPr>
              <a:t>fetch_demo</a:t>
            </a: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</a:t>
            </a:r>
            <a:r>
              <a:rPr lang="en-US" sz="690" dirty="0" err="1">
                <a:latin typeface="Aptos" panose="020B0004020202020204" pitchFamily="34" charset="0"/>
              </a:rPr>
              <a:t>remote_file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remote_dir</a:t>
            </a:r>
            <a:r>
              <a:rPr lang="en-US" sz="690" dirty="0">
                <a:latin typeface="Aptos" panose="020B0004020202020204" pitchFamily="34" charset="0"/>
              </a:rPr>
              <a:t> }}/hello.txt"</a:t>
            </a:r>
          </a:p>
          <a:p>
            <a:pPr>
              <a:defRPr sz="1800"/>
            </a:pP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# Where files will be saved on the control node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</a:t>
            </a:r>
            <a:r>
              <a:rPr lang="en-US" sz="690" dirty="0" err="1">
                <a:latin typeface="Aptos" panose="020B0004020202020204" pitchFamily="34" charset="0"/>
              </a:rPr>
              <a:t>dest_root</a:t>
            </a:r>
            <a:r>
              <a:rPr lang="en-US" sz="690" dirty="0">
                <a:latin typeface="Aptos" panose="020B0004020202020204" pitchFamily="34" charset="0"/>
              </a:rPr>
              <a:t>: "./artifacts/</a:t>
            </a:r>
            <a:r>
              <a:rPr lang="en-US" sz="690" dirty="0" err="1">
                <a:latin typeface="Aptos" panose="020B0004020202020204" pitchFamily="34" charset="0"/>
              </a:rPr>
              <a:t>fetch_demo</a:t>
            </a:r>
            <a:r>
              <a:rPr lang="en-US" sz="690" dirty="0">
                <a:latin typeface="Aptos" panose="020B0004020202020204" pitchFamily="34" charset="0"/>
              </a:rPr>
              <a:t>"</a:t>
            </a:r>
          </a:p>
          <a:p>
            <a:pPr>
              <a:defRPr sz="1800"/>
            </a:pP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tasks: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- name: Ensure remote demo directory exists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file: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path: "{{ </a:t>
            </a:r>
            <a:r>
              <a:rPr lang="en-US" sz="690" dirty="0" err="1">
                <a:latin typeface="Aptos" panose="020B0004020202020204" pitchFamily="34" charset="0"/>
              </a:rPr>
              <a:t>remote_dir</a:t>
            </a:r>
            <a:r>
              <a:rPr lang="en-US" sz="690" dirty="0">
                <a:latin typeface="Aptos" panose="020B0004020202020204" pitchFamily="34" charset="0"/>
              </a:rPr>
              <a:t> }}"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state: directory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mode: '0755'</a:t>
            </a:r>
          </a:p>
          <a:p>
            <a:pPr>
              <a:defRPr sz="1800"/>
            </a:pP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- name: Create a demo file on the remote host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copy: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dest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remote_file</a:t>
            </a:r>
            <a:r>
              <a:rPr lang="en-US" sz="690" dirty="0">
                <a:latin typeface="Aptos" panose="020B0004020202020204" pitchFamily="34" charset="0"/>
              </a:rPr>
              <a:t> }}"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content: |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  Hello from {{ inventory_hostname }}!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  This file was created to demonstrate the fetch module.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  Timestamp: {{ lookup( 'pipe', "date '+%Y-%m-%d %H:%M:%S'") }}</a:t>
            </a:r>
          </a:p>
          <a:p>
            <a:pPr>
              <a:defRPr sz="1800"/>
            </a:pP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- name: Fetch the demo file (organized by host) where flat is  no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fetch: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src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remote_file</a:t>
            </a:r>
            <a:r>
              <a:rPr lang="en-US" sz="690" dirty="0">
                <a:latin typeface="Aptos" panose="020B0004020202020204" pitchFamily="34" charset="0"/>
              </a:rPr>
              <a:t> }}"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dest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dest_root</a:t>
            </a:r>
            <a:r>
              <a:rPr lang="en-US" sz="690" dirty="0">
                <a:latin typeface="Aptos" panose="020B0004020202020204" pitchFamily="34" charset="0"/>
              </a:rPr>
              <a:t> }}/</a:t>
            </a:r>
            <a:r>
              <a:rPr lang="en-US" sz="690" dirty="0" err="1">
                <a:latin typeface="Aptos" panose="020B0004020202020204" pitchFamily="34" charset="0"/>
              </a:rPr>
              <a:t>flat_no</a:t>
            </a:r>
            <a:r>
              <a:rPr lang="en-US" sz="690" dirty="0">
                <a:latin typeface="Aptos" panose="020B0004020202020204" pitchFamily="34" charset="0"/>
              </a:rPr>
              <a:t>/"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flat: no                  # Default: creates per-host subfolder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validate_checksum</a:t>
            </a:r>
            <a:r>
              <a:rPr lang="en-US" sz="690" dirty="0">
                <a:latin typeface="Aptos" panose="020B0004020202020204" pitchFamily="34" charset="0"/>
              </a:rPr>
              <a:t>: yes    # Verifies file integrity</a:t>
            </a:r>
          </a:p>
          <a:p>
            <a:pPr>
              <a:defRPr sz="1800"/>
            </a:pP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- name: Fetch the demo file (single folder) where flat is yes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fetch: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src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remote_file</a:t>
            </a:r>
            <a:r>
              <a:rPr lang="en-US" sz="690" dirty="0">
                <a:latin typeface="Aptos" panose="020B0004020202020204" pitchFamily="34" charset="0"/>
              </a:rPr>
              <a:t> }}"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dest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dest_root</a:t>
            </a:r>
            <a:r>
              <a:rPr lang="en-US" sz="690" dirty="0">
                <a:latin typeface="Aptos" panose="020B0004020202020204" pitchFamily="34" charset="0"/>
              </a:rPr>
              <a:t> }}/</a:t>
            </a:r>
            <a:r>
              <a:rPr lang="en-US" sz="690" dirty="0" err="1">
                <a:latin typeface="Aptos" panose="020B0004020202020204" pitchFamily="34" charset="0"/>
              </a:rPr>
              <a:t>flat_yes</a:t>
            </a:r>
            <a:r>
              <a:rPr lang="en-US" sz="690" dirty="0">
                <a:latin typeface="Aptos" panose="020B0004020202020204" pitchFamily="34" charset="0"/>
              </a:rPr>
              <a:t>/"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flat: yes                 # Places file directly under </a:t>
            </a:r>
            <a:r>
              <a:rPr lang="en-US" sz="690" dirty="0" err="1">
                <a:latin typeface="Aptos" panose="020B0004020202020204" pitchFamily="34" charset="0"/>
              </a:rPr>
              <a:t>dest</a:t>
            </a: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validate_checksum</a:t>
            </a:r>
            <a:r>
              <a:rPr lang="en-US" sz="690" dirty="0">
                <a:latin typeface="Aptos" panose="020B0004020202020204" pitchFamily="34" charset="0"/>
              </a:rPr>
              <a:t>: yes</a:t>
            </a:r>
          </a:p>
          <a:p>
            <a:pPr>
              <a:defRPr sz="1800"/>
            </a:pPr>
            <a:endParaRPr lang="en-US" sz="69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- name: Try fetching a missing file (to show </a:t>
            </a:r>
            <a:r>
              <a:rPr lang="en-US" sz="690" dirty="0" err="1">
                <a:latin typeface="Aptos" panose="020B0004020202020204" pitchFamily="34" charset="0"/>
              </a:rPr>
              <a:t>fail_on_missing</a:t>
            </a:r>
            <a:r>
              <a:rPr lang="en-US" sz="690" dirty="0">
                <a:latin typeface="Aptos" panose="020B0004020202020204" pitchFamily="34" charset="0"/>
              </a:rPr>
              <a:t> behavior)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fetch: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src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remote_dir</a:t>
            </a:r>
            <a:r>
              <a:rPr lang="en-US" sz="690" dirty="0">
                <a:latin typeface="Aptos" panose="020B0004020202020204" pitchFamily="34" charset="0"/>
              </a:rPr>
              <a:t> }}/missing.txt"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dest</a:t>
            </a:r>
            <a:r>
              <a:rPr lang="en-US" sz="690" dirty="0">
                <a:latin typeface="Aptos" panose="020B0004020202020204" pitchFamily="34" charset="0"/>
              </a:rPr>
              <a:t>: "{{ </a:t>
            </a:r>
            <a:r>
              <a:rPr lang="en-US" sz="690" dirty="0" err="1">
                <a:latin typeface="Aptos" panose="020B0004020202020204" pitchFamily="34" charset="0"/>
              </a:rPr>
              <a:t>dest_root</a:t>
            </a:r>
            <a:r>
              <a:rPr lang="en-US" sz="690" dirty="0">
                <a:latin typeface="Aptos" panose="020B0004020202020204" pitchFamily="34" charset="0"/>
              </a:rPr>
              <a:t> }}/</a:t>
            </a:r>
            <a:r>
              <a:rPr lang="en-US" sz="690" dirty="0" err="1">
                <a:latin typeface="Aptos" panose="020B0004020202020204" pitchFamily="34" charset="0"/>
              </a:rPr>
              <a:t>missing_test</a:t>
            </a:r>
            <a:r>
              <a:rPr lang="en-US" sz="690" dirty="0">
                <a:latin typeface="Aptos" panose="020B0004020202020204" pitchFamily="34" charset="0"/>
              </a:rPr>
              <a:t>/"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flat: yes</a:t>
            </a:r>
          </a:p>
          <a:p>
            <a:pPr>
              <a:defRPr sz="1800"/>
            </a:pPr>
            <a:r>
              <a:rPr lang="en-US" sz="690" dirty="0">
                <a:latin typeface="Aptos" panose="020B0004020202020204" pitchFamily="34" charset="0"/>
              </a:rPr>
              <a:t>        </a:t>
            </a:r>
            <a:r>
              <a:rPr lang="en-US" sz="690" dirty="0" err="1">
                <a:latin typeface="Aptos" panose="020B0004020202020204" pitchFamily="34" charset="0"/>
              </a:rPr>
              <a:t>fail_on_missing</a:t>
            </a:r>
            <a:r>
              <a:rPr lang="en-US" sz="690" dirty="0">
                <a:latin typeface="Aptos" panose="020B0004020202020204" pitchFamily="34" charset="0"/>
              </a:rPr>
              <a:t>: no       # Play will continue even if file is missing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8DB78DDC-9EDF-D4A6-FBDB-EDD2DD39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6FE692-6606-E8D2-49DC-6347B6329287}"/>
              </a:ext>
            </a:extLst>
          </p:cNvPr>
          <p:cNvSpPr txBox="1"/>
          <p:nvPr/>
        </p:nvSpPr>
        <p:spPr>
          <a:xfrm>
            <a:off x="3167571" y="204458"/>
            <a:ext cx="2879066" cy="33855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600" b="1" dirty="0">
                <a:solidFill>
                  <a:schemeClr val="tx2"/>
                </a:solidFill>
                <a:latin typeface="Aptos" panose="020B0004020202020204" pitchFamily="34" charset="0"/>
              </a:rPr>
              <a:t>Example Code</a:t>
            </a:r>
            <a:endParaRPr lang="en-IN" sz="1600" b="1" dirty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88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25" y="1750828"/>
            <a:ext cx="2400300" cy="2169786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FFFF"/>
                </a:solidFill>
                <a:latin typeface="Aptos" panose="020B0004020202020204" pitchFamily="34" charset="0"/>
              </a:rPr>
              <a:t>Real-World Use Cases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932" y="1238266"/>
            <a:ext cx="4721473" cy="354117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Slurp</a:t>
            </a:r>
            <a:r>
              <a:rPr sz="1600" dirty="0">
                <a:latin typeface="Aptos" panose="020B0004020202020204" pitchFamily="34" charset="0"/>
              </a:rPr>
              <a:t>: </a:t>
            </a:r>
            <a:r>
              <a:rPr lang="en-US" sz="1600" dirty="0">
                <a:latin typeface="Aptos" panose="020B0004020202020204" pitchFamily="34" charset="0"/>
              </a:rPr>
              <a:t> Read configuration files (e.g., /etc/hosts, /etc/nginx/</a:t>
            </a:r>
            <a:r>
              <a:rPr lang="en-US" sz="1600" dirty="0" err="1">
                <a:latin typeface="Aptos" panose="020B0004020202020204" pitchFamily="34" charset="0"/>
              </a:rPr>
              <a:t>nginx.conf</a:t>
            </a:r>
            <a:r>
              <a:rPr lang="en-US" sz="1600" dirty="0">
                <a:latin typeface="Aptos" panose="020B0004020202020204" pitchFamily="34" charset="0"/>
              </a:rPr>
              <a:t>) from remote servers and validate their content before making changes.</a:t>
            </a:r>
            <a:endParaRPr sz="160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Blockinfile</a:t>
            </a:r>
            <a:r>
              <a:rPr sz="1600" dirty="0">
                <a:latin typeface="Aptos" panose="020B0004020202020204" pitchFamily="34" charset="0"/>
              </a:rPr>
              <a:t>: Insert compliance headers in config files</a:t>
            </a:r>
          </a:p>
          <a:p>
            <a:pPr>
              <a:defRPr sz="1800"/>
            </a:pPr>
            <a:r>
              <a:rPr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Fetch</a:t>
            </a:r>
            <a:r>
              <a:rPr sz="1600" dirty="0">
                <a:latin typeface="Aptos" panose="020B0004020202020204" pitchFamily="34" charset="0"/>
              </a:rPr>
              <a:t>: Collect audit logs from multiple servers for security review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29AEB58C-3163-3642-366A-0A3076A6F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1647-7BFC-4B34-ED0D-F456BDCE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EA8C9-B800-4605-89FD-C2C7605F7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16978E-20B6-B638-79B5-DCA2F646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3A86C-E001-F8ED-C782-3D8405C4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25" y="1750828"/>
            <a:ext cx="2400300" cy="2169786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Aptos" panose="020B0004020202020204" pitchFamily="34" charset="0"/>
              </a:rPr>
              <a:t>Q</a:t>
            </a:r>
            <a:r>
              <a:rPr lang="en-IN" sz="3600" dirty="0" err="1">
                <a:solidFill>
                  <a:srgbClr val="FFFFFF"/>
                </a:solidFill>
                <a:latin typeface="Aptos" panose="020B0004020202020204" pitchFamily="34" charset="0"/>
              </a:rPr>
              <a:t>uiz</a:t>
            </a:r>
            <a:endParaRPr lang="en-IN" sz="3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4D0A842-5950-D177-0189-8B4A3FB95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A3F8C75A-C978-D22F-300F-03A69FADE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1400FF-91AD-0E1C-A6F1-4349FAC81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708" y="680145"/>
            <a:ext cx="5600182" cy="4367344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600" b="1" dirty="0">
                <a:latin typeface="Aptos" panose="020B0004020202020204" pitchFamily="34" charset="0"/>
              </a:rPr>
              <a:t>Q1) What does Slurp module return?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A) Plain text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B) Base64 encoded data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C) JSON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D) YAML</a:t>
            </a:r>
          </a:p>
          <a:p>
            <a:pPr>
              <a:defRPr sz="1800"/>
            </a:pPr>
            <a:r>
              <a:rPr sz="1600" b="1" dirty="0">
                <a:latin typeface="Aptos" panose="020B0004020202020204" pitchFamily="34" charset="0"/>
              </a:rPr>
              <a:t>Q2) Which parameter in fetch prevents overwriting files?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A) flat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B) </a:t>
            </a:r>
            <a:r>
              <a:rPr sz="1600" dirty="0" err="1">
                <a:latin typeface="Aptos" panose="020B0004020202020204" pitchFamily="34" charset="0"/>
              </a:rPr>
              <a:t>validate_checksum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C) </a:t>
            </a:r>
            <a:r>
              <a:rPr sz="1600" dirty="0" err="1">
                <a:latin typeface="Aptos" panose="020B0004020202020204" pitchFamily="34" charset="0"/>
              </a:rPr>
              <a:t>fail_on_missing</a:t>
            </a:r>
            <a:br>
              <a:rPr sz="1600" dirty="0">
                <a:latin typeface="Aptos" panose="020B0004020202020204" pitchFamily="34" charset="0"/>
              </a:rPr>
            </a:br>
            <a:r>
              <a:rPr sz="1600" dirty="0">
                <a:latin typeface="Aptos" panose="020B0004020202020204" pitchFamily="34" charset="0"/>
              </a:rPr>
              <a:t>D) </a:t>
            </a:r>
            <a:r>
              <a:rPr sz="1600" dirty="0" err="1">
                <a:latin typeface="Aptos" panose="020B0004020202020204" pitchFamily="34" charset="0"/>
              </a:rPr>
              <a:t>dest</a:t>
            </a:r>
            <a:endParaRPr lang="en-IN" sz="1600" dirty="0">
              <a:latin typeface="Aptos" panose="020B0004020202020204" pitchFamily="34" charset="0"/>
            </a:endParaRPr>
          </a:p>
          <a:p>
            <a:pPr>
              <a:defRPr sz="1800"/>
            </a:pPr>
            <a:r>
              <a:rPr lang="en-IN" sz="1600" b="1" dirty="0">
                <a:latin typeface="Aptos" panose="020B0004020202020204" pitchFamily="34" charset="0"/>
              </a:rPr>
              <a:t>Q3) Why is blockinfile better than lineinfile for multi-line updates?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A) Faster execution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B) Adds markers and manages blocks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C) Works only on Windows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D) Requires no sudo</a:t>
            </a:r>
          </a:p>
          <a:p>
            <a:pPr>
              <a:defRPr sz="1800"/>
            </a:pPr>
            <a:r>
              <a:rPr lang="en-IN" sz="1600" b="1" dirty="0">
                <a:latin typeface="Aptos" panose="020B0004020202020204" pitchFamily="34" charset="0"/>
              </a:rPr>
              <a:t>Q4) Which option in fetch organizes files per host?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A) flat: yes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B) flat: no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C) </a:t>
            </a:r>
            <a:r>
              <a:rPr lang="en-IN" sz="1600" dirty="0" err="1">
                <a:latin typeface="Aptos" panose="020B0004020202020204" pitchFamily="34" charset="0"/>
              </a:rPr>
              <a:t>validate_checksum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D) backup</a:t>
            </a:r>
          </a:p>
          <a:p>
            <a:pPr>
              <a:defRPr sz="1800"/>
            </a:pPr>
            <a:endParaRPr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004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25" y="1757916"/>
            <a:ext cx="2400300" cy="1730307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FFFF"/>
                </a:solidFill>
                <a:latin typeface="Aptos" panose="020B0004020202020204" pitchFamily="34" charset="0"/>
              </a:rPr>
              <a:t>Lab Exercises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1967" y="1345004"/>
            <a:ext cx="5036415" cy="330617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800"/>
            </a:pPr>
            <a:r>
              <a:rPr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1.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Slurp</a:t>
            </a:r>
            <a:r>
              <a:rPr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 Module Lab</a:t>
            </a:r>
            <a:r>
              <a:rPr sz="1600" dirty="0">
                <a:latin typeface="Aptos" panose="020B0004020202020204" pitchFamily="34" charset="0"/>
              </a:rPr>
              <a:t>: Create and deploy Nginx config using Jinja2</a:t>
            </a:r>
          </a:p>
          <a:p>
            <a:pPr>
              <a:defRPr sz="1800"/>
            </a:pPr>
            <a:r>
              <a:rPr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2. Blockinfile Lab</a:t>
            </a:r>
            <a:r>
              <a:rPr sz="1600" dirty="0">
                <a:latin typeface="Aptos" panose="020B0004020202020204" pitchFamily="34" charset="0"/>
              </a:rPr>
              <a:t>: Add a custom block to /etc/hosts</a:t>
            </a:r>
          </a:p>
          <a:p>
            <a:pPr>
              <a:defRPr sz="1800"/>
            </a:pPr>
            <a:r>
              <a:rPr sz="1600" b="1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</a:rPr>
              <a:t>3. Fetch Lab:</a:t>
            </a:r>
            <a:r>
              <a:rPr sz="1600" dirty="0">
                <a:latin typeface="Aptos" panose="020B0004020202020204" pitchFamily="34" charset="0"/>
              </a:rPr>
              <a:t> Retrieve /etc/hosts from all servers and store locally</a:t>
            </a:r>
          </a:p>
        </p:txBody>
      </p:sp>
      <p:pic>
        <p:nvPicPr>
          <p:cNvPr id="4" name="Picture 3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84F3F6E1-3DDD-02B9-8042-1DCC406A4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8A9F5-8CBA-0693-3A84-6CEB0465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05916-4B41-7E16-36E8-BEE8B929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+mj-cs"/>
              </a:rPr>
              <a:t>Subscibe to AutomateOps!</a:t>
            </a:r>
          </a:p>
        </p:txBody>
      </p:sp>
      <p:pic>
        <p:nvPicPr>
          <p:cNvPr id="7" name="Picture 6" descr="A qr code with a red and black square">
            <a:extLst>
              <a:ext uri="{FF2B5EF4-FFF2-40B4-BE49-F238E27FC236}">
                <a16:creationId xmlns:a16="http://schemas.microsoft.com/office/drawing/2014/main" id="{F760F8EC-E8E1-682A-6A49-FA017E902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5" r="17258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8CC36D-4F52-5825-53B7-C0EA62F10221}"/>
              </a:ext>
            </a:extLst>
          </p:cNvPr>
          <p:cNvSpPr txBox="1"/>
          <p:nvPr/>
        </p:nvSpPr>
        <p:spPr>
          <a:xfrm>
            <a:off x="5102556" y="2470245"/>
            <a:ext cx="3117384" cy="3769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/>
            </a:pPr>
            <a:br>
              <a:rPr lang="en-US" sz="1700" b="1" dirty="0">
                <a:latin typeface="Aptos" panose="020B0004020202020204" pitchFamily="34" charset="0"/>
              </a:rPr>
            </a:br>
            <a:r>
              <a:rPr lang="en-US" sz="1700" b="1" dirty="0">
                <a:latin typeface="Aptos" panose="020B0004020202020204" pitchFamily="34" charset="0"/>
              </a:rPr>
              <a:t>✔ Learn IT Automation with Ansible</a:t>
            </a:r>
            <a:br>
              <a:rPr lang="en-US" sz="1700" b="1" dirty="0">
                <a:latin typeface="Aptos" panose="020B0004020202020204" pitchFamily="34" charset="0"/>
              </a:rPr>
            </a:br>
            <a:r>
              <a:rPr lang="en-US" sz="1700" b="1" dirty="0">
                <a:latin typeface="Aptos" panose="020B0004020202020204" pitchFamily="34" charset="0"/>
              </a:rPr>
              <a:t>✔ Like, Share &amp; Subscribe for more DevOps content</a:t>
            </a:r>
            <a:br>
              <a:rPr lang="en-US" sz="1700" b="1" dirty="0">
                <a:latin typeface="Aptos" panose="020B0004020202020204" pitchFamily="34" charset="0"/>
              </a:rPr>
            </a:br>
            <a:br>
              <a:rPr lang="en-US" sz="1700" b="1" dirty="0">
                <a:latin typeface="Aptos" panose="020B0004020202020204" pitchFamily="34" charset="0"/>
              </a:rPr>
            </a:br>
            <a:r>
              <a:rPr lang="en-US" sz="1700" b="1" dirty="0">
                <a:latin typeface="Aptos" panose="020B0004020202020204" pitchFamily="34" charset="0"/>
              </a:rPr>
              <a:t>Follow us:</a:t>
            </a:r>
            <a:br>
              <a:rPr lang="en-US" sz="1700" b="1" dirty="0">
                <a:latin typeface="Aptos" panose="020B0004020202020204" pitchFamily="34" charset="0"/>
              </a:rPr>
            </a:br>
            <a:r>
              <a:rPr lang="en-US" sz="1700" b="1" dirty="0">
                <a:latin typeface="Aptos" panose="020B0004020202020204" pitchFamily="34" charset="0"/>
                <a:hlinkClick r:id="rId3"/>
              </a:rPr>
              <a:t>https://youtube.com/@soumyendupal?si=wm1qKm5F51XyF04t</a:t>
            </a:r>
            <a:r>
              <a:rPr lang="en-US" sz="1700" b="1" dirty="0">
                <a:latin typeface="Aptos" panose="020B0004020202020204" pitchFamily="34" charset="0"/>
              </a:rPr>
              <a:t> </a:t>
            </a:r>
            <a:br>
              <a:rPr lang="en-US" sz="1700" b="1" dirty="0">
                <a:latin typeface="Aptos" panose="020B0004020202020204" pitchFamily="34" charset="0"/>
              </a:rPr>
            </a:br>
            <a:endParaRPr lang="en-US" sz="1700" b="1" dirty="0">
              <a:latin typeface="Aptos" panose="020B0004020202020204" pitchFamily="34" charset="0"/>
            </a:endParaRPr>
          </a:p>
        </p:txBody>
      </p:sp>
      <p:pic>
        <p:nvPicPr>
          <p:cNvPr id="9" name="Picture 8" descr="A logo with a letter in a circle&#10;&#10;AI-generated content may be incorrect.">
            <a:extLst>
              <a:ext uri="{FF2B5EF4-FFF2-40B4-BE49-F238E27FC236}">
                <a16:creationId xmlns:a16="http://schemas.microsoft.com/office/drawing/2014/main" id="{D870AA9D-C759-323B-6011-16E4AD5DD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3" y="5161"/>
            <a:ext cx="605912" cy="61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79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1728</Words>
  <Application>Microsoft Office PowerPoint</Application>
  <PresentationFormat>On-screen Show (4:3)</PresentationFormat>
  <Paragraphs>215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Ansible Modules: Slurp, Blockinfile &amp; Fetch</vt:lpstr>
      <vt:lpstr>Objective</vt:lpstr>
      <vt:lpstr>Slurp Module Overview</vt:lpstr>
      <vt:lpstr>Slurp Module Lab</vt:lpstr>
      <vt:lpstr>Blockinfile Module Overview</vt:lpstr>
      <vt:lpstr>Blockinfile Module Lab</vt:lpstr>
      <vt:lpstr>Fetch Module Overview</vt:lpstr>
      <vt:lpstr>Explanation  flat: yes, vs flat: no</vt:lpstr>
      <vt:lpstr>Fetch Module Lab</vt:lpstr>
      <vt:lpstr>Real-World Use Cases</vt:lpstr>
      <vt:lpstr>Quiz</vt:lpstr>
      <vt:lpstr>Lab Exercises</vt:lpstr>
      <vt:lpstr>Subscibe to AutomateOps!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Pal, Soumyendu</dc:creator>
  <cp:keywords/>
  <dc:description>generated using python-pptx</dc:description>
  <cp:lastModifiedBy>Pal, Soumyendu</cp:lastModifiedBy>
  <cp:revision>3</cp:revision>
  <dcterms:created xsi:type="dcterms:W3CDTF">2013-01-27T09:14:16Z</dcterms:created>
  <dcterms:modified xsi:type="dcterms:W3CDTF">2025-11-24T11:05:49Z</dcterms:modified>
  <cp:category/>
</cp:coreProperties>
</file>