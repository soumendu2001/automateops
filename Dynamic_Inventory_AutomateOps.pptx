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62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ynamic Inventory for AutomateOps" id="{CB7A1415-C0EA-4C10-B91C-DA5372954864}">
          <p14:sldIdLst>
            <p14:sldId id="2561"/>
          </p14:sldIdLst>
        </p14:section>
        <p14:section name="Foundations of Dynamic Inventory" id="{8916ABA6-9913-4D55-84D2-B4A409099A66}">
          <p14:sldIdLst>
            <p14:sldId id="2562"/>
            <p14:sldId id="2563"/>
          </p14:sldIdLst>
        </p14:section>
        <p14:section name="Types and Requirements of Dynamic Inventory" id="{ED735EEB-4A66-4A22-95EF-201CB515FEBC}">
          <p14:sldIdLst>
            <p14:sldId id="2564"/>
            <p14:sldId id="2565"/>
            <p14:sldId id="2566"/>
          </p14:sldIdLst>
        </p14:section>
        <p14:section name="Implementation and Performance Optimization" id="{C31AD4BF-1964-42D7-8F9B-38D4010B1D27}">
          <p14:sldIdLst>
            <p14:sldId id="2567"/>
            <p14:sldId id="2568"/>
            <p14:sldId id="2569"/>
          </p14:sldIdLst>
        </p14:section>
        <p14:section name="Practical Usage and Real-World Scenarios" id="{6E8337E4-A347-4530-A132-778B0DAE720E}">
          <p14:sldIdLst>
            <p14:sldId id="2570"/>
            <p14:sldId id="2571"/>
            <p14:sldId id="2572"/>
          </p14:sldIdLst>
        </p14:section>
        <p14:section name="Best Practices and Quality Assurance" id="{EA280F10-84B7-4913-8E50-8EE41F971F8D}">
          <p14:sldIdLst>
            <p14:sldId id="2573"/>
            <p14:sldId id="2574"/>
          </p14:sldIdLst>
        </p14:section>
        <p14:section name="Conclusion and End-to-End Workflow" id="{5155E413-93D1-450D-8070-9BD911E26A32}">
          <p14:sldIdLst>
            <p14:sldId id="2575"/>
            <p14:sldId id="2576"/>
            <p14:sldId id="262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EF2A96-BBDB-4F0A-9114-B1BEEF2E1082}" v="19" dt="2026-02-06T13:57:32.3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p:cViewPr varScale="1">
        <p:scale>
          <a:sx n="70" d="100"/>
          <a:sy n="70" d="100"/>
        </p:scale>
        <p:origin x="536" y="52"/>
      </p:cViewPr>
      <p:guideLst/>
    </p:cSldViewPr>
  </p:slideViewPr>
  <p:notesTextViewPr>
    <p:cViewPr>
      <p:scale>
        <a:sx n="3" d="2"/>
        <a:sy n="3" d="2"/>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 Soumyendu" userId="68503d3d-ac8d-4828-9c3f-abc5a97f3674" providerId="ADAL" clId="{92440D97-2063-49B4-9BF5-3A22B04E4F12}"/>
    <pc:docChg chg="undo custSel addSld modSld">
      <pc:chgData name="Pal, Soumyendu" userId="68503d3d-ac8d-4828-9c3f-abc5a97f3674" providerId="ADAL" clId="{92440D97-2063-49B4-9BF5-3A22B04E4F12}" dt="2026-02-07T10:34:43.628" v="82" actId="1076"/>
      <pc:docMkLst>
        <pc:docMk/>
      </pc:docMkLst>
      <pc:sldChg chg="addSp modSp mod modNotesTx">
        <pc:chgData name="Pal, Soumyendu" userId="68503d3d-ac8d-4828-9c3f-abc5a97f3674" providerId="ADAL" clId="{92440D97-2063-49B4-9BF5-3A22B04E4F12}" dt="2026-02-06T13:39:37.437" v="62" actId="6549"/>
        <pc:sldMkLst>
          <pc:docMk/>
          <pc:sldMk cId="542542368" sldId="2561"/>
        </pc:sldMkLst>
        <pc:picChg chg="add mod">
          <ac:chgData name="Pal, Soumyendu" userId="68503d3d-ac8d-4828-9c3f-abc5a97f3674" providerId="ADAL" clId="{92440D97-2063-49B4-9BF5-3A22B04E4F12}" dt="2026-02-06T13:39:32.254" v="61" actId="14100"/>
          <ac:picMkLst>
            <pc:docMk/>
            <pc:sldMk cId="542542368" sldId="2561"/>
            <ac:picMk id="6" creationId="{83B6DE4D-BE1A-8A24-76E3-357D2EAE6DBD}"/>
          </ac:picMkLst>
        </pc:picChg>
      </pc:sldChg>
      <pc:sldChg chg="addSp modSp mod modNotesTx">
        <pc:chgData name="Pal, Soumyendu" userId="68503d3d-ac8d-4828-9c3f-abc5a97f3674" providerId="ADAL" clId="{92440D97-2063-49B4-9BF5-3A22B04E4F12}" dt="2026-02-06T13:39:42.985" v="63" actId="6549"/>
        <pc:sldMkLst>
          <pc:docMk/>
          <pc:sldMk cId="3178212727" sldId="2562"/>
        </pc:sldMkLst>
        <pc:spChg chg="mod">
          <ac:chgData name="Pal, Soumyendu" userId="68503d3d-ac8d-4828-9c3f-abc5a97f3674" providerId="ADAL" clId="{92440D97-2063-49B4-9BF5-3A22B04E4F12}" dt="2026-02-06T13:34:43.549" v="8" actId="1076"/>
          <ac:spMkLst>
            <pc:docMk/>
            <pc:sldMk cId="3178212727" sldId="2562"/>
            <ac:spMk id="2" creationId="{AF04C7F4-7D7C-134D-F972-5833BA9E6821}"/>
          </ac:spMkLst>
        </pc:spChg>
        <pc:picChg chg="add mod">
          <ac:chgData name="Pal, Soumyendu" userId="68503d3d-ac8d-4828-9c3f-abc5a97f3674" providerId="ADAL" clId="{92440D97-2063-49B4-9BF5-3A22B04E4F12}" dt="2026-02-06T13:34:43.549" v="8" actId="1076"/>
          <ac:picMkLst>
            <pc:docMk/>
            <pc:sldMk cId="3178212727" sldId="2562"/>
            <ac:picMk id="4" creationId="{11EF61B4-9698-D317-E340-C853F2B417B1}"/>
          </ac:picMkLst>
        </pc:picChg>
      </pc:sldChg>
      <pc:sldChg chg="addSp delSp modSp mod addAnim delAnim modAnim">
        <pc:chgData name="Pal, Soumyendu" userId="68503d3d-ac8d-4828-9c3f-abc5a97f3674" providerId="ADAL" clId="{92440D97-2063-49B4-9BF5-3A22B04E4F12}" dt="2026-02-06T13:35:27.182" v="22" actId="478"/>
        <pc:sldMkLst>
          <pc:docMk/>
          <pc:sldMk cId="4200683213" sldId="2563"/>
        </pc:sldMkLst>
        <pc:spChg chg="add del mod">
          <ac:chgData name="Pal, Soumyendu" userId="68503d3d-ac8d-4828-9c3f-abc5a97f3674" providerId="ADAL" clId="{92440D97-2063-49B4-9BF5-3A22B04E4F12}" dt="2026-02-06T13:35:27.182" v="22" actId="478"/>
          <ac:spMkLst>
            <pc:docMk/>
            <pc:sldMk cId="4200683213" sldId="2563"/>
            <ac:spMk id="3" creationId="{69E45FE8-AF78-DB2F-9BCC-19DB9AC49B67}"/>
          </ac:spMkLst>
        </pc:spChg>
        <pc:picChg chg="add del mod">
          <ac:chgData name="Pal, Soumyendu" userId="68503d3d-ac8d-4828-9c3f-abc5a97f3674" providerId="ADAL" clId="{92440D97-2063-49B4-9BF5-3A22B04E4F12}" dt="2026-02-06T13:34:57.255" v="13" actId="478"/>
          <ac:picMkLst>
            <pc:docMk/>
            <pc:sldMk cId="4200683213" sldId="2563"/>
            <ac:picMk id="6" creationId="{2713CA62-0A30-76D3-D071-074FA8DC1771}"/>
          </ac:picMkLst>
        </pc:picChg>
      </pc:sldChg>
      <pc:sldChg chg="addSp delSp modSp mod delAnim modAnim modNotesTx">
        <pc:chgData name="Pal, Soumyendu" userId="68503d3d-ac8d-4828-9c3f-abc5a97f3674" providerId="ADAL" clId="{92440D97-2063-49B4-9BF5-3A22B04E4F12}" dt="2026-02-07T10:34:43.628" v="82" actId="1076"/>
        <pc:sldMkLst>
          <pc:docMk/>
          <pc:sldMk cId="1370682413" sldId="2564"/>
        </pc:sldMkLst>
        <pc:spChg chg="mod">
          <ac:chgData name="Pal, Soumyendu" userId="68503d3d-ac8d-4828-9c3f-abc5a97f3674" providerId="ADAL" clId="{92440D97-2063-49B4-9BF5-3A22B04E4F12}" dt="2026-02-07T10:34:43.628" v="82" actId="1076"/>
          <ac:spMkLst>
            <pc:docMk/>
            <pc:sldMk cId="1370682413" sldId="2564"/>
            <ac:spMk id="2" creationId="{3B7DFFD2-95FD-AB6F-B774-BFD3D6A5F8A8}"/>
          </ac:spMkLst>
        </pc:spChg>
        <pc:spChg chg="add del mod">
          <ac:chgData name="Pal, Soumyendu" userId="68503d3d-ac8d-4828-9c3f-abc5a97f3674" providerId="ADAL" clId="{92440D97-2063-49B4-9BF5-3A22B04E4F12}" dt="2026-02-07T10:34:38.900" v="81" actId="478"/>
          <ac:spMkLst>
            <pc:docMk/>
            <pc:sldMk cId="1370682413" sldId="2564"/>
            <ac:spMk id="3" creationId="{22B33934-B603-9693-77CD-2771BF41980B}"/>
          </ac:spMkLst>
        </pc:spChg>
        <pc:picChg chg="add mod">
          <ac:chgData name="Pal, Soumyendu" userId="68503d3d-ac8d-4828-9c3f-abc5a97f3674" providerId="ADAL" clId="{92440D97-2063-49B4-9BF5-3A22B04E4F12}" dt="2026-02-06T13:35:05.663" v="14"/>
          <ac:picMkLst>
            <pc:docMk/>
            <pc:sldMk cId="1370682413" sldId="2564"/>
            <ac:picMk id="4" creationId="{7814DA7F-66CA-6A76-B2F5-CF00FFE51D03}"/>
          </ac:picMkLst>
        </pc:picChg>
      </pc:sldChg>
      <pc:sldChg chg="addSp delSp modSp mod delAnim modAnim">
        <pc:chgData name="Pal, Soumyendu" userId="68503d3d-ac8d-4828-9c3f-abc5a97f3674" providerId="ADAL" clId="{92440D97-2063-49B4-9BF5-3A22B04E4F12}" dt="2026-02-06T13:35:21.551" v="21" actId="478"/>
        <pc:sldMkLst>
          <pc:docMk/>
          <pc:sldMk cId="772553995" sldId="2565"/>
        </pc:sldMkLst>
        <pc:spChg chg="add del mod">
          <ac:chgData name="Pal, Soumyendu" userId="68503d3d-ac8d-4828-9c3f-abc5a97f3674" providerId="ADAL" clId="{92440D97-2063-49B4-9BF5-3A22B04E4F12}" dt="2026-02-06T13:35:21.551" v="21" actId="478"/>
          <ac:spMkLst>
            <pc:docMk/>
            <pc:sldMk cId="772553995" sldId="2565"/>
            <ac:spMk id="3" creationId="{B82DDFD5-4D02-5D6A-071A-0467678224B5}"/>
          </ac:spMkLst>
        </pc:spChg>
        <pc:picChg chg="add mod">
          <ac:chgData name="Pal, Soumyendu" userId="68503d3d-ac8d-4828-9c3f-abc5a97f3674" providerId="ADAL" clId="{92440D97-2063-49B4-9BF5-3A22B04E4F12}" dt="2026-02-06T13:35:17.117" v="19" actId="14100"/>
          <ac:picMkLst>
            <pc:docMk/>
            <pc:sldMk cId="772553995" sldId="2565"/>
            <ac:picMk id="6" creationId="{280F97C0-94A5-1D3E-9863-42DDA75E1AAA}"/>
          </ac:picMkLst>
        </pc:picChg>
      </pc:sldChg>
      <pc:sldChg chg="addSp delSp modSp mod delAnim modAnim">
        <pc:chgData name="Pal, Soumyendu" userId="68503d3d-ac8d-4828-9c3f-abc5a97f3674" providerId="ADAL" clId="{92440D97-2063-49B4-9BF5-3A22B04E4F12}" dt="2026-02-06T13:35:40.942" v="26" actId="14100"/>
        <pc:sldMkLst>
          <pc:docMk/>
          <pc:sldMk cId="2319641579" sldId="2566"/>
        </pc:sldMkLst>
        <pc:spChg chg="add del mod">
          <ac:chgData name="Pal, Soumyendu" userId="68503d3d-ac8d-4828-9c3f-abc5a97f3674" providerId="ADAL" clId="{92440D97-2063-49B4-9BF5-3A22B04E4F12}" dt="2026-02-06T13:35:36.108" v="24" actId="478"/>
          <ac:spMkLst>
            <pc:docMk/>
            <pc:sldMk cId="2319641579" sldId="2566"/>
            <ac:spMk id="3" creationId="{5F2DAB03-FEEA-7992-C5F7-F5048134DEAB}"/>
          </ac:spMkLst>
        </pc:spChg>
        <pc:picChg chg="add mod">
          <ac:chgData name="Pal, Soumyendu" userId="68503d3d-ac8d-4828-9c3f-abc5a97f3674" providerId="ADAL" clId="{92440D97-2063-49B4-9BF5-3A22B04E4F12}" dt="2026-02-06T13:35:40.942" v="26" actId="14100"/>
          <ac:picMkLst>
            <pc:docMk/>
            <pc:sldMk cId="2319641579" sldId="2566"/>
            <ac:picMk id="6" creationId="{0ABA8DC6-0559-D2ED-5B1C-C1F7D30DDC8E}"/>
          </ac:picMkLst>
        </pc:picChg>
      </pc:sldChg>
      <pc:sldChg chg="addSp delSp modSp mod delAnim modAnim modNotesTx">
        <pc:chgData name="Pal, Soumyendu" userId="68503d3d-ac8d-4828-9c3f-abc5a97f3674" providerId="ADAL" clId="{92440D97-2063-49B4-9BF5-3A22B04E4F12}" dt="2026-02-06T13:39:55.818" v="65" actId="6549"/>
        <pc:sldMkLst>
          <pc:docMk/>
          <pc:sldMk cId="1552218097" sldId="2567"/>
        </pc:sldMkLst>
        <pc:spChg chg="add del mod">
          <ac:chgData name="Pal, Soumyendu" userId="68503d3d-ac8d-4828-9c3f-abc5a97f3674" providerId="ADAL" clId="{92440D97-2063-49B4-9BF5-3A22B04E4F12}" dt="2026-02-06T13:35:50.140" v="28" actId="478"/>
          <ac:spMkLst>
            <pc:docMk/>
            <pc:sldMk cId="1552218097" sldId="2567"/>
            <ac:spMk id="3" creationId="{D97EE00F-A734-9F4B-F5C2-729CB57AC61F}"/>
          </ac:spMkLst>
        </pc:spChg>
        <pc:spChg chg="add del mod">
          <ac:chgData name="Pal, Soumyendu" userId="68503d3d-ac8d-4828-9c3f-abc5a97f3674" providerId="ADAL" clId="{92440D97-2063-49B4-9BF5-3A22B04E4F12}" dt="2026-02-06T13:36:03.444" v="33" actId="478"/>
          <ac:spMkLst>
            <pc:docMk/>
            <pc:sldMk cId="1552218097" sldId="2567"/>
            <ac:spMk id="5" creationId="{8AB6937F-3976-AEBA-ECBD-B6FF0ED927A2}"/>
          </ac:spMkLst>
        </pc:spChg>
        <pc:picChg chg="add del mod">
          <ac:chgData name="Pal, Soumyendu" userId="68503d3d-ac8d-4828-9c3f-abc5a97f3674" providerId="ADAL" clId="{92440D97-2063-49B4-9BF5-3A22B04E4F12}" dt="2026-02-06T13:35:50.140" v="28" actId="478"/>
          <ac:picMkLst>
            <pc:docMk/>
            <pc:sldMk cId="1552218097" sldId="2567"/>
            <ac:picMk id="4" creationId="{502E4537-76FD-80C4-0838-E2795C316ACA}"/>
          </ac:picMkLst>
        </pc:picChg>
        <pc:picChg chg="add mod">
          <ac:chgData name="Pal, Soumyendu" userId="68503d3d-ac8d-4828-9c3f-abc5a97f3674" providerId="ADAL" clId="{92440D97-2063-49B4-9BF5-3A22B04E4F12}" dt="2026-02-06T13:35:59.791" v="31" actId="1076"/>
          <ac:picMkLst>
            <pc:docMk/>
            <pc:sldMk cId="1552218097" sldId="2567"/>
            <ac:picMk id="6" creationId="{7612210E-2CD4-D871-D9B8-61069941A174}"/>
          </ac:picMkLst>
        </pc:picChg>
      </pc:sldChg>
      <pc:sldChg chg="addSp delSp modSp mod delAnim modAnim">
        <pc:chgData name="Pal, Soumyendu" userId="68503d3d-ac8d-4828-9c3f-abc5a97f3674" providerId="ADAL" clId="{92440D97-2063-49B4-9BF5-3A22B04E4F12}" dt="2026-02-06T13:36:30.609" v="38" actId="14100"/>
        <pc:sldMkLst>
          <pc:docMk/>
          <pc:sldMk cId="3603815423" sldId="2568"/>
        </pc:sldMkLst>
        <pc:spChg chg="add del mod">
          <ac:chgData name="Pal, Soumyendu" userId="68503d3d-ac8d-4828-9c3f-abc5a97f3674" providerId="ADAL" clId="{92440D97-2063-49B4-9BF5-3A22B04E4F12}" dt="2026-02-06T13:36:25.219" v="37" actId="478"/>
          <ac:spMkLst>
            <pc:docMk/>
            <pc:sldMk cId="3603815423" sldId="2568"/>
            <ac:spMk id="3" creationId="{D2321391-3327-9767-19F4-219595876816}"/>
          </ac:spMkLst>
        </pc:spChg>
        <pc:spChg chg="mod">
          <ac:chgData name="Pal, Soumyendu" userId="68503d3d-ac8d-4828-9c3f-abc5a97f3674" providerId="ADAL" clId="{92440D97-2063-49B4-9BF5-3A22B04E4F12}" dt="2026-02-06T13:36:21.914" v="35" actId="1076"/>
          <ac:spMkLst>
            <pc:docMk/>
            <pc:sldMk cId="3603815423" sldId="2568"/>
            <ac:spMk id="4" creationId="{9DF369CF-2518-10A9-FF60-5D3CD8CBF0B3}"/>
          </ac:spMkLst>
        </pc:spChg>
        <pc:picChg chg="add mod">
          <ac:chgData name="Pal, Soumyendu" userId="68503d3d-ac8d-4828-9c3f-abc5a97f3674" providerId="ADAL" clId="{92440D97-2063-49B4-9BF5-3A22B04E4F12}" dt="2026-02-06T13:36:30.609" v="38" actId="14100"/>
          <ac:picMkLst>
            <pc:docMk/>
            <pc:sldMk cId="3603815423" sldId="2568"/>
            <ac:picMk id="6" creationId="{E18BDA04-BC8D-5F0F-1C44-7AA83FDE1CFE}"/>
          </ac:picMkLst>
        </pc:picChg>
      </pc:sldChg>
      <pc:sldChg chg="addSp delSp modSp mod delAnim modAnim">
        <pc:chgData name="Pal, Soumyendu" userId="68503d3d-ac8d-4828-9c3f-abc5a97f3674" providerId="ADAL" clId="{92440D97-2063-49B4-9BF5-3A22B04E4F12}" dt="2026-02-06T13:36:45.624" v="41" actId="14100"/>
        <pc:sldMkLst>
          <pc:docMk/>
          <pc:sldMk cId="399340858" sldId="2569"/>
        </pc:sldMkLst>
        <pc:spChg chg="add del mod">
          <ac:chgData name="Pal, Soumyendu" userId="68503d3d-ac8d-4828-9c3f-abc5a97f3674" providerId="ADAL" clId="{92440D97-2063-49B4-9BF5-3A22B04E4F12}" dt="2026-02-06T13:36:41.635" v="40" actId="478"/>
          <ac:spMkLst>
            <pc:docMk/>
            <pc:sldMk cId="399340858" sldId="2569"/>
            <ac:spMk id="3" creationId="{8BF34775-317F-F233-CDCD-0903392CF65D}"/>
          </ac:spMkLst>
        </pc:spChg>
        <pc:picChg chg="add mod">
          <ac:chgData name="Pal, Soumyendu" userId="68503d3d-ac8d-4828-9c3f-abc5a97f3674" providerId="ADAL" clId="{92440D97-2063-49B4-9BF5-3A22B04E4F12}" dt="2026-02-06T13:36:45.624" v="41" actId="14100"/>
          <ac:picMkLst>
            <pc:docMk/>
            <pc:sldMk cId="399340858" sldId="2569"/>
            <ac:picMk id="6" creationId="{E53593BB-ED31-F95E-79E9-F77D35D0C2A8}"/>
          </ac:picMkLst>
        </pc:picChg>
      </pc:sldChg>
      <pc:sldChg chg="addSp delSp modSp mod delAnim modAnim modNotesTx">
        <pc:chgData name="Pal, Soumyendu" userId="68503d3d-ac8d-4828-9c3f-abc5a97f3674" providerId="ADAL" clId="{92440D97-2063-49B4-9BF5-3A22B04E4F12}" dt="2026-02-06T13:40:03.498" v="66" actId="6549"/>
        <pc:sldMkLst>
          <pc:docMk/>
          <pc:sldMk cId="3323934733" sldId="2570"/>
        </pc:sldMkLst>
        <pc:spChg chg="add del mod">
          <ac:chgData name="Pal, Soumyendu" userId="68503d3d-ac8d-4828-9c3f-abc5a97f3674" providerId="ADAL" clId="{92440D97-2063-49B4-9BF5-3A22B04E4F12}" dt="2026-02-06T13:37:07.394" v="45" actId="478"/>
          <ac:spMkLst>
            <pc:docMk/>
            <pc:sldMk cId="3323934733" sldId="2570"/>
            <ac:spMk id="3" creationId="{1D6DA786-9281-58D8-65F0-0E2831092415}"/>
          </ac:spMkLst>
        </pc:spChg>
        <pc:picChg chg="add mod">
          <ac:chgData name="Pal, Soumyendu" userId="68503d3d-ac8d-4828-9c3f-abc5a97f3674" providerId="ADAL" clId="{92440D97-2063-49B4-9BF5-3A22B04E4F12}" dt="2026-02-06T13:36:59.301" v="43" actId="14100"/>
          <ac:picMkLst>
            <pc:docMk/>
            <pc:sldMk cId="3323934733" sldId="2570"/>
            <ac:picMk id="4" creationId="{E3BA30CC-02AB-0F94-7A24-1DDE4AB62185}"/>
          </ac:picMkLst>
        </pc:picChg>
      </pc:sldChg>
      <pc:sldChg chg="addSp delSp modSp mod addAnim delAnim modAnim">
        <pc:chgData name="Pal, Soumyendu" userId="68503d3d-ac8d-4828-9c3f-abc5a97f3674" providerId="ADAL" clId="{92440D97-2063-49B4-9BF5-3A22B04E4F12}" dt="2026-02-06T13:37:58.212" v="53" actId="14100"/>
        <pc:sldMkLst>
          <pc:docMk/>
          <pc:sldMk cId="639718383" sldId="2571"/>
        </pc:sldMkLst>
        <pc:spChg chg="add del mod">
          <ac:chgData name="Pal, Soumyendu" userId="68503d3d-ac8d-4828-9c3f-abc5a97f3674" providerId="ADAL" clId="{92440D97-2063-49B4-9BF5-3A22B04E4F12}" dt="2026-02-06T13:37:48.098" v="51" actId="478"/>
          <ac:spMkLst>
            <pc:docMk/>
            <pc:sldMk cId="639718383" sldId="2571"/>
            <ac:spMk id="3" creationId="{AE03A28A-5CB9-23FB-58C3-CC76B61F818E}"/>
          </ac:spMkLst>
        </pc:spChg>
        <pc:spChg chg="add del">
          <ac:chgData name="Pal, Soumyendu" userId="68503d3d-ac8d-4828-9c3f-abc5a97f3674" providerId="ADAL" clId="{92440D97-2063-49B4-9BF5-3A22B04E4F12}" dt="2026-02-06T13:37:43.388" v="48" actId="478"/>
          <ac:spMkLst>
            <pc:docMk/>
            <pc:sldMk cId="639718383" sldId="2571"/>
            <ac:spMk id="4" creationId="{6301DCF0-9B9D-F682-D7AA-91080982A383}"/>
          </ac:spMkLst>
        </pc:spChg>
        <pc:spChg chg="add del mod">
          <ac:chgData name="Pal, Soumyendu" userId="68503d3d-ac8d-4828-9c3f-abc5a97f3674" providerId="ADAL" clId="{92440D97-2063-49B4-9BF5-3A22B04E4F12}" dt="2026-02-06T13:37:43.388" v="48" actId="478"/>
          <ac:spMkLst>
            <pc:docMk/>
            <pc:sldMk cId="639718383" sldId="2571"/>
            <ac:spMk id="8" creationId="{3E8D002A-4B9C-3476-2B22-CDDCD8BD2395}"/>
          </ac:spMkLst>
        </pc:spChg>
        <pc:picChg chg="add mod">
          <ac:chgData name="Pal, Soumyendu" userId="68503d3d-ac8d-4828-9c3f-abc5a97f3674" providerId="ADAL" clId="{92440D97-2063-49B4-9BF5-3A22B04E4F12}" dt="2026-02-06T13:37:58.212" v="53" actId="14100"/>
          <ac:picMkLst>
            <pc:docMk/>
            <pc:sldMk cId="639718383" sldId="2571"/>
            <ac:picMk id="6" creationId="{CDA1141C-EF32-3271-A067-CCD2626BA90E}"/>
          </ac:picMkLst>
        </pc:picChg>
      </pc:sldChg>
      <pc:sldChg chg="addSp delSp modSp mod delAnim modAnim">
        <pc:chgData name="Pal, Soumyendu" userId="68503d3d-ac8d-4828-9c3f-abc5a97f3674" providerId="ADAL" clId="{92440D97-2063-49B4-9BF5-3A22B04E4F12}" dt="2026-02-06T13:38:57.076" v="56" actId="14100"/>
        <pc:sldMkLst>
          <pc:docMk/>
          <pc:sldMk cId="394497007" sldId="2572"/>
        </pc:sldMkLst>
        <pc:spChg chg="add del mod">
          <ac:chgData name="Pal, Soumyendu" userId="68503d3d-ac8d-4828-9c3f-abc5a97f3674" providerId="ADAL" clId="{92440D97-2063-49B4-9BF5-3A22B04E4F12}" dt="2026-02-06T13:38:53.064" v="55" actId="478"/>
          <ac:spMkLst>
            <pc:docMk/>
            <pc:sldMk cId="394497007" sldId="2572"/>
            <ac:spMk id="3" creationId="{B6D794D3-11C0-19FA-69B8-AE0AA7B4965B}"/>
          </ac:spMkLst>
        </pc:spChg>
        <pc:picChg chg="add mod">
          <ac:chgData name="Pal, Soumyendu" userId="68503d3d-ac8d-4828-9c3f-abc5a97f3674" providerId="ADAL" clId="{92440D97-2063-49B4-9BF5-3A22B04E4F12}" dt="2026-02-06T13:38:57.076" v="56" actId="14100"/>
          <ac:picMkLst>
            <pc:docMk/>
            <pc:sldMk cId="394497007" sldId="2572"/>
            <ac:picMk id="6" creationId="{B4138DAE-AC04-8883-7ED1-DB9B7629BA66}"/>
          </ac:picMkLst>
        </pc:picChg>
      </pc:sldChg>
      <pc:sldChg chg="addSp modSp modNotesTx">
        <pc:chgData name="Pal, Soumyendu" userId="68503d3d-ac8d-4828-9c3f-abc5a97f3674" providerId="ADAL" clId="{92440D97-2063-49B4-9BF5-3A22B04E4F12}" dt="2026-02-06T13:40:10.759" v="67" actId="6549"/>
        <pc:sldMkLst>
          <pc:docMk/>
          <pc:sldMk cId="1807917748" sldId="2573"/>
        </pc:sldMkLst>
        <pc:picChg chg="add mod">
          <ac:chgData name="Pal, Soumyendu" userId="68503d3d-ac8d-4828-9c3f-abc5a97f3674" providerId="ADAL" clId="{92440D97-2063-49B4-9BF5-3A22B04E4F12}" dt="2026-02-06T13:39:10.434" v="57"/>
          <ac:picMkLst>
            <pc:docMk/>
            <pc:sldMk cId="1807917748" sldId="2573"/>
            <ac:picMk id="3" creationId="{0707ACA1-73AC-ED47-49C3-73D1C95055EE}"/>
          </ac:picMkLst>
        </pc:picChg>
      </pc:sldChg>
      <pc:sldChg chg="addSp modSp">
        <pc:chgData name="Pal, Soumyendu" userId="68503d3d-ac8d-4828-9c3f-abc5a97f3674" providerId="ADAL" clId="{92440D97-2063-49B4-9BF5-3A22B04E4F12}" dt="2026-02-06T13:39:14.780" v="58"/>
        <pc:sldMkLst>
          <pc:docMk/>
          <pc:sldMk cId="3817859390" sldId="2574"/>
        </pc:sldMkLst>
        <pc:picChg chg="add mod">
          <ac:chgData name="Pal, Soumyendu" userId="68503d3d-ac8d-4828-9c3f-abc5a97f3674" providerId="ADAL" clId="{92440D97-2063-49B4-9BF5-3A22B04E4F12}" dt="2026-02-06T13:39:14.780" v="58"/>
          <ac:picMkLst>
            <pc:docMk/>
            <pc:sldMk cId="3817859390" sldId="2574"/>
            <ac:picMk id="3" creationId="{EF090BFB-AE00-A020-A841-0564D956277F}"/>
          </ac:picMkLst>
        </pc:picChg>
      </pc:sldChg>
      <pc:sldChg chg="addSp modSp">
        <pc:chgData name="Pal, Soumyendu" userId="68503d3d-ac8d-4828-9c3f-abc5a97f3674" providerId="ADAL" clId="{92440D97-2063-49B4-9BF5-3A22B04E4F12}" dt="2026-02-06T13:39:18.235" v="59"/>
        <pc:sldMkLst>
          <pc:docMk/>
          <pc:sldMk cId="1766394817" sldId="2575"/>
        </pc:sldMkLst>
        <pc:picChg chg="add mod">
          <ac:chgData name="Pal, Soumyendu" userId="68503d3d-ac8d-4828-9c3f-abc5a97f3674" providerId="ADAL" clId="{92440D97-2063-49B4-9BF5-3A22B04E4F12}" dt="2026-02-06T13:39:18.235" v="59"/>
          <ac:picMkLst>
            <pc:docMk/>
            <pc:sldMk cId="1766394817" sldId="2575"/>
            <ac:picMk id="3" creationId="{5268EA3C-0843-208F-4477-C071D33119F5}"/>
          </ac:picMkLst>
        </pc:picChg>
      </pc:sldChg>
      <pc:sldChg chg="addSp modSp">
        <pc:chgData name="Pal, Soumyendu" userId="68503d3d-ac8d-4828-9c3f-abc5a97f3674" providerId="ADAL" clId="{92440D97-2063-49B4-9BF5-3A22B04E4F12}" dt="2026-02-06T13:39:21.471" v="60"/>
        <pc:sldMkLst>
          <pc:docMk/>
          <pc:sldMk cId="1653906896" sldId="2576"/>
        </pc:sldMkLst>
        <pc:picChg chg="add mod">
          <ac:chgData name="Pal, Soumyendu" userId="68503d3d-ac8d-4828-9c3f-abc5a97f3674" providerId="ADAL" clId="{92440D97-2063-49B4-9BF5-3A22B04E4F12}" dt="2026-02-06T13:39:21.471" v="60"/>
          <ac:picMkLst>
            <pc:docMk/>
            <pc:sldMk cId="1653906896" sldId="2576"/>
            <ac:picMk id="3" creationId="{374381F8-811C-B7F4-5EDA-6DCC9482A8AC}"/>
          </ac:picMkLst>
        </pc:picChg>
      </pc:sldChg>
      <pc:sldChg chg="modSp add mod setBg">
        <pc:chgData name="Pal, Soumyendu" userId="68503d3d-ac8d-4828-9c3f-abc5a97f3674" providerId="ADAL" clId="{92440D97-2063-49B4-9BF5-3A22B04E4F12}" dt="2026-02-06T14:01:57.090" v="78" actId="113"/>
        <pc:sldMkLst>
          <pc:docMk/>
          <pc:sldMk cId="0" sldId="2622"/>
        </pc:sldMkLst>
        <pc:spChg chg="mod">
          <ac:chgData name="Pal, Soumyendu" userId="68503d3d-ac8d-4828-9c3f-abc5a97f3674" providerId="ADAL" clId="{92440D97-2063-49B4-9BF5-3A22B04E4F12}" dt="2026-02-06T13:58:51.210" v="74" actId="1076"/>
          <ac:spMkLst>
            <pc:docMk/>
            <pc:sldMk cId="0" sldId="2622"/>
            <ac:spMk id="5" creationId="{00000000-0000-0000-0000-000000000000}"/>
          </ac:spMkLst>
        </pc:spChg>
        <pc:spChg chg="mod">
          <ac:chgData name="Pal, Soumyendu" userId="68503d3d-ac8d-4828-9c3f-abc5a97f3674" providerId="ADAL" clId="{92440D97-2063-49B4-9BF5-3A22B04E4F12}" dt="2026-02-06T14:01:57.090" v="78" actId="113"/>
          <ac:spMkLst>
            <pc:docMk/>
            <pc:sldMk cId="0" sldId="2622"/>
            <ac:spMk id="8" creationId="{754B0E55-7B88-B9EE-885B-547C7CA93A20}"/>
          </ac:spMkLst>
        </pc:spChg>
        <pc:spChg chg="mod">
          <ac:chgData name="Pal, Soumyendu" userId="68503d3d-ac8d-4828-9c3f-abc5a97f3674" providerId="ADAL" clId="{92440D97-2063-49B4-9BF5-3A22B04E4F12}" dt="2026-02-06T13:58:23.035" v="69" actId="207"/>
          <ac:spMkLst>
            <pc:docMk/>
            <pc:sldMk cId="0" sldId="2622"/>
            <ac:spMk id="9" creationId="{00000000-0000-0000-0000-000000000000}"/>
          </ac:spMkLst>
        </pc:spChg>
        <pc:picChg chg="mod">
          <ac:chgData name="Pal, Soumyendu" userId="68503d3d-ac8d-4828-9c3f-abc5a97f3674" providerId="ADAL" clId="{92440D97-2063-49B4-9BF5-3A22B04E4F12}" dt="2026-02-06T13:58:29.777" v="71" actId="1076"/>
          <ac:picMkLst>
            <pc:docMk/>
            <pc:sldMk cId="0" sldId="2622"/>
            <ac:picMk id="6" creationId="{BE0629B5-F07A-CA55-EE8E-D14CAC33ED2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B2F1FF-8B58-4411-BFDF-1D34FA9F57ED}" type="datetimeFigureOut">
              <a:t>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B17CA0-73B8-4861-9DD9-7C1991851B13}" type="slidenum">
              <a:t>‹#›</a:t>
            </a:fld>
            <a:endParaRPr lang="en-US"/>
          </a:p>
        </p:txBody>
      </p:sp>
    </p:spTree>
    <p:extLst>
      <p:ext uri="{BB962C8B-B14F-4D97-AF65-F5344CB8AC3E}">
        <p14:creationId xmlns:p14="http://schemas.microsoft.com/office/powerpoint/2010/main" val="302678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t>
            </a:r>
          </a:p>
        </p:txBody>
      </p:sp>
      <p:sp>
        <p:nvSpPr>
          <p:cNvPr id="4" name="Slide Number Placeholder 3"/>
          <p:cNvSpPr>
            <a:spLocks noGrp="1"/>
          </p:cNvSpPr>
          <p:nvPr>
            <p:ph type="sldNum" sz="quarter" idx="5"/>
          </p:nvPr>
        </p:nvSpPr>
        <p:spPr/>
        <p:txBody>
          <a:bodyPr/>
          <a:lstStyle/>
          <a:p>
            <a:fld id="{1B70C4C8-DC5F-48B3-AB57-DBFF07391F66}" type="slidenum">
              <a:t>1</a:t>
            </a:fld>
            <a:endParaRPr lang="en-US"/>
          </a:p>
        </p:txBody>
      </p:sp>
    </p:spTree>
    <p:extLst>
      <p:ext uri="{BB962C8B-B14F-4D97-AF65-F5344CB8AC3E}">
        <p14:creationId xmlns:p14="http://schemas.microsoft.com/office/powerpoint/2010/main" val="4150749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70C4C8-DC5F-48B3-AB57-DBFF07391F66}" type="slidenum">
              <a:t>2</a:t>
            </a:fld>
            <a:endParaRPr lang="en-US"/>
          </a:p>
        </p:txBody>
      </p:sp>
    </p:spTree>
    <p:extLst>
      <p:ext uri="{BB962C8B-B14F-4D97-AF65-F5344CB8AC3E}">
        <p14:creationId xmlns:p14="http://schemas.microsoft.com/office/powerpoint/2010/main" val="1579941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Dynamic inventory in Ansible refers to the method of generating host and group information at runtime rather than relying on static inventory files. This approach is crucial in modern infrastructure environments, particularly those that involve large-scale cloud deployments, autoscaling systems, or frequently changing host pools. For example, in AWS environments where EC2 instances scale up and down based on demand, using a static file becomes impractical, as it cannot accurately reflect real-time infrastructure state. Dynamic inventory solves this by querying external data sources—such as cloud providers, CMDBs, APIs, or custom scripts—to pull the latest host information just before playbook execution. This makes the automation process more reliable, flexible, and aligned with actual system conditions. Additionally, dynamic inventory supports both script-based and plugin-based models, enabling users to either write custom logic in languages like Python or leverage built-in providers such as AWS EC2, Azure RM, GCP, VMware, Kubernetes, and OpenStack. Another major advantage includes reducing human error, since teams no longer need to manually maintain host lists. In enterprise workflows, dynamic inventory integrates tightly with tagging, allowing administrators to map hosts to roles or environments automatically. For example, a tag-based structure in AWS can allow Ansible to auto-group all instances tagged as “Production-Web” or “Database-Primary.” Beyond flexibility, dynamic inventory also enhances security by eliminating stale or outdated host references, reducing the risk of accidental automation against retired systems. Ultimately, dynamic inventory is an essential capability for modern automation pipelines and plays a foundational role in enabling fully autonomous infrastructure operations.</a:t>
            </a:r>
          </a:p>
        </p:txBody>
      </p:sp>
      <p:sp>
        <p:nvSpPr>
          <p:cNvPr id="4" name="Slide Number Placeholder 3"/>
          <p:cNvSpPr>
            <a:spLocks noGrp="1"/>
          </p:cNvSpPr>
          <p:nvPr>
            <p:ph type="sldNum" sz="quarter" idx="5"/>
          </p:nvPr>
        </p:nvSpPr>
        <p:spPr/>
        <p:txBody>
          <a:bodyPr/>
          <a:lstStyle/>
          <a:p>
            <a:fld id="{1B70C4C8-DC5F-48B3-AB57-DBFF07391F66}" type="slidenum">
              <a:t>3</a:t>
            </a:fld>
            <a:endParaRPr lang="en-US"/>
          </a:p>
        </p:txBody>
      </p:sp>
    </p:spTree>
    <p:extLst>
      <p:ext uri="{BB962C8B-B14F-4D97-AF65-F5344CB8AC3E}">
        <p14:creationId xmlns:p14="http://schemas.microsoft.com/office/powerpoint/2010/main" val="628008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70C4C8-DC5F-48B3-AB57-DBFF07391F66}" type="slidenum">
              <a:t>4</a:t>
            </a:fld>
            <a:endParaRPr lang="en-US"/>
          </a:p>
        </p:txBody>
      </p:sp>
    </p:spTree>
    <p:extLst>
      <p:ext uri="{BB962C8B-B14F-4D97-AF65-F5344CB8AC3E}">
        <p14:creationId xmlns:p14="http://schemas.microsoft.com/office/powerpoint/2010/main" val="2013089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Dynamic inventory in Ansible can be implemented through two primary approaches: script-based methods and plugin-based methods. Script-based dynamic inventory involves writing executable programs—commonly in Python, Bash, or Go—that output JSON-formatted data when invoked with `--list` or `--host &lt;hostname&gt;`. This method offers full control over logic, making it ideal for environments with custom APIs or non-standard data sources. For instance, a bespoke CMDB or proprietary monitoring tool may expose host details via REST APIs, requiring tailored parsing logic within the script. These scripts must be executable and must return valid JSON structures, including host groups and host variables, to maintain compatibility with Ansible’s expected schema. Conversely, plugin-based dynamic inventory utilizes built-in or community-provided plugins offering native integration with popular infrastructure platforms such as AWS EC2, Azure, GCP, VMware vCenter, Kubernetes, OpenStack, and more. These plugins typically require minimal configuration—often just credentials and filtering parameters—and automatically gather host information from the provider’s API. For example, the AWS EC2 inventory plugin can automatically group instances by tag, region, or instance type using options like `filters:` and `keyed_groups:`. Plugin-based inventory is generally preferred when working with cloud providers due to their reliability, feature completeness, and compatibility with caching and variable grouping. Understanding both script-based and plugin-based models allows engineers to choose the most appropriate method depending on their operational context. Additionally, organizations often use hybrid models where plugins handle cloud platforms while script-based logic supports legacy systems. This dual approach ensures flexibility while maintaining standardization across automation workflows.</a:t>
            </a:r>
          </a:p>
        </p:txBody>
      </p:sp>
      <p:sp>
        <p:nvSpPr>
          <p:cNvPr id="4" name="Slide Number Placeholder 3"/>
          <p:cNvSpPr>
            <a:spLocks noGrp="1"/>
          </p:cNvSpPr>
          <p:nvPr>
            <p:ph type="sldNum" sz="quarter" idx="5"/>
          </p:nvPr>
        </p:nvSpPr>
        <p:spPr/>
        <p:txBody>
          <a:bodyPr/>
          <a:lstStyle/>
          <a:p>
            <a:fld id="{1B70C4C8-DC5F-48B3-AB57-DBFF07391F66}" type="slidenum">
              <a:t>5</a:t>
            </a:fld>
            <a:endParaRPr lang="en-US"/>
          </a:p>
        </p:txBody>
      </p:sp>
    </p:spTree>
    <p:extLst>
      <p:ext uri="{BB962C8B-B14F-4D97-AF65-F5344CB8AC3E}">
        <p14:creationId xmlns:p14="http://schemas.microsoft.com/office/powerpoint/2010/main" val="2515558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functional dynamic inventory source in Ansible—whether script or plugin—must adhere to specific requirements to ensure compatibility with Ansible Core. First, if using a script, it must be executable on the target controller machine and capable of handling two command-line inputs: `--list` and `--host &lt;hostname&gt;`. When invoked with `--list`, the script must return a JSON dictionary containing all host groups, hosts, and a special `_meta` section containing host variables for improved performance. The `_meta.hostvars` structure enables Ansible to load host variables without additional calls to the inventory source, drastically reducing execution time for large environments. When invoked with `--host`, the script must return host-specific variables in a JSON dictionary. Plugins follow a similar structure but rely on YAML configuration files to determine connection parameters, filters, cache settings, and grouping rules. Beyond structural requirements, dynamic inventory sources should follow best practices such as consistent error handling, returning only valid JSON to stdout, and sending error logs exclusively to stderr or external log files. For scalability, they should avoid excessive API calls and use caching where possible. For example, querying a cloud provider’s API for each playbook run without caching can significantly slow down automation, particularly in large accounts with thousands of instances. Proper use of `_meta`, caching, and efficient logic ensures that even environments with hundreds or thousands of hosts perform optimally when used as dynamic inventory sources.</a:t>
            </a:r>
          </a:p>
        </p:txBody>
      </p:sp>
      <p:sp>
        <p:nvSpPr>
          <p:cNvPr id="4" name="Slide Number Placeholder 3"/>
          <p:cNvSpPr>
            <a:spLocks noGrp="1"/>
          </p:cNvSpPr>
          <p:nvPr>
            <p:ph type="sldNum" sz="quarter" idx="5"/>
          </p:nvPr>
        </p:nvSpPr>
        <p:spPr/>
        <p:txBody>
          <a:bodyPr/>
          <a:lstStyle/>
          <a:p>
            <a:fld id="{1B70C4C8-DC5F-48B3-AB57-DBFF07391F66}" type="slidenum">
              <a:t>6</a:t>
            </a:fld>
            <a:endParaRPr lang="en-US"/>
          </a:p>
        </p:txBody>
      </p:sp>
    </p:spTree>
    <p:extLst>
      <p:ext uri="{BB962C8B-B14F-4D97-AF65-F5344CB8AC3E}">
        <p14:creationId xmlns:p14="http://schemas.microsoft.com/office/powerpoint/2010/main" val="4223862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70C4C8-DC5F-48B3-AB57-DBFF07391F66}" type="slidenum">
              <a:t>7</a:t>
            </a:fld>
            <a:endParaRPr lang="en-US"/>
          </a:p>
        </p:txBody>
      </p:sp>
    </p:spTree>
    <p:extLst>
      <p:ext uri="{BB962C8B-B14F-4D97-AF65-F5344CB8AC3E}">
        <p14:creationId xmlns:p14="http://schemas.microsoft.com/office/powerpoint/2010/main" val="1439187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Python-based dynamic inventory script offers fine-grained control and is ideal for scenarios where automation must integrate with custom data sources. A well-designed script uses the `argparse` module to process the `--list` and `--host` arguments, the `json` module to output valid JSON, and structured logging mechanisms to track operations. For example, a script may set up a logging handler that writes to `/var/tmp/ansible_dynamic_inventory.log` with rotation settings to avoid large log files. Inside the script, host variables and groups are defined as dictionaries mapping hostnames to values. Fake hosts may be generated programmatically using list comprehensions to simulate large inventories and test performance. The script typically wraps logic in functions such as `build_full_inventory()` for handling the `--list` request and `build_hostvars(host)` for host-specific responses. Error handling is vital; no non-JSON output should appear on stdout, as this would break Ansible’s parsing. Instead, errors are logged and sent to stderr. This design ensures robustness while supporting scalability testing. For example, executing commands like `ansible all -i inventory.py --list-hosts` or `ansible -i inventory.py -m ping -o` validates both the structure and responsiveness of the script. The addition of fake hosts allows teams to perform real-world performance tests, measuring response times and verifying that the use of `_meta` improves speed dramatically in large inventories. This scripted approach also supports complex host group generation logic, making it suitable for heterogeneous or hybrid environments.</a:t>
            </a:r>
          </a:p>
        </p:txBody>
      </p:sp>
      <p:sp>
        <p:nvSpPr>
          <p:cNvPr id="4" name="Slide Number Placeholder 3"/>
          <p:cNvSpPr>
            <a:spLocks noGrp="1"/>
          </p:cNvSpPr>
          <p:nvPr>
            <p:ph type="sldNum" sz="quarter" idx="5"/>
          </p:nvPr>
        </p:nvSpPr>
        <p:spPr/>
        <p:txBody>
          <a:bodyPr/>
          <a:lstStyle/>
          <a:p>
            <a:fld id="{1B70C4C8-DC5F-48B3-AB57-DBFF07391F66}" type="slidenum">
              <a:t>8</a:t>
            </a:fld>
            <a:endParaRPr lang="en-US"/>
          </a:p>
        </p:txBody>
      </p:sp>
    </p:spTree>
    <p:extLst>
      <p:ext uri="{BB962C8B-B14F-4D97-AF65-F5344CB8AC3E}">
        <p14:creationId xmlns:p14="http://schemas.microsoft.com/office/powerpoint/2010/main" val="95839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Dynamic inventory performance depends heavily on two mechanisms: `_meta.hostvars` and inventory caching. The `_meta.hostvars` section contains all host-specific variables in a single dictionary, eliminating the need for Ansible to re-invoke the inventory source for each host lookup. In large environments, this can reduce execution time by several seconds or even minutes, especially when dozens or hundreds of hosts are involved. Script-based inventories benefit greatly from this approach, as each invocation of the script incurs overhead from both Python startup and any custom logic such as API calls. In addition to `_meta`, inventory caching can be configured in `ansible.cfg` using settings such as `cache=True`, `fact_caching=jsonfile`, and `cache_timeout=7200`. When enabled, Ansible stores inventory results in a local cache file, avoiding repeated dynamic queries unless the cache expires. Cloud inventory plugins like the AWS EC2 or Azure RM plugin particularly benefit from caching because they would otherwise make API calls during each playbook execution. This not only enhances performance but also reduces costs and API rate-limit issues. In production environments, combining caching with tag-based filtering ensures that automation runs efficiently while still incorporating up-to-date host information within acceptable time windows. Overall, using `_meta.hostvars` and caching together represents best practice in designing scalable, efficient dynamic inventory systems.</a:t>
            </a:r>
          </a:p>
        </p:txBody>
      </p:sp>
      <p:sp>
        <p:nvSpPr>
          <p:cNvPr id="4" name="Slide Number Placeholder 3"/>
          <p:cNvSpPr>
            <a:spLocks noGrp="1"/>
          </p:cNvSpPr>
          <p:nvPr>
            <p:ph type="sldNum" sz="quarter" idx="5"/>
          </p:nvPr>
        </p:nvSpPr>
        <p:spPr/>
        <p:txBody>
          <a:bodyPr/>
          <a:lstStyle/>
          <a:p>
            <a:fld id="{1B70C4C8-DC5F-48B3-AB57-DBFF07391F66}" type="slidenum">
              <a:t>9</a:t>
            </a:fld>
            <a:endParaRPr lang="en-US"/>
          </a:p>
        </p:txBody>
      </p:sp>
    </p:spTree>
    <p:extLst>
      <p:ext uri="{BB962C8B-B14F-4D97-AF65-F5344CB8AC3E}">
        <p14:creationId xmlns:p14="http://schemas.microsoft.com/office/powerpoint/2010/main" val="1037176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70C4C8-DC5F-48B3-AB57-DBFF07391F66}" type="slidenum">
              <a:t>10</a:t>
            </a:fld>
            <a:endParaRPr lang="en-US"/>
          </a:p>
        </p:txBody>
      </p:sp>
    </p:spTree>
    <p:extLst>
      <p:ext uri="{BB962C8B-B14F-4D97-AF65-F5344CB8AC3E}">
        <p14:creationId xmlns:p14="http://schemas.microsoft.com/office/powerpoint/2010/main" val="16871066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AWS EC2 dynamic inventory plugin is one of the most widely used inventory providers in cloud-based automation. It retrieves information about EC2 instances by querying the AWS API using credentials configured either through environment variables, credential files, or IAM roles. Configuration files written in YAML allow users to specify regions, filters, and grouping options. For instance, the plugin can automatically group hosts based on tags, availability zones, instance types, and security groups. Using filters such as `tag:Environment=Prod` enables fine-grained targeting without manually curating host lists. The plugin supports `keyed_groups`, allowing dynamic creation of host groups based on metadata—for example, grouping all instances by their operating system or by their application role. Engineers can visualize the resulting inventory using commands like `ansible-inventory -i aws_ec2.yaml --graph`, providing a clear hierarchy of groups and hosts. This approach is vital in real-world automation, where infrastructure changes frequently. For example, in an autoscaling environment where web servers scale up and down, the EC2 plugin ensures Ansible always targets the correct set of instances. This not only simplifies operational workflows but also enhances safety by preventing accidental execution against non-target hosts. By adopting plugin-based dynamic inventory, teams benefit from reduced maintenance, improved reliability, and better alignment with cloud-native operational models.</a:t>
            </a:r>
          </a:p>
        </p:txBody>
      </p:sp>
      <p:sp>
        <p:nvSpPr>
          <p:cNvPr id="4" name="Slide Number Placeholder 3"/>
          <p:cNvSpPr>
            <a:spLocks noGrp="1"/>
          </p:cNvSpPr>
          <p:nvPr>
            <p:ph type="sldNum" sz="quarter" idx="5"/>
          </p:nvPr>
        </p:nvSpPr>
        <p:spPr/>
        <p:txBody>
          <a:bodyPr/>
          <a:lstStyle/>
          <a:p>
            <a:fld id="{1B70C4C8-DC5F-48B3-AB57-DBFF07391F66}" type="slidenum">
              <a:t>11</a:t>
            </a:fld>
            <a:endParaRPr lang="en-US"/>
          </a:p>
        </p:txBody>
      </p:sp>
    </p:spTree>
    <p:extLst>
      <p:ext uri="{BB962C8B-B14F-4D97-AF65-F5344CB8AC3E}">
        <p14:creationId xmlns:p14="http://schemas.microsoft.com/office/powerpoint/2010/main" val="26029268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practical real-world use case for dynamic inventory is the automation of production web servers in a cloud environment using tags and grouping. Consider an AWS setup where all production web servers are tagged with `Environment=Prod` and `Role=WebServer`. With dynamic inventory configured, Ansible can automatically discover these instances without requiring human intervention. A playbook can then be executed targeting this tag-defined group—such as applying security patches, updating configuration files, or performing compliance checks. This automation workflow eliminates the risk associated with maintaining static inventories, which often become outdated as servers are added, removed, or replaced. It also supports multi-step automation pipelines, where one stage detects infrastructure state and another consumes the updated inventory to orchestrate actions. A typical automation process might involve running `ansible-playbook -i aws_ec2.yaml site.yaml --limit tag_Role_WebServer`, ensuring only the intended hosts receive updates. This method is also highly effective in blue-green deployments, canary releases, and rolling updates, where subsets of servers must be targeted precisely. Additionally, using cloud-specific metadata such as AMI IDs, lifecycle states, or subnet locations allows deeper granularity and safer automation. Across enterprise environments, such dynamic behavior is essential to maintain scale, speed, and operational consistency.</a:t>
            </a:r>
          </a:p>
        </p:txBody>
      </p:sp>
      <p:sp>
        <p:nvSpPr>
          <p:cNvPr id="4" name="Slide Number Placeholder 3"/>
          <p:cNvSpPr>
            <a:spLocks noGrp="1"/>
          </p:cNvSpPr>
          <p:nvPr>
            <p:ph type="sldNum" sz="quarter" idx="5"/>
          </p:nvPr>
        </p:nvSpPr>
        <p:spPr/>
        <p:txBody>
          <a:bodyPr/>
          <a:lstStyle/>
          <a:p>
            <a:fld id="{1B70C4C8-DC5F-48B3-AB57-DBFF07391F66}" type="slidenum">
              <a:t>12</a:t>
            </a:fld>
            <a:endParaRPr lang="en-US"/>
          </a:p>
        </p:txBody>
      </p:sp>
    </p:spTree>
    <p:extLst>
      <p:ext uri="{BB962C8B-B14F-4D97-AF65-F5344CB8AC3E}">
        <p14:creationId xmlns:p14="http://schemas.microsoft.com/office/powerpoint/2010/main" val="371746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70C4C8-DC5F-48B3-AB57-DBFF07391F66}" type="slidenum">
              <a:t>13</a:t>
            </a:fld>
            <a:endParaRPr lang="en-US"/>
          </a:p>
        </p:txBody>
      </p:sp>
    </p:spTree>
    <p:extLst>
      <p:ext uri="{BB962C8B-B14F-4D97-AF65-F5344CB8AC3E}">
        <p14:creationId xmlns:p14="http://schemas.microsoft.com/office/powerpoint/2010/main" val="21332027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Effective error handling and validation are essential to ensuring that dynamic inventory behaves reliably and consistently during automation workflows. For script-based inventories, the script must always return valid JSON to stdout, as any extraneous output can cause Ansible to fail with parsing errors. Logging should be implemented using structured logging frameworks, writing to dedicated log files rather than printing debug output directly. Error messages and tracebacks must go to stderr, preserving stdout exclusively for JSON output. The script should also exit with appropriate return codes—zero for success and non-zero when encountering errors. Validation tools such as `ansible-inventory --validate` can be used to test syntax, structure, and variable consistency before running playbooks. This helps catch issues like missing group definitions or incorrectly formatted JSON output. For plugin-based inventories, misconfigured filters or invalid credentials are common causes of failure, making pre-validation crucial. Additionally, rate limits from cloud providers can lead to transient API errors, so implementing caching and retry strategies is recommended. Beyond error handling, dynamic inventories must be designed for idempotency, ensuring that repeated calls produce consistent output unless infrastructure changes. This consistency is critical for predictable automation outcomes, especially in CI/CD pipelines or large-scale deployments.</a:t>
            </a:r>
          </a:p>
        </p:txBody>
      </p:sp>
      <p:sp>
        <p:nvSpPr>
          <p:cNvPr id="4" name="Slide Number Placeholder 3"/>
          <p:cNvSpPr>
            <a:spLocks noGrp="1"/>
          </p:cNvSpPr>
          <p:nvPr>
            <p:ph type="sldNum" sz="quarter" idx="5"/>
          </p:nvPr>
        </p:nvSpPr>
        <p:spPr/>
        <p:txBody>
          <a:bodyPr/>
          <a:lstStyle/>
          <a:p>
            <a:fld id="{1B70C4C8-DC5F-48B3-AB57-DBFF07391F66}" type="slidenum">
              <a:t>14</a:t>
            </a:fld>
            <a:endParaRPr lang="en-US"/>
          </a:p>
        </p:txBody>
      </p:sp>
    </p:spTree>
    <p:extLst>
      <p:ext uri="{BB962C8B-B14F-4D97-AF65-F5344CB8AC3E}">
        <p14:creationId xmlns:p14="http://schemas.microsoft.com/office/powerpoint/2010/main" val="7511294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and Practical Workflow for AutomateOps</a:t>
            </a:r>
          </a:p>
        </p:txBody>
      </p:sp>
      <p:sp>
        <p:nvSpPr>
          <p:cNvPr id="4" name="Slide Number Placeholder 3"/>
          <p:cNvSpPr>
            <a:spLocks noGrp="1"/>
          </p:cNvSpPr>
          <p:nvPr>
            <p:ph type="sldNum" sz="quarter" idx="5"/>
          </p:nvPr>
        </p:nvSpPr>
        <p:spPr/>
        <p:txBody>
          <a:bodyPr/>
          <a:lstStyle/>
          <a:p>
            <a:fld id="{1B70C4C8-DC5F-48B3-AB57-DBFF07391F66}" type="slidenum">
              <a:t>15</a:t>
            </a:fld>
            <a:endParaRPr lang="en-US"/>
          </a:p>
        </p:txBody>
      </p:sp>
    </p:spTree>
    <p:extLst>
      <p:ext uri="{BB962C8B-B14F-4D97-AF65-F5344CB8AC3E}">
        <p14:creationId xmlns:p14="http://schemas.microsoft.com/office/powerpoint/2010/main" val="1587152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An end-to-end dynamic inventory workflow integrates multiple concepts, including data sourcing, script or plugin configuration, performance optimization, validation, and automation execution. A typical workflow for AutomateOps training would begin with creating a Python-based dynamic inventory script to teach foundational concepts such as handling `--list` and `--host`, building JSON structures, and logging operations. Next, students would test the script using commands like `ansible all -i inventory.py --list-hosts` and run playbooks against the resulting dynamic inventory. Once fundamentals are mastered, training would shift to plugin-based cloud inventories, such as AWS EC2, where learners configure filters, grouping logic, and caching to enable large-scale cloud automation. Students would then explore performance techniques such as `_meta.hostvars` and enabling caching in `ansible.cfg` to understand scalability considerations. Finally, real-world automation exercises—such as patching production web servers, collecting host facts, or orchestrating updates—tie together all aspects of dynamic inventory. This comprehensive workflow equips practitioners with the knowledge and skills needed to manage modern, cloud-native environments effectively. By following best practices and leveraging dynamic inventory capabilities, AutomateOps teams can ensure accurate targeting, reduced manual effort, and increased automation reliability across infrastructure lifecycles.</a:t>
            </a:r>
          </a:p>
        </p:txBody>
      </p:sp>
      <p:sp>
        <p:nvSpPr>
          <p:cNvPr id="4" name="Slide Number Placeholder 3"/>
          <p:cNvSpPr>
            <a:spLocks noGrp="1"/>
          </p:cNvSpPr>
          <p:nvPr>
            <p:ph type="sldNum" sz="quarter" idx="5"/>
          </p:nvPr>
        </p:nvSpPr>
        <p:spPr/>
        <p:txBody>
          <a:bodyPr/>
          <a:lstStyle/>
          <a:p>
            <a:fld id="{1B70C4C8-DC5F-48B3-AB57-DBFF07391F66}" type="slidenum">
              <a:t>16</a:t>
            </a:fld>
            <a:endParaRPr lang="en-US"/>
          </a:p>
        </p:txBody>
      </p:sp>
    </p:spTree>
    <p:extLst>
      <p:ext uri="{BB962C8B-B14F-4D97-AF65-F5344CB8AC3E}">
        <p14:creationId xmlns:p14="http://schemas.microsoft.com/office/powerpoint/2010/main" val="21275855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DD6F49-EBB7-4CCF-97A8-E526BB28BB69}" type="slidenum">
              <a:rPr lang="en-US" smtClean="0"/>
              <a:t>17</a:t>
            </a:fld>
            <a:endParaRPr lang="en-US" dirty="0"/>
          </a:p>
        </p:txBody>
      </p:sp>
    </p:spTree>
    <p:extLst>
      <p:ext uri="{BB962C8B-B14F-4D97-AF65-F5344CB8AC3E}">
        <p14:creationId xmlns:p14="http://schemas.microsoft.com/office/powerpoint/2010/main" val="41536319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02336" y="731407"/>
            <a:ext cx="6480450" cy="3038878"/>
          </a:xfrm>
        </p:spPr>
        <p:txBody>
          <a:bodyPr anchor="t">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315" y="5264528"/>
            <a:ext cx="6577526" cy="1001354"/>
          </a:xfrm>
        </p:spPr>
        <p:txBody>
          <a:bodyPr anchor="ctr">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26780" y="6426091"/>
            <a:ext cx="4357544" cy="365125"/>
          </a:xfrm>
        </p:spPr>
        <p:txBody>
          <a:body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a:xfrm>
            <a:off x="4932188" y="6426091"/>
            <a:ext cx="1431447" cy="365125"/>
          </a:xfrm>
        </p:spPr>
        <p:txBody>
          <a:bodyPr/>
          <a:lstStyle/>
          <a:p>
            <a:fld id="{395357C0-6E0D-46EB-9F8F-43803F348F24}" type="datetime1">
              <a:rPr lang="en-US" smtClean="0"/>
              <a:t>2/7/2026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a:xfrm>
            <a:off x="6382685" y="6426091"/>
            <a:ext cx="603114" cy="365125"/>
          </a:xfrm>
        </p:spPr>
        <p:txBody>
          <a:bodyPr/>
          <a:lstStyle/>
          <a:p>
            <a:fld id="{DD84031F-D6BF-4677-B12E-7D8B88BA70F7}" type="slidenum">
              <a:rPr lang="en-US" smtClean="0"/>
              <a:t>‹#›</a:t>
            </a:fld>
            <a:endParaRPr lang="en-US" dirty="0"/>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7620000" y="0"/>
            <a:ext cx="4571999"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cxnSp>
        <p:nvCxnSpPr>
          <p:cNvPr id="10" name="Straight Connector 9">
            <a:extLst>
              <a:ext uri="{FF2B5EF4-FFF2-40B4-BE49-F238E27FC236}">
                <a16:creationId xmlns:a16="http://schemas.microsoft.com/office/drawing/2014/main" id="{5022CE8C-DC47-AF8A-A37E-C04D364B8D63}"/>
              </a:ext>
            </a:extLst>
          </p:cNvPr>
          <p:cNvCxnSpPr>
            <a:cxnSpLocks/>
          </p:cNvCxnSpPr>
          <p:nvPr/>
        </p:nvCxnSpPr>
        <p:spPr>
          <a:xfrm>
            <a:off x="533400" y="6324773"/>
            <a:ext cx="648045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35A6ADE-4FF0-6E84-4D25-A3E7A481303D}"/>
              </a:ext>
            </a:extLst>
          </p:cNvPr>
          <p:cNvCxnSpPr>
            <a:cxnSpLocks/>
          </p:cNvCxnSpPr>
          <p:nvPr/>
        </p:nvCxnSpPr>
        <p:spPr>
          <a:xfrm>
            <a:off x="533400" y="5184424"/>
            <a:ext cx="646050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B306735-74E7-C788-FB5F-7BC551ED5CDD}"/>
              </a:ext>
            </a:extLst>
          </p:cNvPr>
          <p:cNvCxnSpPr>
            <a:cxnSpLocks/>
          </p:cNvCxnSpPr>
          <p:nvPr/>
        </p:nvCxnSpPr>
        <p:spPr>
          <a:xfrm>
            <a:off x="533400" y="512722"/>
            <a:ext cx="6456409" cy="0"/>
          </a:xfrm>
          <a:prstGeom prst="line">
            <a:avLst/>
          </a:prstGeom>
          <a:ln w="476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73085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9679" y="332308"/>
            <a:ext cx="11253667" cy="909921"/>
          </a:xfrm>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02336" y="1488931"/>
            <a:ext cx="11253668" cy="4700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C889C35-F31B-4EAB-A4E6-687A63844314}"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534316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AAFFBF3-C898-85FC-D25A-592E29515C23}"/>
              </a:ext>
            </a:extLst>
          </p:cNvPr>
          <p:cNvSpPr>
            <a:spLocks noGrp="1"/>
          </p:cNvSpPr>
          <p:nvPr>
            <p:ph type="pic" sz="quarter" idx="13" hasCustomPrompt="1"/>
          </p:nvPr>
        </p:nvSpPr>
        <p:spPr>
          <a:xfrm>
            <a:off x="0" y="0"/>
            <a:ext cx="12192000" cy="6858000"/>
          </a:xfrm>
          <a:custGeom>
            <a:avLst/>
            <a:gdLst>
              <a:gd name="connsiteX0" fmla="*/ 510023 w 12192000"/>
              <a:gd name="connsiteY0" fmla="*/ 505353 h 6858000"/>
              <a:gd name="connsiteX1" fmla="*/ 510023 w 12192000"/>
              <a:gd name="connsiteY1" fmla="*/ 6352647 h 6858000"/>
              <a:gd name="connsiteX2" fmla="*/ 5415398 w 12192000"/>
              <a:gd name="connsiteY2" fmla="*/ 6352647 h 6858000"/>
              <a:gd name="connsiteX3" fmla="*/ 5415398 w 12192000"/>
              <a:gd name="connsiteY3" fmla="*/ 505353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10023" y="505353"/>
                </a:moveTo>
                <a:lnTo>
                  <a:pt x="510023" y="6352647"/>
                </a:lnTo>
                <a:lnTo>
                  <a:pt x="5415398" y="6352647"/>
                </a:lnTo>
                <a:lnTo>
                  <a:pt x="5415398" y="505353"/>
                </a:lnTo>
                <a:close/>
                <a:moveTo>
                  <a:pt x="0" y="0"/>
                </a:moveTo>
                <a:lnTo>
                  <a:pt x="12192000" y="0"/>
                </a:lnTo>
                <a:lnTo>
                  <a:pt x="12192000" y="6858000"/>
                </a:lnTo>
                <a:lnTo>
                  <a:pt x="0" y="6858000"/>
                </a:lnTo>
                <a:close/>
              </a:path>
            </a:pathLst>
          </a:custGeom>
          <a:blipFill>
            <a:blip r:embed="rId2">
              <a:alphaModFix amt="70000"/>
            </a:blip>
            <a:stretch>
              <a:fillRect/>
            </a:stretch>
          </a:blipFill>
          <a:effectLst>
            <a:innerShdw blurRad="215900" dist="25400" dir="13500000">
              <a:prstClr val="black">
                <a:alpha val="15000"/>
              </a:prstClr>
            </a:innerShdw>
          </a:effectLst>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39297" y="1136691"/>
            <a:ext cx="4135970" cy="3038878"/>
          </a:xfrm>
        </p:spPr>
        <p:txBody>
          <a:bodyPr anchor="t">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42093" y="5282217"/>
            <a:ext cx="4136599" cy="94714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02336" y="6426091"/>
            <a:ext cx="3877552" cy="365125"/>
          </a:xfrm>
        </p:spPr>
        <p:txBody>
          <a:bodyPr/>
          <a:lstStyle>
            <a:lvl1pPr>
              <a:defRPr>
                <a:solidFill>
                  <a:schemeClr val="bg1">
                    <a:alpha val="60000"/>
                  </a:schemeClr>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AAD51419-3F0D-4A1E-BC8B-A018756B4625}" type="datetime1">
              <a:rPr lang="en-US" smtClean="0"/>
              <a:t>2/7/2026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944438" y="5162641"/>
            <a:ext cx="403082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2BEF2C1-7030-5074-0586-5EBAF7D59A33}"/>
              </a:ext>
            </a:extLst>
          </p:cNvPr>
          <p:cNvCxnSpPr>
            <a:cxnSpLocks/>
          </p:cNvCxnSpPr>
          <p:nvPr/>
        </p:nvCxnSpPr>
        <p:spPr>
          <a:xfrm>
            <a:off x="944438" y="904533"/>
            <a:ext cx="4036971" cy="0"/>
          </a:xfrm>
          <a:prstGeom prst="line">
            <a:avLst/>
          </a:prstGeom>
          <a:ln w="4445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557031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1F847F0-1D67-5F49-6571-5F248F11275B}"/>
              </a:ext>
            </a:extLst>
          </p:cNvPr>
          <p:cNvCxnSpPr>
            <a:cxnSpLocks/>
          </p:cNvCxnSpPr>
          <p:nvPr/>
        </p:nvCxnSpPr>
        <p:spPr>
          <a:xfrm>
            <a:off x="8173214" y="530425"/>
            <a:ext cx="3485386" cy="0"/>
          </a:xfrm>
          <a:prstGeom prst="line">
            <a:avLst/>
          </a:prstGeom>
          <a:ln w="412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8173214" y="5498461"/>
            <a:ext cx="348538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043968" y="768351"/>
            <a:ext cx="3685656" cy="2843527"/>
          </a:xfrm>
        </p:spPr>
        <p:txBody>
          <a:bodyPr anchor="t">
            <a:normAutofit/>
          </a:bodyPr>
          <a:lstStyle>
            <a:lvl1pPr>
              <a:defRPr sz="4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7605681"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073978" y="5681133"/>
            <a:ext cx="3655646" cy="664191"/>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1" name="Footer Placeholder 10">
            <a:extLst>
              <a:ext uri="{FF2B5EF4-FFF2-40B4-BE49-F238E27FC236}">
                <a16:creationId xmlns:a16="http://schemas.microsoft.com/office/drawing/2014/main" id="{E2571521-DF5C-DF9C-1A62-5F1513FC610C}"/>
              </a:ext>
            </a:extLst>
          </p:cNvPr>
          <p:cNvSpPr>
            <a:spLocks noGrp="1"/>
          </p:cNvSpPr>
          <p:nvPr>
            <p:ph type="ftr" sz="quarter" idx="15"/>
          </p:nvPr>
        </p:nvSpPr>
        <p:spPr>
          <a:xfrm>
            <a:off x="8073978" y="6426091"/>
            <a:ext cx="2295058" cy="365125"/>
          </a:xfrm>
        </p:spPr>
        <p:txBody>
          <a:bodyPr/>
          <a:lstStyle/>
          <a:p>
            <a:r>
              <a:rPr lang="en-US" dirty="0"/>
              <a:t>Sample Footer Text</a:t>
            </a:r>
          </a:p>
        </p:txBody>
      </p:sp>
      <p:sp>
        <p:nvSpPr>
          <p:cNvPr id="10" name="Date Placeholder 9">
            <a:extLst>
              <a:ext uri="{FF2B5EF4-FFF2-40B4-BE49-F238E27FC236}">
                <a16:creationId xmlns:a16="http://schemas.microsoft.com/office/drawing/2014/main" id="{1135B836-FBFB-89F8-B972-11036B55F5CF}"/>
              </a:ext>
            </a:extLst>
          </p:cNvPr>
          <p:cNvSpPr>
            <a:spLocks noGrp="1"/>
          </p:cNvSpPr>
          <p:nvPr>
            <p:ph type="dt" sz="half" idx="14"/>
          </p:nvPr>
        </p:nvSpPr>
        <p:spPr>
          <a:xfrm>
            <a:off x="10298013" y="6426091"/>
            <a:ext cx="875825" cy="365125"/>
          </a:xfrm>
        </p:spPr>
        <p:txBody>
          <a:bodyPr/>
          <a:lstStyle/>
          <a:p>
            <a:fld id="{DB416C6F-BD23-48A3-9D04-6B6FEC3702B5}" type="datetime1">
              <a:rPr lang="en-US" smtClean="0"/>
              <a:t>2/7/2026</a:t>
            </a:fld>
            <a:endParaRPr lang="en-US"/>
          </a:p>
        </p:txBody>
      </p:sp>
      <p:sp>
        <p:nvSpPr>
          <p:cNvPr id="12" name="Slide Number Placeholder 11">
            <a:extLst>
              <a:ext uri="{FF2B5EF4-FFF2-40B4-BE49-F238E27FC236}">
                <a16:creationId xmlns:a16="http://schemas.microsoft.com/office/drawing/2014/main" id="{50AD8387-A9F9-E9E2-1138-08C0AA495719}"/>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52039840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29901" y="5056743"/>
            <a:ext cx="11339400" cy="966902"/>
          </a:xfrm>
        </p:spPr>
        <p:txBody>
          <a:bodyPr anchor="b">
            <a:normAutofit/>
          </a:bodyPr>
          <a:lstStyle>
            <a:lvl1pPr>
              <a:defRPr sz="4800">
                <a:solidFill>
                  <a:schemeClr val="tx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12192000" cy="493091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902" y="5979576"/>
            <a:ext cx="11339400" cy="36512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8" name="Footer Placeholder 7">
            <a:extLst>
              <a:ext uri="{FF2B5EF4-FFF2-40B4-BE49-F238E27FC236}">
                <a16:creationId xmlns:a16="http://schemas.microsoft.com/office/drawing/2014/main" id="{3F256503-7989-932D-DE04-B424AC0B97DF}"/>
              </a:ext>
            </a:extLst>
          </p:cNvPr>
          <p:cNvSpPr>
            <a:spLocks noGrp="1"/>
          </p:cNvSpPr>
          <p:nvPr>
            <p:ph type="ftr" sz="quarter" idx="15"/>
          </p:nvPr>
        </p:nvSpPr>
        <p:spPr/>
        <p:txBody>
          <a:bodyPr/>
          <a:lstStyle/>
          <a:p>
            <a:r>
              <a:rPr lang="en-US"/>
              <a:t>Sample Footer Text</a:t>
            </a:r>
          </a:p>
        </p:txBody>
      </p:sp>
      <p:sp>
        <p:nvSpPr>
          <p:cNvPr id="7" name="Date Placeholder 6">
            <a:extLst>
              <a:ext uri="{FF2B5EF4-FFF2-40B4-BE49-F238E27FC236}">
                <a16:creationId xmlns:a16="http://schemas.microsoft.com/office/drawing/2014/main" id="{623E99C9-C336-E83E-56A6-D68659547CAF}"/>
              </a:ext>
            </a:extLst>
          </p:cNvPr>
          <p:cNvSpPr>
            <a:spLocks noGrp="1"/>
          </p:cNvSpPr>
          <p:nvPr>
            <p:ph type="dt" sz="half" idx="14"/>
          </p:nvPr>
        </p:nvSpPr>
        <p:spPr/>
        <p:txBody>
          <a:bodyPr/>
          <a:lstStyle/>
          <a:p>
            <a:fld id="{C135F28A-0986-4E7B-B35D-341D39FBD191}" type="datetime1">
              <a:rPr lang="en-US" smtClean="0"/>
              <a:t>2/7/2026</a:t>
            </a:fld>
            <a:endParaRPr lang="en-US"/>
          </a:p>
        </p:txBody>
      </p:sp>
      <p:sp>
        <p:nvSpPr>
          <p:cNvPr id="10" name="Slide Number Placeholder 9">
            <a:extLst>
              <a:ext uri="{FF2B5EF4-FFF2-40B4-BE49-F238E27FC236}">
                <a16:creationId xmlns:a16="http://schemas.microsoft.com/office/drawing/2014/main" id="{757A77FC-B384-BD30-0961-237F594F200F}"/>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066283902"/>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19238" y="398050"/>
            <a:ext cx="9635668" cy="3671398"/>
          </a:xfrm>
        </p:spPr>
        <p:txBody>
          <a:bodyPr vert="horz" lIns="91440" tIns="45720" rIns="91440" bIns="45720" rtlCol="0" anchor="t">
            <a:normAutofit/>
          </a:bodyPr>
          <a:lstStyle>
            <a:lvl1pPr>
              <a:defRPr lang="en-US" sz="66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2322" y="5669280"/>
            <a:ext cx="9620300" cy="756807"/>
          </a:xfr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DD9686BE-81E0-4285-A95D-6934CDF6209E}" type="datetime1">
              <a:rPr lang="en-US" smtClean="0"/>
              <a:t>2/7/2026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46EBC7DB-A84C-6AE6-0446-4E466A133069}"/>
              </a:ext>
            </a:extLst>
          </p:cNvPr>
          <p:cNvCxnSpPr>
            <a:cxnSpLocks/>
          </p:cNvCxnSpPr>
          <p:nvPr/>
        </p:nvCxnSpPr>
        <p:spPr>
          <a:xfrm>
            <a:off x="530352" y="5498461"/>
            <a:ext cx="11124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93275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455113"/>
          </a:xfrm>
        </p:spPr>
        <p:txBody>
          <a:bodyPr vert="horz" lIns="91440" tIns="45720" rIns="91440" bIns="45720" rtlCol="0" anchor="t">
            <a:normAutofit/>
          </a:bodyPr>
          <a:lstStyle>
            <a:lvl1pPr>
              <a:defRPr lang="en-US" sz="8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29428" y="5271844"/>
            <a:ext cx="9613065" cy="1001356"/>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EB464E07-DAE2-4D6D-BDD9-1CE7637F446D}" type="datetime1">
              <a:rPr lang="en-US" smtClean="0"/>
              <a:t>2/7/2026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2" name="Straight Connector 11">
            <a:extLst>
              <a:ext uri="{FF2B5EF4-FFF2-40B4-BE49-F238E27FC236}">
                <a16:creationId xmlns:a16="http://schemas.microsoft.com/office/drawing/2014/main" id="{D4CDCB79-1025-8102-1BC6-378AB173CBFF}"/>
              </a:ext>
            </a:extLst>
          </p:cNvPr>
          <p:cNvCxnSpPr>
            <a:cxnSpLocks/>
          </p:cNvCxnSpPr>
          <p:nvPr/>
        </p:nvCxnSpPr>
        <p:spPr>
          <a:xfrm>
            <a:off x="533400" y="5184424"/>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EF23CAD-F5FD-3FB3-B413-1F54592B07E7}"/>
              </a:ext>
            </a:extLst>
          </p:cNvPr>
          <p:cNvCxnSpPr>
            <a:cxnSpLocks/>
          </p:cNvCxnSpPr>
          <p:nvPr/>
        </p:nvCxnSpPr>
        <p:spPr>
          <a:xfrm>
            <a:off x="533400" y="63246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575217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528339"/>
          </a:xfrm>
        </p:spPr>
        <p:txBody>
          <a:bodyPr vert="horz" lIns="91440" tIns="45720" rIns="91440" bIns="45720" rtlCol="0" anchor="t">
            <a:normAutofit/>
          </a:bodyPr>
          <a:lstStyle>
            <a:lvl1pPr>
              <a:defRPr lang="en-US" sz="8800" dirty="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4857" y="5184425"/>
            <a:ext cx="10575756" cy="1153220"/>
          </a:xfrm>
        </p:spPr>
        <p:txBody>
          <a:bodyPr vert="horz" lIns="91440" tIns="45720" rIns="91440" bIns="45720" rtlCol="0" anchor="ctr">
            <a:normAutofit/>
          </a:bodyPr>
          <a:lstStyle>
            <a:lvl1pPr marL="0" indent="0">
              <a:buNone/>
              <a:defRPr lang="en-US"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1"/>
                </a:solidFill>
              </a:defRPr>
            </a:lvl1pPr>
          </a:lstStyle>
          <a:p>
            <a:fld id="{531D259D-9AB9-44BA-8FCD-FE201F91B5A0}" type="datetime1">
              <a:rPr lang="en-US" smtClean="0"/>
              <a:t>2/7/2026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3817982C-A325-8307-2486-3AD646261E04}"/>
              </a:ext>
            </a:extLst>
          </p:cNvPr>
          <p:cNvCxnSpPr>
            <a:cxnSpLocks/>
          </p:cNvCxnSpPr>
          <p:nvPr/>
        </p:nvCxnSpPr>
        <p:spPr>
          <a:xfrm>
            <a:off x="533400" y="533538"/>
            <a:ext cx="11127005" cy="0"/>
          </a:xfrm>
          <a:prstGeom prst="line">
            <a:avLst/>
          </a:prstGeom>
          <a:ln w="603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C02859D-9F11-5594-CFD3-C5FDE18CACB3}"/>
              </a:ext>
            </a:extLst>
          </p:cNvPr>
          <p:cNvCxnSpPr>
            <a:cxnSpLocks/>
          </p:cNvCxnSpPr>
          <p:nvPr/>
        </p:nvCxnSpPr>
        <p:spPr>
          <a:xfrm>
            <a:off x="533400" y="5169248"/>
            <a:ext cx="1112700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0AD802-2887-3310-1453-789DB76F58DF}"/>
              </a:ext>
            </a:extLst>
          </p:cNvPr>
          <p:cNvCxnSpPr>
            <a:cxnSpLocks/>
          </p:cNvCxnSpPr>
          <p:nvPr/>
        </p:nvCxnSpPr>
        <p:spPr>
          <a:xfrm>
            <a:off x="533400" y="6330811"/>
            <a:ext cx="1111994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637004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6997" y="3018408"/>
            <a:ext cx="8961120" cy="3247475"/>
          </a:xfrm>
        </p:spPr>
        <p:txBody>
          <a:bodyPr anchor="b">
            <a:normAutofit/>
          </a:bodyPr>
          <a:lstStyle>
            <a:lvl1pPr>
              <a:defRPr sz="66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74EB0658-C877-4D58-A83B-07BEE0E4C7B4}" type="datetime1">
              <a:rPr lang="en-US" smtClean="0"/>
              <a:t>2/7/2026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6FD05DD5-DCB7-49C7-5E41-2DBD8B73D6D2}"/>
              </a:ext>
            </a:extLst>
          </p:cNvPr>
          <p:cNvCxnSpPr>
            <a:cxnSpLocks/>
          </p:cNvCxnSpPr>
          <p:nvPr/>
        </p:nvCxnSpPr>
        <p:spPr>
          <a:xfrm>
            <a:off x="530646" y="531958"/>
            <a:ext cx="11127954"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9FDA663-314D-CA26-DF41-CB3FDC0733F0}"/>
              </a:ext>
            </a:extLst>
          </p:cNvPr>
          <p:cNvCxnSpPr>
            <a:cxnSpLocks/>
          </p:cNvCxnSpPr>
          <p:nvPr/>
        </p:nvCxnSpPr>
        <p:spPr>
          <a:xfrm>
            <a:off x="533400" y="6324600"/>
            <a:ext cx="111252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0543190"/>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92851"/>
            <a:ext cx="7525512" cy="1882595"/>
          </a:xfrm>
        </p:spPr>
        <p:txBody>
          <a:bodyPr anchor="t">
            <a:normAutofit/>
          </a:bodyPr>
          <a:lstStyle>
            <a:lvl1pPr>
              <a:defRPr sz="66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4856" y="2502245"/>
            <a:ext cx="7492991" cy="3669956"/>
          </a:xfrm>
        </p:spPr>
        <p:txBody>
          <a:bodyPr vert="horz" lIns="91440" tIns="45720" rIns="91440" bIns="45720" rtlCol="0" anchor="t">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395056F1-F5E2-4ED8-9ED2-B4DCC32FE4B1}" type="datetime1">
              <a:rPr lang="en-US" smtClean="0"/>
              <a:t>2/7/2026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59437368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Agenda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401519"/>
            <a:ext cx="6516938" cy="2091068"/>
          </a:xfrm>
        </p:spPr>
        <p:txBody>
          <a:bodyPr anchor="t">
            <a:normAutofit/>
          </a:bodyPr>
          <a:lstStyle>
            <a:lvl1pPr>
              <a:defRPr sz="66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6526" y="2897442"/>
            <a:ext cx="6482747" cy="3279838"/>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02336" y="6426091"/>
            <a:ext cx="4303014"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4895850" y="6416667"/>
            <a:ext cx="1420310" cy="365125"/>
          </a:xfrm>
        </p:spPr>
        <p:txBody>
          <a:bodyPr/>
          <a:lstStyle/>
          <a:p>
            <a:fld id="{87333073-65C1-4CC7-BBE7-8F5A3AFB183B}" type="datetime1">
              <a:rPr lang="en-US" smtClean="0"/>
              <a:t>2/7/2026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316160" y="6416667"/>
            <a:ext cx="603114" cy="365125"/>
          </a:xfrm>
        </p:spPr>
        <p:txBody>
          <a:bodyPr/>
          <a:lstStyle/>
          <a:p>
            <a:fld id="{DD84031F-D6BF-4677-B12E-7D8B88BA70F7}" type="slidenum">
              <a:rPr lang="en-US" smtClean="0"/>
              <a:t>‹#›</a:t>
            </a:fld>
            <a:endParaRPr lang="en-US"/>
          </a:p>
        </p:txBody>
      </p:sp>
      <p:sp>
        <p:nvSpPr>
          <p:cNvPr id="8" name="Picture Placeholder 8">
            <a:extLst>
              <a:ext uri="{FF2B5EF4-FFF2-40B4-BE49-F238E27FC236}">
                <a16:creationId xmlns:a16="http://schemas.microsoft.com/office/drawing/2014/main" id="{FBFCD9F4-28CD-7877-8D0E-B6685E2A124F}"/>
              </a:ext>
            </a:extLst>
          </p:cNvPr>
          <p:cNvSpPr>
            <a:spLocks noGrp="1"/>
          </p:cNvSpPr>
          <p:nvPr>
            <p:ph type="pic" sz="quarter" idx="14" hasCustomPrompt="1"/>
          </p:nvPr>
        </p:nvSpPr>
        <p:spPr>
          <a:xfrm>
            <a:off x="7619999" y="0"/>
            <a:ext cx="4571999" cy="68579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0E6481B7-DF51-286F-B976-0777FDDAC524}"/>
              </a:ext>
            </a:extLst>
          </p:cNvPr>
          <p:cNvCxnSpPr>
            <a:cxnSpLocks/>
          </p:cNvCxnSpPr>
          <p:nvPr/>
        </p:nvCxnSpPr>
        <p:spPr>
          <a:xfrm>
            <a:off x="530352" y="2670800"/>
            <a:ext cx="6402856"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403411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380188"/>
            <a:ext cx="4688732" cy="2313195"/>
          </a:xfrm>
        </p:spPr>
        <p:txBody>
          <a:bodyPr anchor="t">
            <a:normAutofit/>
          </a:bodyPr>
          <a:lstStyle>
            <a:lvl1pPr>
              <a:defRPr sz="5400">
                <a:solidFill>
                  <a:schemeClr val="accent1"/>
                </a:solidFill>
              </a:defRPr>
            </a:lvl1pPr>
          </a:lstStyle>
          <a:p>
            <a:r>
              <a:rPr lang="en-US"/>
              <a:t>Click to edit Master title style</a:t>
            </a:r>
            <a:endParaRPr lang="en-US" dirty="0"/>
          </a:p>
        </p:txBody>
      </p:sp>
      <p:sp>
        <p:nvSpPr>
          <p:cNvPr id="8" name="Picture Placeholder 8">
            <a:extLst>
              <a:ext uri="{FF2B5EF4-FFF2-40B4-BE49-F238E27FC236}">
                <a16:creationId xmlns:a16="http://schemas.microsoft.com/office/drawing/2014/main" id="{E6BFF2B7-0DC8-E068-0F08-D1CF291F8EA2}"/>
              </a:ext>
            </a:extLst>
          </p:cNvPr>
          <p:cNvSpPr>
            <a:spLocks noGrp="1"/>
          </p:cNvSpPr>
          <p:nvPr>
            <p:ph type="pic" sz="quarter" idx="14" hasCustomPrompt="1"/>
          </p:nvPr>
        </p:nvSpPr>
        <p:spPr>
          <a:xfrm>
            <a:off x="0" y="0"/>
            <a:ext cx="12192000" cy="3041367"/>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38800" y="3363190"/>
            <a:ext cx="6029721" cy="2759316"/>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E872102-C255-4B2E-9A7E-2603C5FAD6D4}" type="datetime1">
              <a:rPr lang="en-US" smtClean="0"/>
              <a:t>2/7/2026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4981961-B802-677C-4957-E24CA14D5E6D}"/>
              </a:ext>
            </a:extLst>
          </p:cNvPr>
          <p:cNvCxnSpPr>
            <a:cxnSpLocks/>
          </p:cNvCxnSpPr>
          <p:nvPr/>
        </p:nvCxnSpPr>
        <p:spPr>
          <a:xfrm>
            <a:off x="533400" y="6324600"/>
            <a:ext cx="11125200"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9673271"/>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Content 2">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107B931-214A-9578-5A7A-FDEB9ADB5080}"/>
              </a:ext>
            </a:extLst>
          </p:cNvPr>
          <p:cNvCxnSpPr>
            <a:cxnSpLocks/>
          </p:cNvCxnSpPr>
          <p:nvPr/>
        </p:nvCxnSpPr>
        <p:spPr>
          <a:xfrm>
            <a:off x="3751277" y="2791386"/>
            <a:ext cx="4689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550862" y="1429789"/>
            <a:ext cx="5090277" cy="1196713"/>
          </a:xfrm>
        </p:spPr>
        <p:txBody>
          <a:bodyPr anchor="b"/>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676880" y="2999629"/>
            <a:ext cx="4838241" cy="219582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070A7D6-92E1-4CDF-BD2F-79F298197135}"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469396687"/>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Cont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1303089" y="1673352"/>
            <a:ext cx="3360352" cy="2324365"/>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673352"/>
            <a:ext cx="5785132" cy="29187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FBEE3B3-6EA8-4914-BDAC-89234BD2AD09}"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45987"/>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249717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Content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1399734"/>
            <a:ext cx="4136461" cy="2918754"/>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398419"/>
            <a:ext cx="625002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2BB48EB-6AF5-4207-A153-D1AA963F0AC1}"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2906"/>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077197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694944"/>
            <a:ext cx="3334120" cy="2734056"/>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9100" y="694943"/>
            <a:ext cx="7439421"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C0016614-595C-443F-AE20-86D2AC6A0013}"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67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888638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t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435785"/>
            <a:ext cx="4268573" cy="2918754"/>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91452" y="743106"/>
            <a:ext cx="6277070" cy="531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7FC8A85-8FD1-45F0-99DE-E338DC5235BC}"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59F873DB-8FEF-C24C-ECA0-EABFFF560476}"/>
              </a:ext>
            </a:extLst>
          </p:cNvPr>
          <p:cNvCxnSpPr>
            <a:cxnSpLocks/>
          </p:cNvCxnSpPr>
          <p:nvPr/>
        </p:nvCxnSpPr>
        <p:spPr>
          <a:xfrm>
            <a:off x="5486400" y="528489"/>
            <a:ext cx="6172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934603"/>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433576"/>
            <a:ext cx="3263496" cy="2821439"/>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09946" y="694944"/>
            <a:ext cx="7358769" cy="54864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92DEB38-22AD-484B-BEB1-12B18D8CEE64}"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90E8417-C758-AC09-72D4-D07CE8D5D1EB}"/>
              </a:ext>
            </a:extLst>
          </p:cNvPr>
          <p:cNvCxnSpPr>
            <a:cxnSpLocks/>
          </p:cNvCxnSpPr>
          <p:nvPr/>
        </p:nvCxnSpPr>
        <p:spPr>
          <a:xfrm>
            <a:off x="4347151" y="528489"/>
            <a:ext cx="7326605"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058899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993867" y="691867"/>
            <a:ext cx="5664732" cy="1212661"/>
          </a:xfrm>
        </p:spPr>
        <p:txBody>
          <a:bodyPr/>
          <a:lstStyle/>
          <a:p>
            <a:r>
              <a:rPr lang="en-US"/>
              <a:t>Click to edit Master title style</a:t>
            </a:r>
            <a:endParaRPr lang="en-US" dirty="0"/>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533401" y="533400"/>
            <a:ext cx="4953000" cy="5811928"/>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993865" y="2007652"/>
            <a:ext cx="5664732" cy="43153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957C2DDA-91DD-4B15-B0D6-0E3634C6CC2A}"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6058518" y="530352"/>
            <a:ext cx="56000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048154"/>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2" y="691868"/>
            <a:ext cx="5593338" cy="115731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4928" y="2010699"/>
            <a:ext cx="5577972" cy="43346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6553200" y="533400"/>
            <a:ext cx="5105400" cy="5791200"/>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217B7B5-5BBE-40BC-B471-E2BA9D71AA0E}"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8028" y="530352"/>
            <a:ext cx="549487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4815581"/>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977971" y="691866"/>
            <a:ext cx="6680630" cy="1217337"/>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533400" y="533400"/>
            <a:ext cx="3886200" cy="5811924"/>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77971" y="2010699"/>
            <a:ext cx="6680630" cy="431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F607E7C-B760-45A7-AB98-EEAB39EBFFA9}"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84096" y="533400"/>
            <a:ext cx="668063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8817533"/>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59" y="691867"/>
            <a:ext cx="6664559" cy="121734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217" y="2010699"/>
            <a:ext cx="6661902" cy="433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7620000" y="533400"/>
            <a:ext cx="4038600" cy="57912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620000" y="6426091"/>
            <a:ext cx="3553839" cy="365125"/>
          </a:xfrm>
        </p:spPr>
        <p:txBody>
          <a:bodyPr/>
          <a:lstStyle/>
          <a:p>
            <a:fld id="{C4680711-5BFA-4199-BAD0-B0C15B04A070}"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CA3F4131-F439-B360-2C50-DC4ED02C5AF2}"/>
              </a:ext>
            </a:extLst>
          </p:cNvPr>
          <p:cNvCxnSpPr>
            <a:cxnSpLocks/>
          </p:cNvCxnSpPr>
          <p:nvPr/>
        </p:nvCxnSpPr>
        <p:spPr>
          <a:xfrm>
            <a:off x="516418" y="530352"/>
            <a:ext cx="65677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119364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007497" y="691868"/>
            <a:ext cx="4660247" cy="1439210"/>
          </a:xfrm>
        </p:spPr>
        <p:txBody>
          <a:body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33400" y="533399"/>
            <a:ext cx="6029286"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007497" y="2211184"/>
            <a:ext cx="4660247" cy="41134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0C9332B-92F1-4946-B218-9926114AAEA1}"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7095744" y="530921"/>
            <a:ext cx="456285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9781712"/>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376" y="691868"/>
            <a:ext cx="4577602" cy="143921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19376" y="2211185"/>
            <a:ext cx="4577602" cy="3954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486400" y="533399"/>
            <a:ext cx="6172200"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2F630AA-266B-4EED-8F37-1EEA7BB36798}"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6418" y="530352"/>
            <a:ext cx="44365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7730662"/>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029814" y="512011"/>
            <a:ext cx="3628786" cy="1259920"/>
          </a:xfrm>
        </p:spPr>
        <p:txBody>
          <a:bodyPr anchor="b"/>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7086600" cy="57911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043065" y="2170611"/>
            <a:ext cx="3628786" cy="416237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8029813" y="6426091"/>
            <a:ext cx="3144025" cy="365125"/>
          </a:xfrm>
        </p:spPr>
        <p:txBody>
          <a:bodyPr/>
          <a:lstStyle/>
          <a:p>
            <a:fld id="{A2E4BA8A-8D99-4942-A6AE-3429BB81C9B0}"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8153400" y="1892587"/>
            <a:ext cx="350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763570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848555" y="512011"/>
            <a:ext cx="6792069" cy="1259920"/>
          </a:xfrm>
        </p:spPr>
        <p:txBody>
          <a:bodyPr anchor="b"/>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388620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137143" cy="365125"/>
          </a:xfrm>
        </p:spPr>
        <p:txBody>
          <a:bodyPr/>
          <a:lstStyle/>
          <a:p>
            <a:r>
              <a:rPr lang="en-US" dirty="0"/>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848555" y="2148840"/>
            <a:ext cx="6792069" cy="4162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BCB8B90-98AD-44EA-88CB-87E0482D47C5}"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4953000" y="1892587"/>
            <a:ext cx="67056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1695599"/>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621935" y="691867"/>
            <a:ext cx="3052570" cy="2011680"/>
          </a:xfrm>
        </p:spPr>
        <p:txBody>
          <a:bodyPr/>
          <a:lstStyle/>
          <a:p>
            <a:r>
              <a:rPr lang="en-US"/>
              <a:t>Click to edit Master title style</a:t>
            </a:r>
            <a:endParaRPr lang="en-US" dirty="0"/>
          </a:p>
        </p:txBody>
      </p:sp>
      <p:sp>
        <p:nvSpPr>
          <p:cNvPr id="14" name="Picture Placeholder 8">
            <a:extLst>
              <a:ext uri="{FF2B5EF4-FFF2-40B4-BE49-F238E27FC236}">
                <a16:creationId xmlns:a16="http://schemas.microsoft.com/office/drawing/2014/main" id="{6BC46AA6-BED0-04C6-38E0-12160144CC38}"/>
              </a:ext>
            </a:extLst>
          </p:cNvPr>
          <p:cNvSpPr>
            <a:spLocks noGrp="1"/>
          </p:cNvSpPr>
          <p:nvPr>
            <p:ph type="pic" sz="quarter" idx="13" hasCustomPrompt="1"/>
          </p:nvPr>
        </p:nvSpPr>
        <p:spPr>
          <a:xfrm>
            <a:off x="533399" y="533400"/>
            <a:ext cx="7667626" cy="5788757"/>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621935" y="2889848"/>
            <a:ext cx="3052570" cy="343475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Footer Placeholder 17">
            <a:extLst>
              <a:ext uri="{FF2B5EF4-FFF2-40B4-BE49-F238E27FC236}">
                <a16:creationId xmlns:a16="http://schemas.microsoft.com/office/drawing/2014/main" id="{5C6323EE-3C7E-2716-8BD0-C89545F04FC6}"/>
              </a:ext>
            </a:extLst>
          </p:cNvPr>
          <p:cNvSpPr>
            <a:spLocks noGrp="1"/>
          </p:cNvSpPr>
          <p:nvPr>
            <p:ph type="ftr" sz="quarter" idx="15"/>
          </p:nvPr>
        </p:nvSpPr>
        <p:spPr/>
        <p:txBody>
          <a:bodyPr/>
          <a:lstStyle/>
          <a:p>
            <a:r>
              <a:rPr lang="en-US"/>
              <a:t>Sample Footer Text</a:t>
            </a:r>
          </a:p>
        </p:txBody>
      </p:sp>
      <p:sp>
        <p:nvSpPr>
          <p:cNvPr id="17" name="Date Placeholder 16">
            <a:extLst>
              <a:ext uri="{FF2B5EF4-FFF2-40B4-BE49-F238E27FC236}">
                <a16:creationId xmlns:a16="http://schemas.microsoft.com/office/drawing/2014/main" id="{F01E841F-9F6D-0E74-84D5-4BA2AF78F5C2}"/>
              </a:ext>
            </a:extLst>
          </p:cNvPr>
          <p:cNvSpPr>
            <a:spLocks noGrp="1"/>
          </p:cNvSpPr>
          <p:nvPr>
            <p:ph type="dt" sz="half" idx="14"/>
          </p:nvPr>
        </p:nvSpPr>
        <p:spPr/>
        <p:txBody>
          <a:bodyPr/>
          <a:lstStyle/>
          <a:p>
            <a:fld id="{0672E3CE-9562-4779-875D-570AC5656D0F}" type="datetime1">
              <a:rPr lang="en-US" smtClean="0"/>
              <a:t>2/7/2026</a:t>
            </a:fld>
            <a:endParaRPr lang="en-US"/>
          </a:p>
        </p:txBody>
      </p:sp>
      <p:sp>
        <p:nvSpPr>
          <p:cNvPr id="19" name="Slide Number Placeholder 18">
            <a:extLst>
              <a:ext uri="{FF2B5EF4-FFF2-40B4-BE49-F238E27FC236}">
                <a16:creationId xmlns:a16="http://schemas.microsoft.com/office/drawing/2014/main" id="{ACE2DCFD-EFAB-71DF-776D-014822C0ABE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CFBB608-C785-A34D-1B6D-96361A676495}"/>
              </a:ext>
            </a:extLst>
          </p:cNvPr>
          <p:cNvCxnSpPr>
            <a:cxnSpLocks/>
          </p:cNvCxnSpPr>
          <p:nvPr/>
        </p:nvCxnSpPr>
        <p:spPr>
          <a:xfrm>
            <a:off x="8727541" y="533400"/>
            <a:ext cx="293106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140144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1" y="691866"/>
            <a:ext cx="3448141" cy="2247273"/>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0353"/>
            <a:ext cx="7239000" cy="401911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05470" y="4735286"/>
            <a:ext cx="7239000" cy="142487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4D8B86-78FA-4747-9401-2399B1893341}"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0274" y="530352"/>
            <a:ext cx="335412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6367"/>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8395801"/>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6" y="691866"/>
            <a:ext cx="3540062" cy="2247273"/>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3400"/>
            <a:ext cx="7239000" cy="315745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33645"/>
            <a:ext cx="7261323" cy="2382111"/>
          </a:xfrm>
        </p:spPr>
        <p:txBody>
          <a:bodyPr/>
          <a:lstStyle>
            <a:lvl1pPr marL="0" indent="0">
              <a:buFont typeface="Arial" panose="020B0604020202020204" pitchFamily="34" charset="0"/>
              <a:buNone/>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5ECC63D-CDB3-4317-A945-BF72F7BF98EB}"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3400" y="530352"/>
            <a:ext cx="33528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4542"/>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F4D8D45-8224-ED36-94DF-FAE863F412D1}"/>
              </a:ext>
            </a:extLst>
          </p:cNvPr>
          <p:cNvCxnSpPr>
            <a:cxnSpLocks/>
          </p:cNvCxnSpPr>
          <p:nvPr/>
        </p:nvCxnSpPr>
        <p:spPr>
          <a:xfrm>
            <a:off x="5013762" y="1892587"/>
            <a:ext cx="65440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844219"/>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399" y="4829695"/>
            <a:ext cx="4289051" cy="1413164"/>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533400"/>
            <a:ext cx="11125200" cy="4013885"/>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289051" cy="365125"/>
          </a:xfrm>
        </p:spPr>
        <p:txBody>
          <a:bodyPr/>
          <a:lstStyle/>
          <a:p>
            <a:r>
              <a:rPr lang="en-US" dirty="0"/>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79" y="4829695"/>
            <a:ext cx="6554822" cy="1529541"/>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1B6FEA0-B839-4598-B2DD-445068A8396C}"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46285324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910560"/>
            <a:ext cx="3472256" cy="2017604"/>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399" y="533400"/>
            <a:ext cx="11125201" cy="3109082"/>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12655"/>
            <a:ext cx="7239000" cy="240739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024032-45C2-4C36-A7D1-3A3BD65AF0CF}"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696560878"/>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099" y="700185"/>
            <a:ext cx="3473587" cy="181536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1" y="702280"/>
            <a:ext cx="7239000" cy="22409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3205927"/>
            <a:ext cx="11125200" cy="3118670"/>
          </a:xfrm>
          <a:blipFill>
            <a:blip r:embed="rId2">
              <a:alphaModFix amt="70000"/>
            </a:blip>
            <a:stretch>
              <a:fillRect/>
            </a:stretch>
          </a:blipFill>
          <a:effectLst>
            <a:outerShdw blurRad="177800" dir="14400000" sx="97000" sy="97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70D67178-055F-49DC-969F-AB374B7A5758}"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A9BF7A8-7F92-8C69-89EE-92496D80C1C2}"/>
              </a:ext>
            </a:extLst>
          </p:cNvPr>
          <p:cNvCxnSpPr>
            <a:cxnSpLocks/>
          </p:cNvCxnSpPr>
          <p:nvPr/>
        </p:nvCxnSpPr>
        <p:spPr>
          <a:xfrm>
            <a:off x="533400"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645654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65760"/>
            <a:ext cx="11243982" cy="914400"/>
          </a:xfrm>
        </p:spPr>
        <p:txBody>
          <a:bodyPr anchor="b"/>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0352" y="1720219"/>
            <a:ext cx="6022848" cy="460438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101260" y="1623629"/>
            <a:ext cx="4557340" cy="47062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BAA5E08-9FB8-6BC2-0794-A92E1336B939}"/>
              </a:ext>
            </a:extLst>
          </p:cNvPr>
          <p:cNvSpPr>
            <a:spLocks noGrp="1"/>
          </p:cNvSpPr>
          <p:nvPr>
            <p:ph type="ftr" sz="quarter" idx="15"/>
          </p:nvPr>
        </p:nvSpPr>
        <p:spPr/>
        <p:txBody>
          <a:bodyPr/>
          <a:lstStyle/>
          <a:p>
            <a:r>
              <a:rPr lang="en-US" dirty="0"/>
              <a:t>Sample Footer Text</a:t>
            </a:r>
          </a:p>
        </p:txBody>
      </p:sp>
      <p:sp>
        <p:nvSpPr>
          <p:cNvPr id="8" name="Date Placeholder 7">
            <a:extLst>
              <a:ext uri="{FF2B5EF4-FFF2-40B4-BE49-F238E27FC236}">
                <a16:creationId xmlns:a16="http://schemas.microsoft.com/office/drawing/2014/main" id="{17819C0A-5C58-B9A1-EDD9-43A971A8DE10}"/>
              </a:ext>
            </a:extLst>
          </p:cNvPr>
          <p:cNvSpPr>
            <a:spLocks noGrp="1"/>
          </p:cNvSpPr>
          <p:nvPr>
            <p:ph type="dt" sz="half" idx="14"/>
          </p:nvPr>
        </p:nvSpPr>
        <p:spPr/>
        <p:txBody>
          <a:bodyPr/>
          <a:lstStyle/>
          <a:p>
            <a:fld id="{85436D6D-18C4-497A-81D8-87B6E0BF7395}" type="datetime1">
              <a:rPr lang="en-US" smtClean="0"/>
              <a:t>2/7/2026</a:t>
            </a:fld>
            <a:endParaRPr lang="en-US"/>
          </a:p>
        </p:txBody>
      </p:sp>
      <p:sp>
        <p:nvSpPr>
          <p:cNvPr id="11" name="Slide Number Placeholder 10">
            <a:extLst>
              <a:ext uri="{FF2B5EF4-FFF2-40B4-BE49-F238E27FC236}">
                <a16:creationId xmlns:a16="http://schemas.microsoft.com/office/drawing/2014/main" id="{EC8A4CD6-C6D7-317B-80FA-CA83089B05F6}"/>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530352" y="1353312"/>
            <a:ext cx="1114187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3033612"/>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5" y="691867"/>
            <a:ext cx="4067721" cy="1559555"/>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2521819"/>
            <a:ext cx="3886200" cy="3802781"/>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60685" y="694944"/>
            <a:ext cx="6705600" cy="5629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3984743" cy="365125"/>
          </a:xfrm>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1CE585B-D50B-46C7-90D5-F8C248FB96B3}" type="datetime1">
              <a:rPr lang="en-US" smtClean="0"/>
              <a:t>2/7/2026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580752747"/>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4295957"/>
            <a:ext cx="4000501" cy="1889558"/>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533400" y="531891"/>
            <a:ext cx="3886202" cy="3603594"/>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53001" y="694944"/>
            <a:ext cx="6705599" cy="55067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2354F31B-6E0C-9ACF-A3B4-2BE5DD2D21D0}"/>
              </a:ext>
            </a:extLst>
          </p:cNvPr>
          <p:cNvSpPr>
            <a:spLocks noGrp="1"/>
          </p:cNvSpPr>
          <p:nvPr>
            <p:ph type="ftr" sz="quarter" idx="15"/>
          </p:nvPr>
        </p:nvSpPr>
        <p:spPr/>
        <p:txBody>
          <a:bodyPr/>
          <a:lstStyle/>
          <a:p>
            <a:r>
              <a:rPr lang="en-US"/>
              <a:t>Sample Footer Text</a:t>
            </a:r>
          </a:p>
        </p:txBody>
      </p:sp>
      <p:sp>
        <p:nvSpPr>
          <p:cNvPr id="9" name="Date Placeholder 8">
            <a:extLst>
              <a:ext uri="{FF2B5EF4-FFF2-40B4-BE49-F238E27FC236}">
                <a16:creationId xmlns:a16="http://schemas.microsoft.com/office/drawing/2014/main" id="{1D4992A1-A620-24C8-73C6-0C53DD6F3868}"/>
              </a:ext>
            </a:extLst>
          </p:cNvPr>
          <p:cNvSpPr>
            <a:spLocks noGrp="1"/>
          </p:cNvSpPr>
          <p:nvPr>
            <p:ph type="dt" sz="half" idx="14"/>
          </p:nvPr>
        </p:nvSpPr>
        <p:spPr/>
        <p:txBody>
          <a:bodyPr/>
          <a:lstStyle/>
          <a:p>
            <a:fld id="{BFA9687D-6191-4AD9-82A2-1B737232915B}" type="datetime1">
              <a:rPr lang="en-US" smtClean="0"/>
              <a:t>2/7/2026</a:t>
            </a:fld>
            <a:endParaRPr lang="en-US"/>
          </a:p>
        </p:txBody>
      </p:sp>
      <p:sp>
        <p:nvSpPr>
          <p:cNvPr id="12" name="Slide Number Placeholder 11">
            <a:extLst>
              <a:ext uri="{FF2B5EF4-FFF2-40B4-BE49-F238E27FC236}">
                <a16:creationId xmlns:a16="http://schemas.microsoft.com/office/drawing/2014/main" id="{F2384E85-ACDE-270D-7478-1B88F47F14A5}"/>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53001" y="531891"/>
            <a:ext cx="67055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399" y="6324600"/>
            <a:ext cx="1112520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40639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dirty="0"/>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495833"/>
            <a:ext cx="11159163" cy="4245996"/>
          </a:xfrm>
        </p:spPr>
        <p:txBody>
          <a:bodyPr anchor="ctr">
            <a:normAutofit/>
          </a:bodyPr>
          <a:lstStyle>
            <a:lvl1pPr marL="0" indent="0" algn="ctr">
              <a:lnSpc>
                <a:spcPct val="90000"/>
              </a:lnSpc>
              <a:buNone/>
              <a:defRPr sz="32000" cap="none" baseline="0">
                <a:solidFill>
                  <a:schemeClr val="accent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dirty="0"/>
              <a:t>##%</a:t>
            </a:r>
          </a:p>
        </p:txBody>
      </p:sp>
      <p:sp>
        <p:nvSpPr>
          <p:cNvPr id="13" name="Footer Placeholder 12">
            <a:extLst>
              <a:ext uri="{FF2B5EF4-FFF2-40B4-BE49-F238E27FC236}">
                <a16:creationId xmlns:a16="http://schemas.microsoft.com/office/drawing/2014/main" id="{FADD3D14-222C-BA8A-E4C0-8637820CBAB1}"/>
              </a:ext>
            </a:extLst>
          </p:cNvPr>
          <p:cNvSpPr>
            <a:spLocks noGrp="1"/>
          </p:cNvSpPr>
          <p:nvPr>
            <p:ph type="ftr" sz="quarter" idx="15"/>
          </p:nvPr>
        </p:nvSpPr>
        <p:spPr/>
        <p:txBody>
          <a:bodyPr/>
          <a:lstStyle/>
          <a:p>
            <a:r>
              <a:rPr lang="en-US"/>
              <a:t>Sample Footer Text</a:t>
            </a:r>
          </a:p>
        </p:txBody>
      </p:sp>
      <p:sp>
        <p:nvSpPr>
          <p:cNvPr id="12" name="Date Placeholder 11">
            <a:extLst>
              <a:ext uri="{FF2B5EF4-FFF2-40B4-BE49-F238E27FC236}">
                <a16:creationId xmlns:a16="http://schemas.microsoft.com/office/drawing/2014/main" id="{7FEF00E3-D3E5-F5AF-F035-66A1547A0630}"/>
              </a:ext>
            </a:extLst>
          </p:cNvPr>
          <p:cNvSpPr>
            <a:spLocks noGrp="1"/>
          </p:cNvSpPr>
          <p:nvPr>
            <p:ph type="dt" sz="half" idx="14"/>
          </p:nvPr>
        </p:nvSpPr>
        <p:spPr/>
        <p:txBody>
          <a:bodyPr/>
          <a:lstStyle/>
          <a:p>
            <a:fld id="{5F2E741A-92DD-45DF-8212-2D8EB227508B}" type="datetime1">
              <a:rPr lang="en-US" smtClean="0"/>
              <a:t>2/7/2026</a:t>
            </a:fld>
            <a:endParaRPr lang="en-US"/>
          </a:p>
        </p:txBody>
      </p:sp>
      <p:sp>
        <p:nvSpPr>
          <p:cNvPr id="14" name="Slide Number Placeholder 13">
            <a:extLst>
              <a:ext uri="{FF2B5EF4-FFF2-40B4-BE49-F238E27FC236}">
                <a16:creationId xmlns:a16="http://schemas.microsoft.com/office/drawing/2014/main" id="{37222D35-3F63-3753-6F10-57879AFE3C59}"/>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5729339"/>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dirty="0"/>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684675"/>
            <a:ext cx="11159163" cy="4229674"/>
          </a:xfrm>
        </p:spPr>
        <p:txBody>
          <a:bodyPr anchor="ctr">
            <a:normAutofit/>
          </a:bodyPr>
          <a:lstStyle>
            <a:lvl1pPr marL="0" indent="0" algn="ctr">
              <a:lnSpc>
                <a:spcPct val="90000"/>
              </a:lnSpc>
              <a:buNone/>
              <a:defRPr sz="32000" cap="none" baseline="0">
                <a:solidFill>
                  <a:schemeClr val="tx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dirty="0"/>
              <a:t>##%</a:t>
            </a:r>
          </a:p>
        </p:txBody>
      </p:sp>
      <p:sp>
        <p:nvSpPr>
          <p:cNvPr id="10" name="Footer Placeholder 9">
            <a:extLst>
              <a:ext uri="{FF2B5EF4-FFF2-40B4-BE49-F238E27FC236}">
                <a16:creationId xmlns:a16="http://schemas.microsoft.com/office/drawing/2014/main" id="{897B8847-6473-457E-E96C-6389E70595B5}"/>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9" name="Date Placeholder 8">
            <a:extLst>
              <a:ext uri="{FF2B5EF4-FFF2-40B4-BE49-F238E27FC236}">
                <a16:creationId xmlns:a16="http://schemas.microsoft.com/office/drawing/2014/main" id="{397385FA-3FF0-FCCA-55E3-8E053BA2CA47}"/>
              </a:ext>
            </a:extLst>
          </p:cNvPr>
          <p:cNvSpPr>
            <a:spLocks noGrp="1"/>
          </p:cNvSpPr>
          <p:nvPr>
            <p:ph type="dt" sz="half" idx="14"/>
          </p:nvPr>
        </p:nvSpPr>
        <p:spPr/>
        <p:txBody>
          <a:bodyPr/>
          <a:lstStyle>
            <a:lvl1pPr>
              <a:defRPr>
                <a:solidFill>
                  <a:schemeClr val="tx1"/>
                </a:solidFill>
              </a:defRPr>
            </a:lvl1pPr>
          </a:lstStyle>
          <a:p>
            <a:fld id="{613F8E84-C221-42E2-A88F-FC6CBC7F05E7}" type="datetime1">
              <a:rPr lang="en-US" smtClean="0"/>
              <a:t>2/7/2026</a:t>
            </a:fld>
            <a:endParaRPr lang="en-US"/>
          </a:p>
        </p:txBody>
      </p:sp>
      <p:sp>
        <p:nvSpPr>
          <p:cNvPr id="11" name="Slide Number Placeholder 10">
            <a:extLst>
              <a:ext uri="{FF2B5EF4-FFF2-40B4-BE49-F238E27FC236}">
                <a16:creationId xmlns:a16="http://schemas.microsoft.com/office/drawing/2014/main" id="{E72B5E7B-6D54-E7B9-4307-C655E0BCABB3}"/>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8597"/>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053202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371577" y="1673353"/>
            <a:ext cx="3287023" cy="3510898"/>
          </a:xfrm>
        </p:spPr>
        <p:txBody>
          <a:bodyPr vert="horz" lIns="91440" tIns="45720" rIns="91440" bIns="45720" rtlCol="0" anchor="ctr">
            <a:normAutofit/>
          </a:bodyPr>
          <a:lstStyle>
            <a:lvl1pPr>
              <a:lnSpc>
                <a:spcPct val="110000"/>
              </a:lnSpc>
              <a:defRPr lang="en-US" sz="2800" cap="none" baseline="0" dirty="0">
                <a:latin typeface="+mn-lt"/>
              </a:defRPr>
            </a:lvl1pPr>
          </a:lstStyle>
          <a:p>
            <a:pPr lvl="0"/>
            <a:r>
              <a:rPr lang="en-US" dirty="0"/>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365759" y="1328272"/>
            <a:ext cx="7445950" cy="4169651"/>
          </a:xfrm>
        </p:spPr>
        <p:txBody>
          <a:bodyPr anchor="ctr">
            <a:normAutofit/>
          </a:bodyPr>
          <a:lstStyle>
            <a:lvl1pPr marL="0" indent="0" algn="ctr">
              <a:lnSpc>
                <a:spcPct val="110000"/>
              </a:lnSpc>
              <a:buNone/>
              <a:defRPr sz="23700" cap="none" baseline="0">
                <a:solidFill>
                  <a:schemeClr val="accent1"/>
                </a:solidFill>
                <a:latin typeface="+mj-lt"/>
              </a:defRPr>
            </a:lvl1pPr>
            <a:lvl2pPr marL="228600" indent="0" algn="l">
              <a:lnSpc>
                <a:spcPct val="110000"/>
              </a:lnSpc>
              <a:buNone/>
              <a:defRPr sz="2400" cap="none" baseline="0">
                <a:solidFill>
                  <a:schemeClr val="bg1"/>
                </a:solidFill>
              </a:defRPr>
            </a:lvl2pPr>
            <a:lvl3pPr marL="457200" indent="0" algn="l">
              <a:lnSpc>
                <a:spcPct val="110000"/>
              </a:lnSpc>
              <a:buNone/>
              <a:defRPr sz="2000" cap="none" baseline="0">
                <a:solidFill>
                  <a:schemeClr val="bg1"/>
                </a:solidFill>
              </a:defRPr>
            </a:lvl3pPr>
            <a:lvl4pPr marL="685800" indent="0" algn="l">
              <a:lnSpc>
                <a:spcPct val="110000"/>
              </a:lnSpc>
              <a:buNone/>
              <a:defRPr sz="1800" cap="none" baseline="0">
                <a:solidFill>
                  <a:schemeClr val="bg1"/>
                </a:solidFill>
              </a:defRPr>
            </a:lvl4pPr>
            <a:lvl5pPr marL="914400" indent="0" algn="l">
              <a:lnSpc>
                <a:spcPct val="110000"/>
              </a:lnSpc>
              <a:buNone/>
              <a:defRPr sz="1600" cap="none" baseline="0">
                <a:solidFill>
                  <a:schemeClr val="bg1"/>
                </a:solidFill>
              </a:defRPr>
            </a:lvl5pPr>
          </a:lstStyle>
          <a:p>
            <a:pPr lvl="0"/>
            <a:r>
              <a:rPr lang="en-US" dirty="0"/>
              <a:t>##%</a:t>
            </a:r>
          </a:p>
        </p:txBody>
      </p:sp>
      <p:sp>
        <p:nvSpPr>
          <p:cNvPr id="11" name="Footer Placeholder 10">
            <a:extLst>
              <a:ext uri="{FF2B5EF4-FFF2-40B4-BE49-F238E27FC236}">
                <a16:creationId xmlns:a16="http://schemas.microsoft.com/office/drawing/2014/main" id="{446459C9-E9DA-926C-F0C0-5EEDE6960776}"/>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C1D02E87-8057-8AC7-6F57-2066BA1BC9B7}"/>
              </a:ext>
            </a:extLst>
          </p:cNvPr>
          <p:cNvSpPr>
            <a:spLocks noGrp="1"/>
          </p:cNvSpPr>
          <p:nvPr>
            <p:ph type="dt" sz="half" idx="14"/>
          </p:nvPr>
        </p:nvSpPr>
        <p:spPr/>
        <p:txBody>
          <a:bodyPr/>
          <a:lstStyle/>
          <a:p>
            <a:fld id="{34DFD6AF-0F92-4F71-9576-F6847C4CFE31}" type="datetime1">
              <a:rPr lang="en-US" smtClean="0"/>
              <a:t>2/7/2026</a:t>
            </a:fld>
            <a:endParaRPr lang="en-US"/>
          </a:p>
        </p:txBody>
      </p:sp>
      <p:sp>
        <p:nvSpPr>
          <p:cNvPr id="12" name="Slide Number Placeholder 11">
            <a:extLst>
              <a:ext uri="{FF2B5EF4-FFF2-40B4-BE49-F238E27FC236}">
                <a16:creationId xmlns:a16="http://schemas.microsoft.com/office/drawing/2014/main" id="{52EFA3D8-21DC-0E04-B4E7-4C502496DF9B}"/>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2426DA2D-1FAE-447C-839B-22F6F0CB343E}"/>
              </a:ext>
            </a:extLst>
          </p:cNvPr>
          <p:cNvCxnSpPr>
            <a:cxnSpLocks/>
          </p:cNvCxnSpPr>
          <p:nvPr/>
        </p:nvCxnSpPr>
        <p:spPr>
          <a:xfrm>
            <a:off x="516418" y="1198471"/>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9FD6543-37F0-7721-32E4-3B3C905CC66D}"/>
              </a:ext>
            </a:extLst>
          </p:cNvPr>
          <p:cNvCxnSpPr>
            <a:cxnSpLocks/>
          </p:cNvCxnSpPr>
          <p:nvPr/>
        </p:nvCxnSpPr>
        <p:spPr>
          <a:xfrm>
            <a:off x="530352" y="5638290"/>
            <a:ext cx="1114924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0803998"/>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tatement">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1480" y="722376"/>
            <a:ext cx="10762488" cy="5458968"/>
          </a:xfrm>
        </p:spPr>
        <p:txBody>
          <a:bodyPr vert="horz" lIns="91440" tIns="45720" rIns="91440" bIns="45720" rtlCol="0">
            <a:normAutofit/>
          </a:bodyPr>
          <a:lstStyle>
            <a:lvl1pPr marL="0" indent="0">
              <a:lnSpc>
                <a:spcPct val="90000"/>
              </a:lnSpc>
              <a:buNone/>
              <a:defRPr lang="en-US" sz="7200" cap="all" baseline="0" dirty="0">
                <a:latin typeface="+mj-lt"/>
              </a:defRPr>
            </a:lvl1pPr>
            <a:lvl2pPr marL="457200" indent="0">
              <a:lnSpc>
                <a:spcPct val="90000"/>
              </a:lnSpc>
              <a:buNone/>
              <a:defRPr lang="en-US" sz="6600" cap="all" baseline="0" dirty="0">
                <a:latin typeface="+mj-lt"/>
              </a:defRPr>
            </a:lvl2pPr>
            <a:lvl3pPr marL="914400" indent="0">
              <a:lnSpc>
                <a:spcPct val="90000"/>
              </a:lnSpc>
              <a:buNone/>
              <a:defRPr lang="en-US" sz="6000" cap="all" baseline="0" dirty="0">
                <a:latin typeface="+mj-lt"/>
              </a:defRPr>
            </a:lvl3pPr>
            <a:lvl4pPr marL="1371600" indent="0">
              <a:lnSpc>
                <a:spcPct val="90000"/>
              </a:lnSpc>
              <a:buNone/>
              <a:defRPr lang="en-US" sz="6000" cap="all" baseline="0" dirty="0">
                <a:latin typeface="+mj-lt"/>
              </a:defRPr>
            </a:lvl4pPr>
            <a:lvl5pPr marL="1828800" indent="0">
              <a:lnSpc>
                <a:spcPct val="90000"/>
              </a:lnSpc>
              <a:buNone/>
              <a:defRPr lang="en-US" sz="6000" cap="all" baseline="0" dirty="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B4B05AAB-D167-637A-451A-510AF3173A7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6" name="Date Placeholder 5">
            <a:extLst>
              <a:ext uri="{FF2B5EF4-FFF2-40B4-BE49-F238E27FC236}">
                <a16:creationId xmlns:a16="http://schemas.microsoft.com/office/drawing/2014/main" id="{A28B3CFC-5715-1685-A039-A3162E1A6D00}"/>
              </a:ext>
            </a:extLst>
          </p:cNvPr>
          <p:cNvSpPr>
            <a:spLocks noGrp="1"/>
          </p:cNvSpPr>
          <p:nvPr>
            <p:ph type="dt" sz="half" idx="14"/>
          </p:nvPr>
        </p:nvSpPr>
        <p:spPr/>
        <p:txBody>
          <a:bodyPr/>
          <a:lstStyle>
            <a:lvl1pPr>
              <a:defRPr>
                <a:solidFill>
                  <a:schemeClr val="tx1"/>
                </a:solidFill>
              </a:defRPr>
            </a:lvl1pPr>
          </a:lstStyle>
          <a:p>
            <a:fld id="{028211E3-7798-4C1B-A8B7-1D4CC8744C3E}" type="datetime1">
              <a:rPr lang="en-US" smtClean="0"/>
              <a:t>2/7/2026</a:t>
            </a:fld>
            <a:endParaRPr lang="en-US"/>
          </a:p>
        </p:txBody>
      </p:sp>
      <p:sp>
        <p:nvSpPr>
          <p:cNvPr id="11" name="Slide Number Placeholder 10">
            <a:extLst>
              <a:ext uri="{FF2B5EF4-FFF2-40B4-BE49-F238E27FC236}">
                <a16:creationId xmlns:a16="http://schemas.microsoft.com/office/drawing/2014/main" id="{B5256ABD-1750-68C8-B3DD-DDDA3342C7F6}"/>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pPr/>
              <a:t>‹#›</a:t>
            </a:fld>
            <a:endParaRPr lang="en-US"/>
          </a:p>
        </p:txBody>
      </p:sp>
      <p:cxnSp>
        <p:nvCxnSpPr>
          <p:cNvPr id="8" name="Straight Connector 7">
            <a:extLst>
              <a:ext uri="{FF2B5EF4-FFF2-40B4-BE49-F238E27FC236}">
                <a16:creationId xmlns:a16="http://schemas.microsoft.com/office/drawing/2014/main" id="{07C0A4E9-267E-8FCC-AB27-70F0E33E2D79}"/>
              </a:ext>
            </a:extLst>
          </p:cNvPr>
          <p:cNvCxnSpPr>
            <a:cxnSpLocks/>
          </p:cNvCxnSpPr>
          <p:nvPr/>
        </p:nvCxnSpPr>
        <p:spPr>
          <a:xfrm>
            <a:off x="530352" y="5334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9496999"/>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0415" y="717754"/>
            <a:ext cx="10758791" cy="5458159"/>
          </a:xfrm>
        </p:spPr>
        <p:txBody>
          <a:bodyPr vert="horz" lIns="91440" tIns="45720" rIns="91440" bIns="45720" rtlCol="0" anchor="t">
            <a:normAutofit/>
          </a:bodyPr>
          <a:lstStyle>
            <a:lvl1pPr marL="0" indent="0">
              <a:lnSpc>
                <a:spcPct val="90000"/>
              </a:lnSpc>
              <a:spcBef>
                <a:spcPts val="1000"/>
              </a:spcBef>
              <a:buNone/>
              <a:defRPr lang="en-US" sz="7200" b="0" cap="all" baseline="0" dirty="0">
                <a:solidFill>
                  <a:schemeClr val="accent1"/>
                </a:solidFill>
                <a:latin typeface="+mj-lt"/>
                <a:ea typeface="+mj-ea"/>
                <a:cs typeface="+mj-cs"/>
              </a:defRPr>
            </a:lvl1pPr>
            <a:lvl2pPr marL="457200" indent="0">
              <a:lnSpc>
                <a:spcPct val="90000"/>
              </a:lnSpc>
              <a:spcBef>
                <a:spcPts val="1000"/>
              </a:spcBef>
              <a:buNone/>
              <a:defRPr lang="en-US" sz="6600" b="0" cap="all" baseline="0" dirty="0">
                <a:solidFill>
                  <a:schemeClr val="accent1"/>
                </a:solidFill>
                <a:latin typeface="+mj-lt"/>
              </a:defRPr>
            </a:lvl2pPr>
            <a:lvl3pPr marL="914400" indent="0">
              <a:lnSpc>
                <a:spcPct val="90000"/>
              </a:lnSpc>
              <a:spcBef>
                <a:spcPts val="1000"/>
              </a:spcBef>
              <a:buNone/>
              <a:defRPr lang="en-US" sz="6000" b="0" cap="all" baseline="0" dirty="0">
                <a:solidFill>
                  <a:schemeClr val="accent1"/>
                </a:solidFill>
                <a:latin typeface="+mj-lt"/>
              </a:defRPr>
            </a:lvl3pPr>
            <a:lvl4pPr marL="1371600" indent="0">
              <a:lnSpc>
                <a:spcPct val="90000"/>
              </a:lnSpc>
              <a:spcBef>
                <a:spcPts val="1000"/>
              </a:spcBef>
              <a:buNone/>
              <a:defRPr lang="en-US" sz="6000" b="0" cap="all" baseline="0" dirty="0">
                <a:solidFill>
                  <a:schemeClr val="accent1"/>
                </a:solidFill>
                <a:latin typeface="+mj-lt"/>
              </a:defRPr>
            </a:lvl4pPr>
            <a:lvl5pPr marL="1828800" indent="0">
              <a:lnSpc>
                <a:spcPct val="90000"/>
              </a:lnSpc>
              <a:spcBef>
                <a:spcPts val="1000"/>
              </a:spcBef>
              <a:buNone/>
              <a:defRPr lang="en-US" sz="6000" b="0" cap="all" baseline="0" dirty="0">
                <a:solidFill>
                  <a:schemeClr val="accent1"/>
                </a:solidFill>
                <a:latin typeface="+mj-lt"/>
              </a:defRPr>
            </a:lvl5pPr>
          </a:lstStyle>
          <a:p>
            <a:pPr marL="228600" lvl="0" indent="-228600">
              <a:lnSpc>
                <a:spcPct val="90000"/>
              </a:lnSpc>
              <a:spcBef>
                <a:spcPct val="0"/>
              </a:spcBef>
            </a:pPr>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2D89B1FA-A3A2-4EEE-AC52-74345FF796E0}" type="datetime1">
              <a:rPr lang="en-US" smtClean="0"/>
              <a:t>2/7/2026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B321C58F-32A5-353B-47A2-C43DAAB8F254}"/>
              </a:ext>
            </a:extLst>
          </p:cNvPr>
          <p:cNvCxnSpPr>
            <a:cxnSpLocks/>
          </p:cNvCxnSpPr>
          <p:nvPr/>
        </p:nvCxnSpPr>
        <p:spPr>
          <a:xfrm>
            <a:off x="530352" y="530352"/>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5070642"/>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490" y="1828806"/>
            <a:ext cx="9291020" cy="3132569"/>
          </a:xfrm>
        </p:spPr>
        <p:txBody>
          <a:bodyPr anchor="ctr">
            <a:normAutofit/>
          </a:bodyPr>
          <a:lstStyle>
            <a:lvl1pPr marL="0" indent="0" algn="ctr">
              <a:lnSpc>
                <a:spcPct val="100000"/>
              </a:lnSpc>
              <a:buNone/>
              <a:defRPr sz="5400" b="0">
                <a:solidFill>
                  <a:schemeClr val="accent1"/>
                </a:solidFill>
              </a:defRPr>
            </a:lvl1pPr>
            <a:lvl2pPr marL="228600" indent="0" algn="ctr">
              <a:lnSpc>
                <a:spcPct val="100000"/>
              </a:lnSpc>
              <a:buNone/>
              <a:defRPr sz="4800" b="0">
                <a:solidFill>
                  <a:schemeClr val="accent1"/>
                </a:solidFill>
              </a:defRPr>
            </a:lvl2pPr>
            <a:lvl3pPr marL="457200" indent="0" algn="ctr">
              <a:lnSpc>
                <a:spcPct val="100000"/>
              </a:lnSpc>
              <a:buNone/>
              <a:defRPr sz="4400" b="0">
                <a:solidFill>
                  <a:schemeClr val="accent1"/>
                </a:solidFill>
              </a:defRPr>
            </a:lvl3pPr>
            <a:lvl4pPr marL="685800" indent="0" algn="ctr">
              <a:lnSpc>
                <a:spcPct val="100000"/>
              </a:lnSpc>
              <a:buNone/>
              <a:defRPr sz="4000" b="0">
                <a:solidFill>
                  <a:schemeClr val="accent1"/>
                </a:solidFill>
              </a:defRPr>
            </a:lvl4pPr>
            <a:lvl5pPr marL="914400" indent="0" algn="ctr">
              <a:lnSpc>
                <a:spcPct val="100000"/>
              </a:lnSpc>
              <a:buNone/>
              <a:defRPr sz="36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CB0E27F-4DA4-4250-AB3F-755F95A702F0}" type="datetime1">
              <a:rPr lang="en-US" smtClean="0"/>
              <a:t>2/7/2026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9661B65-925C-C474-4671-6B5CBEB80093}"/>
              </a:ext>
            </a:extLst>
          </p:cNvPr>
          <p:cNvCxnSpPr>
            <a:cxnSpLocks/>
          </p:cNvCxnSpPr>
          <p:nvPr/>
        </p:nvCxnSpPr>
        <p:spPr>
          <a:xfrm>
            <a:off x="1405629" y="1164266"/>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9AEB70E-85D7-3389-E0B5-B0953E3D035D}"/>
              </a:ext>
            </a:extLst>
          </p:cNvPr>
          <p:cNvCxnSpPr>
            <a:cxnSpLocks/>
          </p:cNvCxnSpPr>
          <p:nvPr/>
        </p:nvCxnSpPr>
        <p:spPr>
          <a:xfrm>
            <a:off x="1399690" y="569373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0622123"/>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Quo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86400"/>
            <a:ext cx="9472473" cy="939691"/>
          </a:xfrm>
        </p:spPr>
        <p:txBody>
          <a:bodyPr anchor="ctr">
            <a:normAutofit/>
          </a:bodyPr>
          <a:lstStyle>
            <a:lvl1pPr marL="137160" indent="-137160" algn="ctr">
              <a:lnSpc>
                <a:spcPct val="100000"/>
              </a:lnSpc>
              <a:defRPr sz="1800" cap="all" baseline="0">
                <a:latin typeface="+mj-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667511"/>
            <a:ext cx="9413534" cy="4010998"/>
          </a:xfrm>
        </p:spPr>
        <p:txBody>
          <a:bodyPr anchor="ctr">
            <a:normAutofit/>
          </a:bodyPr>
          <a:lstStyle>
            <a:lvl1pPr marL="0" indent="0" algn="ctr">
              <a:lnSpc>
                <a:spcPct val="100000"/>
              </a:lnSpc>
              <a:buNone/>
              <a:defRPr sz="4400" b="0" cap="none" spc="50" baseline="0">
                <a:solidFill>
                  <a:schemeClr val="accent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dirty="0"/>
              <a:t>Click to edit quote</a:t>
            </a:r>
          </a:p>
        </p:txBody>
      </p:sp>
      <p:sp>
        <p:nvSpPr>
          <p:cNvPr id="9" name="Footer Placeholder 8">
            <a:extLst>
              <a:ext uri="{FF2B5EF4-FFF2-40B4-BE49-F238E27FC236}">
                <a16:creationId xmlns:a16="http://schemas.microsoft.com/office/drawing/2014/main" id="{468922A5-1A25-C2CB-DB6C-A2CCA7E6E68B}"/>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7AB04756-BB80-4C64-D871-0ADC3A7778F6}"/>
              </a:ext>
            </a:extLst>
          </p:cNvPr>
          <p:cNvSpPr>
            <a:spLocks noGrp="1"/>
          </p:cNvSpPr>
          <p:nvPr>
            <p:ph type="dt" sz="half" idx="14"/>
          </p:nvPr>
        </p:nvSpPr>
        <p:spPr/>
        <p:txBody>
          <a:bodyPr/>
          <a:lstStyle/>
          <a:p>
            <a:fld id="{281718C3-C21D-4CB2-9429-434651DA51E0}" type="datetime1">
              <a:rPr lang="en-US" smtClean="0"/>
              <a:t>2/7/2026</a:t>
            </a:fld>
            <a:endParaRPr lang="en-US"/>
          </a:p>
        </p:txBody>
      </p:sp>
      <p:sp>
        <p:nvSpPr>
          <p:cNvPr id="10" name="Slide Number Placeholder 9">
            <a:extLst>
              <a:ext uri="{FF2B5EF4-FFF2-40B4-BE49-F238E27FC236}">
                <a16:creationId xmlns:a16="http://schemas.microsoft.com/office/drawing/2014/main" id="{3EF70E65-4C3D-A600-1367-6FBA2FDDE55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5" name="Straight Connector 4">
            <a:extLst>
              <a:ext uri="{FF2B5EF4-FFF2-40B4-BE49-F238E27FC236}">
                <a16:creationId xmlns:a16="http://schemas.microsoft.com/office/drawing/2014/main" id="{6C95B307-0002-4F55-5801-73F564B37804}"/>
              </a:ext>
            </a:extLst>
          </p:cNvPr>
          <p:cNvCxnSpPr>
            <a:cxnSpLocks/>
          </p:cNvCxnSpPr>
          <p:nvPr/>
        </p:nvCxnSpPr>
        <p:spPr>
          <a:xfrm>
            <a:off x="1399690" y="517869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344168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548641" y="5422793"/>
            <a:ext cx="8849802" cy="763321"/>
          </a:xfrm>
        </p:spPr>
        <p:txBody>
          <a:bodyPr anchor="t">
            <a:normAutofit/>
          </a:bodyPr>
          <a:lstStyle>
            <a:lvl1pPr marL="0" indent="0">
              <a:lnSpc>
                <a:spcPct val="100000"/>
              </a:lnSpc>
              <a:defRPr sz="2000" cap="all" baseline="0">
                <a:solidFill>
                  <a:schemeClr val="tx1"/>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15047" y="364321"/>
            <a:ext cx="8983395" cy="4379976"/>
          </a:xfrm>
        </p:spPr>
        <p:txBody>
          <a:bodyPr anchor="t">
            <a:normAutofit/>
          </a:bodyPr>
          <a:lstStyle>
            <a:lvl1pPr marL="137160" indent="-137160">
              <a:lnSpc>
                <a:spcPct val="100000"/>
              </a:lnSpc>
              <a:buNone/>
              <a:defRPr sz="5400" b="0" cap="none" spc="50" baseline="0">
                <a:solidFill>
                  <a:schemeClr val="accent1"/>
                </a:solidFill>
                <a:latin typeface="+mn-lt"/>
              </a:defRPr>
            </a:lvl1pPr>
            <a:lvl2pPr marL="228600" indent="0">
              <a:buNone/>
              <a:defRPr sz="1600" b="0" cap="all" spc="50" baseline="0">
                <a:solidFill>
                  <a:schemeClr val="tx1"/>
                </a:solidFill>
                <a:latin typeface="+mj-lt"/>
              </a:defRPr>
            </a:lvl2pPr>
            <a:lvl3pPr marL="457200" indent="0">
              <a:buNone/>
              <a:defRPr sz="1400" b="0" cap="all" spc="50" baseline="0">
                <a:solidFill>
                  <a:schemeClr val="tx1"/>
                </a:solidFill>
                <a:latin typeface="+mj-lt"/>
              </a:defRPr>
            </a:lvl3pPr>
            <a:lvl4pPr marL="685800" indent="0">
              <a:buNone/>
              <a:defRPr sz="1200" b="0" cap="all" spc="50" baseline="0">
                <a:solidFill>
                  <a:schemeClr val="tx1"/>
                </a:solidFill>
                <a:latin typeface="+mj-lt"/>
              </a:defRPr>
            </a:lvl4pPr>
            <a:lvl5pPr marL="914400" indent="0">
              <a:buNone/>
              <a:defRPr sz="1100" b="0" cap="all" spc="50" baseline="0">
                <a:solidFill>
                  <a:schemeClr val="tx1"/>
                </a:solidFill>
                <a:latin typeface="+mj-lt"/>
              </a:defRPr>
            </a:lvl5pPr>
          </a:lstStyle>
          <a:p>
            <a:pPr lvl="0"/>
            <a:r>
              <a:rPr lang="en-US" dirty="0"/>
              <a:t>Click to edit quote</a:t>
            </a:r>
          </a:p>
        </p:txBody>
      </p:sp>
      <p:sp>
        <p:nvSpPr>
          <p:cNvPr id="11" name="Footer Placeholder 10">
            <a:extLst>
              <a:ext uri="{FF2B5EF4-FFF2-40B4-BE49-F238E27FC236}">
                <a16:creationId xmlns:a16="http://schemas.microsoft.com/office/drawing/2014/main" id="{BB573913-DF3D-A336-7766-2F2A4077FA24}"/>
              </a:ext>
            </a:extLst>
          </p:cNvPr>
          <p:cNvSpPr>
            <a:spLocks noGrp="1"/>
          </p:cNvSpPr>
          <p:nvPr>
            <p:ph type="ftr" sz="quarter" idx="15"/>
          </p:nvPr>
        </p:nvSpPr>
        <p:spPr/>
        <p:txBody>
          <a:bodyPr/>
          <a:lstStyle/>
          <a:p>
            <a:r>
              <a:rPr lang="en-US"/>
              <a:t>Sample Footer Text</a:t>
            </a:r>
          </a:p>
        </p:txBody>
      </p:sp>
      <p:sp>
        <p:nvSpPr>
          <p:cNvPr id="10" name="Date Placeholder 9">
            <a:extLst>
              <a:ext uri="{FF2B5EF4-FFF2-40B4-BE49-F238E27FC236}">
                <a16:creationId xmlns:a16="http://schemas.microsoft.com/office/drawing/2014/main" id="{82574524-6D35-F65F-291D-C661BC2839A9}"/>
              </a:ext>
            </a:extLst>
          </p:cNvPr>
          <p:cNvSpPr>
            <a:spLocks noGrp="1"/>
          </p:cNvSpPr>
          <p:nvPr>
            <p:ph type="dt" sz="half" idx="14"/>
          </p:nvPr>
        </p:nvSpPr>
        <p:spPr/>
        <p:txBody>
          <a:bodyPr/>
          <a:lstStyle/>
          <a:p>
            <a:fld id="{EF484BAB-BC70-496F-BE5F-77C3800258C1}" type="datetime1">
              <a:rPr lang="en-US" smtClean="0"/>
              <a:t>2/7/2026</a:t>
            </a:fld>
            <a:endParaRPr lang="en-US"/>
          </a:p>
        </p:txBody>
      </p:sp>
      <p:sp>
        <p:nvSpPr>
          <p:cNvPr id="12" name="Slide Number Placeholder 11">
            <a:extLst>
              <a:ext uri="{FF2B5EF4-FFF2-40B4-BE49-F238E27FC236}">
                <a16:creationId xmlns:a16="http://schemas.microsoft.com/office/drawing/2014/main" id="{551DEE08-81D7-3436-67E0-35E4159750B3}"/>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30352"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1A2847D-BCD1-DEA8-DC65-258A4946768E}"/>
              </a:ext>
            </a:extLst>
          </p:cNvPr>
          <p:cNvCxnSpPr>
            <a:cxnSpLocks/>
          </p:cNvCxnSpPr>
          <p:nvPr/>
        </p:nvCxnSpPr>
        <p:spPr>
          <a:xfrm>
            <a:off x="530352" y="6326367"/>
            <a:ext cx="1115568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1607673"/>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Quot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930302" y="5345083"/>
            <a:ext cx="10243537" cy="847899"/>
          </a:xfrm>
        </p:spPr>
        <p:txBody>
          <a:bodyPr anchor="ctr">
            <a:normAutofit/>
          </a:bodyPr>
          <a:lstStyle>
            <a:lvl1pPr marL="137160" indent="-137160" algn="ctr">
              <a:lnSpc>
                <a:spcPct val="110000"/>
              </a:lnSpc>
              <a:defRPr sz="1800" cap="none" baseline="0">
                <a:solidFill>
                  <a:schemeClr val="accent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930303" y="951364"/>
            <a:ext cx="10243536" cy="3794370"/>
          </a:xfrm>
        </p:spPr>
        <p:txBody>
          <a:bodyPr anchor="ctr">
            <a:normAutofit/>
          </a:bodyPr>
          <a:lstStyle>
            <a:lvl1pPr marL="0" indent="0" algn="ctr">
              <a:buNone/>
              <a:defRPr sz="4400" b="0" cap="all" spc="50" baseline="0">
                <a:solidFill>
                  <a:schemeClr val="tx1"/>
                </a:solidFill>
                <a:latin typeface="+mj-lt"/>
              </a:defRPr>
            </a:lvl1pPr>
            <a:lvl2pPr marL="228600" indent="0">
              <a:buNone/>
              <a:defRPr sz="4400" b="0" cap="all" spc="50" baseline="0">
                <a:solidFill>
                  <a:schemeClr val="accent1"/>
                </a:solidFill>
                <a:latin typeface="+mj-lt"/>
              </a:defRPr>
            </a:lvl2pPr>
            <a:lvl3pPr marL="457200" indent="0">
              <a:buNone/>
              <a:defRPr sz="4400" b="0" cap="all" spc="50" baseline="0">
                <a:solidFill>
                  <a:schemeClr val="accent1"/>
                </a:solidFill>
                <a:latin typeface="+mj-lt"/>
              </a:defRPr>
            </a:lvl3pPr>
            <a:lvl4pPr marL="685800" indent="0">
              <a:buNone/>
              <a:defRPr sz="4400" b="0" cap="all" spc="50" baseline="0">
                <a:solidFill>
                  <a:schemeClr val="accent1"/>
                </a:solidFill>
                <a:latin typeface="+mj-lt"/>
              </a:defRPr>
            </a:lvl4pPr>
            <a:lvl5pPr marL="914400" indent="0">
              <a:buNone/>
              <a:defRPr sz="4400" b="0" cap="all" spc="50" baseline="0">
                <a:solidFill>
                  <a:schemeClr val="accent1"/>
                </a:solidFill>
                <a:latin typeface="+mj-lt"/>
              </a:defRPr>
            </a:lvl5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9245940F-B015-464A-92BD-FC8709C093C5}" type="datetime1">
              <a:rPr lang="en-US" smtClean="0"/>
              <a:t>2/7/2026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56050A9D-B7C5-F464-79AD-0740B311B072}"/>
              </a:ext>
            </a:extLst>
          </p:cNvPr>
          <p:cNvCxnSpPr>
            <a:cxnSpLocks/>
          </p:cNvCxnSpPr>
          <p:nvPr/>
        </p:nvCxnSpPr>
        <p:spPr>
          <a:xfrm>
            <a:off x="524909" y="533400"/>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16418"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F8BEE7C-4A94-0B15-16EB-46B45E9C057E}"/>
              </a:ext>
            </a:extLst>
          </p:cNvPr>
          <p:cNvCxnSpPr>
            <a:cxnSpLocks/>
          </p:cNvCxnSpPr>
          <p:nvPr/>
        </p:nvCxnSpPr>
        <p:spPr>
          <a:xfrm>
            <a:off x="507928"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3788849"/>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30743"/>
            <a:ext cx="9472473" cy="704081"/>
          </a:xfrm>
        </p:spPr>
        <p:txBody>
          <a:bodyPr anchor="ctr">
            <a:normAutofit/>
          </a:bodyPr>
          <a:lstStyle>
            <a:lvl1pPr marL="137160" indent="-137160" algn="ctr">
              <a:lnSpc>
                <a:spcPct val="100000"/>
              </a:lnSpc>
              <a:defRPr sz="1800" cap="all" baseline="0">
                <a:solidFill>
                  <a:schemeClr val="tx1"/>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1081377"/>
            <a:ext cx="9413534" cy="3597131"/>
          </a:xfrm>
        </p:spPr>
        <p:txBody>
          <a:bodyPr anchor="ctr">
            <a:normAutofit/>
          </a:bodyPr>
          <a:lstStyle>
            <a:lvl1pPr marL="0" indent="0" algn="ctr">
              <a:lnSpc>
                <a:spcPct val="100000"/>
              </a:lnSpc>
              <a:buNone/>
              <a:defRPr sz="4400" b="0" cap="none" spc="50" baseline="0">
                <a:solidFill>
                  <a:schemeClr val="tx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E6C2023-0583-4B96-882C-68D22DCD46B6}" type="datetime1">
              <a:rPr lang="en-US" smtClean="0"/>
              <a:t>2/7/2026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0" name="Straight Connector 9">
            <a:extLst>
              <a:ext uri="{FF2B5EF4-FFF2-40B4-BE49-F238E27FC236}">
                <a16:creationId xmlns:a16="http://schemas.microsoft.com/office/drawing/2014/main" id="{3FD77A43-F5D0-235F-35F0-CBDFCF048764}"/>
              </a:ext>
            </a:extLst>
          </p:cNvPr>
          <p:cNvCxnSpPr>
            <a:cxnSpLocks/>
          </p:cNvCxnSpPr>
          <p:nvPr/>
        </p:nvCxnSpPr>
        <p:spPr>
          <a:xfrm>
            <a:off x="530352" y="530352"/>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4577989-BB5F-9AF1-A65F-3B2D0FDB6368}"/>
              </a:ext>
            </a:extLst>
          </p:cNvPr>
          <p:cNvCxnSpPr>
            <a:cxnSpLocks/>
          </p:cNvCxnSpPr>
          <p:nvPr/>
        </p:nvCxnSpPr>
        <p:spPr>
          <a:xfrm>
            <a:off x="530352" y="518063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066E7AB-929A-6900-35D9-F1C66399874C}"/>
              </a:ext>
            </a:extLst>
          </p:cNvPr>
          <p:cNvCxnSpPr>
            <a:cxnSpLocks/>
          </p:cNvCxnSpPr>
          <p:nvPr/>
        </p:nvCxnSpPr>
        <p:spPr>
          <a:xfrm>
            <a:off x="530352" y="632460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71770"/>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wo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19100" y="365760"/>
            <a:ext cx="11239498" cy="914400"/>
          </a:xfrm>
        </p:spPr>
        <p:txBody>
          <a:bodyPr anchor="b"/>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FB8DBCC-227D-BB0A-7CD5-02D66CF18745}"/>
              </a:ext>
            </a:extLst>
          </p:cNvPr>
          <p:cNvSpPr>
            <a:spLocks noGrp="1"/>
          </p:cNvSpPr>
          <p:nvPr>
            <p:ph sz="quarter" idx="15"/>
          </p:nvPr>
        </p:nvSpPr>
        <p:spPr>
          <a:xfrm>
            <a:off x="419100" y="1714500"/>
            <a:ext cx="5305425" cy="43894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0DBB7E01-A7E6-1882-4E9B-8EABAF71F969}"/>
              </a:ext>
            </a:extLst>
          </p:cNvPr>
          <p:cNvSpPr>
            <a:spLocks noGrp="1"/>
          </p:cNvSpPr>
          <p:nvPr>
            <p:ph sz="quarter" idx="16"/>
          </p:nvPr>
        </p:nvSpPr>
        <p:spPr>
          <a:xfrm>
            <a:off x="6345936" y="1719072"/>
            <a:ext cx="5321808" cy="4390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504A9F1-814E-44B0-83E3-9DA02F3C243F}" type="datetime1">
              <a:rPr lang="en-US" smtClean="0"/>
              <a:t>2/7/2026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3400"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0139848"/>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Comparis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02335" y="365760"/>
            <a:ext cx="11256264" cy="914400"/>
          </a:xfrm>
        </p:spPr>
        <p:txBody>
          <a:bodyPr anchor="b"/>
          <a:lstStyle/>
          <a:p>
            <a:r>
              <a:rPr lang="en-US"/>
              <a:t>Click to edit Master title style</a:t>
            </a:r>
            <a:endParaRPr lang="en-US" dirty="0"/>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415048"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EFD932-A581-1A49-7FAF-0FED2E2BC182}"/>
              </a:ext>
            </a:extLst>
          </p:cNvPr>
          <p:cNvSpPr>
            <a:spLocks noGrp="1"/>
          </p:cNvSpPr>
          <p:nvPr>
            <p:ph sz="quarter" idx="15"/>
          </p:nvPr>
        </p:nvSpPr>
        <p:spPr>
          <a:xfrm>
            <a:off x="419100" y="2212975"/>
            <a:ext cx="530383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345936"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54404BD-8F2F-278E-C00B-3F1B1DE8CF2C}"/>
              </a:ext>
            </a:extLst>
          </p:cNvPr>
          <p:cNvSpPr>
            <a:spLocks noGrp="1"/>
          </p:cNvSpPr>
          <p:nvPr>
            <p:ph sz="quarter" idx="16"/>
          </p:nvPr>
        </p:nvSpPr>
        <p:spPr>
          <a:xfrm>
            <a:off x="6345238" y="2212975"/>
            <a:ext cx="532180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DF15078-AEDD-4B5A-AC6A-C8F87F9646E7}" type="datetime1">
              <a:rPr lang="en-US" smtClean="0"/>
              <a:t>2/7/2026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8013132"/>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3695F-5E74-A380-8592-35FB6FC77542}"/>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9C6149D-58D4-7497-818C-CF30244A29A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8E8D2567-C532-BD45-FA85-03DBE3B3C779}"/>
              </a:ext>
            </a:extLst>
          </p:cNvPr>
          <p:cNvSpPr>
            <a:spLocks noGrp="1"/>
          </p:cNvSpPr>
          <p:nvPr>
            <p:ph type="dt" sz="half" idx="10"/>
          </p:nvPr>
        </p:nvSpPr>
        <p:spPr/>
        <p:txBody>
          <a:bodyPr/>
          <a:lstStyle/>
          <a:p>
            <a:fld id="{51B2758D-8EE6-4CC5-A170-BE9501D7BCFF}" type="datetime1">
              <a:rPr lang="en-US" smtClean="0"/>
              <a:t>2/7/2026</a:t>
            </a:fld>
            <a:endParaRPr lang="en-US"/>
          </a:p>
        </p:txBody>
      </p:sp>
      <p:sp>
        <p:nvSpPr>
          <p:cNvPr id="5" name="Slide Number Placeholder 4">
            <a:extLst>
              <a:ext uri="{FF2B5EF4-FFF2-40B4-BE49-F238E27FC236}">
                <a16:creationId xmlns:a16="http://schemas.microsoft.com/office/drawing/2014/main" id="{ABC0E491-56EB-F527-8A63-FBEEE6196FBD}"/>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15494639"/>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Empty">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FE9D82C-4607-0C9D-F241-D35DBEFEF4B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B4DCFCC5-7F8E-F549-57BA-7303E9F17466}"/>
              </a:ext>
            </a:extLst>
          </p:cNvPr>
          <p:cNvSpPr>
            <a:spLocks noGrp="1"/>
          </p:cNvSpPr>
          <p:nvPr>
            <p:ph type="dt" sz="half" idx="10"/>
          </p:nvPr>
        </p:nvSpPr>
        <p:spPr/>
        <p:txBody>
          <a:bodyPr/>
          <a:lstStyle/>
          <a:p>
            <a:fld id="{0FCB484E-FEE6-4572-A5E5-40AFA2254CF8}" type="datetime1">
              <a:rPr lang="en-US" smtClean="0"/>
              <a:t>2/7/2026</a:t>
            </a:fld>
            <a:endParaRPr lang="en-US"/>
          </a:p>
        </p:txBody>
      </p:sp>
      <p:sp>
        <p:nvSpPr>
          <p:cNvPr id="5" name="Slide Number Placeholder 4">
            <a:extLst>
              <a:ext uri="{FF2B5EF4-FFF2-40B4-BE49-F238E27FC236}">
                <a16:creationId xmlns:a16="http://schemas.microsoft.com/office/drawing/2014/main" id="{457BEB6A-C028-DA7D-C516-2F1316F031A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776097247"/>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449836" y="694943"/>
            <a:ext cx="3915473" cy="1325880"/>
          </a:xfrm>
        </p:spPr>
        <p:txBody>
          <a:bodyPr anchor="t"/>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433072" y="2057400"/>
            <a:ext cx="3932237" cy="417690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5183188" y="694943"/>
            <a:ext cx="6483096" cy="553936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p:txBody>
          <a:bodyPr/>
          <a:lstStyle/>
          <a:p>
            <a:fld id="{A57FC195-9048-4969-9920-6939BE28AE8D}" type="datetime1">
              <a:rPr lang="en-US" smtClean="0"/>
              <a:t>2/7/2026</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275495294"/>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419101" y="694944"/>
            <a:ext cx="3526816" cy="1711825"/>
          </a:xfrm>
        </p:spPr>
        <p:txBody>
          <a:bodyPr anchor="t"/>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425389" y="2508261"/>
            <a:ext cx="3520528" cy="372794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419600" y="533400"/>
            <a:ext cx="7239000" cy="5791199"/>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dirty="0"/>
              <a:t> </a:t>
            </a:r>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p:txBody>
          <a:bodyPr/>
          <a:lstStyle/>
          <a:p>
            <a:fld id="{8CCE6180-3A1B-4424-AB9F-671C4EBC0A2E}" type="datetime1">
              <a:rPr lang="en-US" smtClean="0"/>
              <a:t>2/7/2026</a:t>
            </a:fld>
            <a:endParaRPr lang="en-US" dirty="0"/>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DD84031F-D6BF-4677-B12E-7D8B88BA70F7}" type="slidenum">
              <a:rPr lang="en-US" smtClean="0"/>
              <a:t>‹#›</a:t>
            </a:fld>
            <a:endParaRPr lang="en-US" dirty="0"/>
          </a:p>
        </p:txBody>
      </p:sp>
      <p:cxnSp>
        <p:nvCxnSpPr>
          <p:cNvPr id="9" name="Straight Connector 8">
            <a:extLst>
              <a:ext uri="{FF2B5EF4-FFF2-40B4-BE49-F238E27FC236}">
                <a16:creationId xmlns:a16="http://schemas.microsoft.com/office/drawing/2014/main" id="{924215D5-0C4C-2E49-3A06-C65652576A64}"/>
              </a:ext>
            </a:extLst>
          </p:cNvPr>
          <p:cNvCxnSpPr>
            <a:cxnSpLocks/>
          </p:cNvCxnSpPr>
          <p:nvPr/>
        </p:nvCxnSpPr>
        <p:spPr>
          <a:xfrm>
            <a:off x="533400" y="533400"/>
            <a:ext cx="35037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0757598"/>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541942"/>
            <a:ext cx="11256264" cy="2225185"/>
          </a:xfrm>
        </p:spPr>
        <p:txBody>
          <a:bodyPr anchor="b">
            <a:normAutofit/>
          </a:bodyPr>
          <a:lstStyle>
            <a:lvl1pPr>
              <a:defRPr sz="72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3423301"/>
            <a:ext cx="11239499" cy="2901298"/>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C22330-A382-475A-8519-6A39191EC88E}" type="datetime1">
              <a:rPr lang="en-US" smtClean="0"/>
              <a:t>2/7/2026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3" name="Straight Connector 2">
            <a:extLst>
              <a:ext uri="{FF2B5EF4-FFF2-40B4-BE49-F238E27FC236}">
                <a16:creationId xmlns:a16="http://schemas.microsoft.com/office/drawing/2014/main" id="{BFD55B63-1406-DAD2-DBAB-BD87EA2FB540}"/>
              </a:ext>
            </a:extLst>
          </p:cNvPr>
          <p:cNvCxnSpPr>
            <a:cxnSpLocks/>
          </p:cNvCxnSpPr>
          <p:nvPr/>
        </p:nvCxnSpPr>
        <p:spPr>
          <a:xfrm>
            <a:off x="533400" y="297885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695223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1836238"/>
            <a:ext cx="11256264" cy="2512732"/>
          </a:xfrm>
        </p:spPr>
        <p:txBody>
          <a:bodyPr anchor="b">
            <a:normAutofit/>
          </a:bodyPr>
          <a:lstStyle>
            <a:lvl1pPr>
              <a:defRPr sz="72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4834052"/>
            <a:ext cx="11239499" cy="1405479"/>
          </a:xfrm>
        </p:spPr>
        <p:txBody>
          <a:bodyPr vert="horz" lIns="91440" tIns="45720" rIns="91440" bIns="45720" rtlCol="0" anchor="t">
            <a:noAutofit/>
          </a:bodyPr>
          <a:lstStyle>
            <a:lvl1pPr marL="0" indent="0">
              <a:buNone/>
              <a:defRPr lang="en-US" sz="2000" dirty="0"/>
            </a:lvl1pPr>
            <a:lvl2pPr marL="457200" indent="0">
              <a:buNone/>
              <a:defRPr lang="en-US" sz="1800" dirty="0"/>
            </a:lvl2pPr>
            <a:lvl3pPr marL="914400" indent="0">
              <a:buNone/>
              <a:defRPr lang="en-US" sz="1600" dirty="0"/>
            </a:lvl3pPr>
            <a:lvl4pPr marL="1371600" indent="0">
              <a:buNone/>
              <a:defRPr lang="en-US" sz="1400" dirty="0"/>
            </a:lvl4pPr>
            <a:lvl5pPr marL="18288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E20DC0D-99C6-4F09-90C7-C0EC6E2F0A06}" type="datetime1">
              <a:rPr lang="en-US" smtClean="0"/>
              <a:t>2/7/2026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05899B98-11E6-7DB0-F79E-50A541026355}"/>
              </a:ext>
            </a:extLst>
          </p:cNvPr>
          <p:cNvCxnSpPr>
            <a:cxnSpLocks/>
          </p:cNvCxnSpPr>
          <p:nvPr/>
        </p:nvCxnSpPr>
        <p:spPr>
          <a:xfrm>
            <a:off x="533400" y="4531625"/>
            <a:ext cx="1112519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2105194"/>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08E949C-4552-505B-2374-1AD98378AB98}"/>
              </a:ext>
            </a:extLst>
          </p:cNvPr>
          <p:cNvSpPr>
            <a:spLocks noGrp="1"/>
          </p:cNvSpPr>
          <p:nvPr>
            <p:ph type="title"/>
          </p:nvPr>
        </p:nvSpPr>
        <p:spPr>
          <a:xfrm>
            <a:off x="1207007" y="786382"/>
            <a:ext cx="7589520" cy="3474721"/>
          </a:xfrm>
        </p:spPr>
        <p:txBody>
          <a:bodyPr>
            <a:noAutofit/>
          </a:bodyPr>
          <a:lstStyle>
            <a:lvl1pPr>
              <a:defRPr sz="7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0" name="Text Placeholder 12">
            <a:extLst>
              <a:ext uri="{FF2B5EF4-FFF2-40B4-BE49-F238E27FC236}">
                <a16:creationId xmlns:a16="http://schemas.microsoft.com/office/drawing/2014/main" id="{96AD6200-A62D-83E5-67FF-7C9D21BC40D3}"/>
              </a:ext>
            </a:extLst>
          </p:cNvPr>
          <p:cNvSpPr>
            <a:spLocks noGrp="1"/>
          </p:cNvSpPr>
          <p:nvPr>
            <p:ph type="body" sz="quarter" idx="17"/>
          </p:nvPr>
        </p:nvSpPr>
        <p:spPr>
          <a:xfrm>
            <a:off x="1207007" y="4480561"/>
            <a:ext cx="6655519" cy="1563618"/>
          </a:xfrm>
        </p:spPr>
        <p:txBody>
          <a:bodyPr anchor="b">
            <a:normAutofit/>
          </a:bodyPr>
          <a:lstStyle>
            <a:lvl1pPr marL="0" indent="0">
              <a:buNone/>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804AD26-BCB3-4DA6-A1C8-F71900B8E385}" type="datetime1">
              <a:rPr lang="en-US" smtClean="0"/>
              <a:t>2/7/2026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2" name="Group 11">
            <a:extLst>
              <a:ext uri="{FF2B5EF4-FFF2-40B4-BE49-F238E27FC236}">
                <a16:creationId xmlns:a16="http://schemas.microsoft.com/office/drawing/2014/main" id="{FFF68E49-FB2F-EE46-BBC5-687EFFAC5B44}"/>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3A684535-D8D6-3C5C-2F48-CF561A53589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53CEFA-651F-E217-0B0C-E52881B35E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1F9794-829E-FFF3-35B9-FBE5704507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1C86891-1380-AD13-7BB7-52F437FF17F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4820910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8916C8C-4316-E510-1962-E944B3382B43}"/>
              </a:ext>
            </a:extLst>
          </p:cNvPr>
          <p:cNvCxnSpPr>
            <a:cxnSpLocks/>
          </p:cNvCxnSpPr>
          <p:nvPr/>
        </p:nvCxnSpPr>
        <p:spPr>
          <a:xfrm>
            <a:off x="530352"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414983" y="691868"/>
            <a:ext cx="11243617" cy="90113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417640" y="1754753"/>
            <a:ext cx="11240960" cy="44113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434857" y="6426091"/>
            <a:ext cx="4688732" cy="365125"/>
          </a:xfrm>
          <a:prstGeom prst="rect">
            <a:avLst/>
          </a:prstGeom>
        </p:spPr>
        <p:txBody>
          <a:bodyPr vert="horz" lIns="91440" tIns="45720" rIns="91440" bIns="45720" rtlCol="0" anchor="ctr"/>
          <a:lstStyle>
            <a:lvl1pPr algn="l">
              <a:defRPr sz="900">
                <a:solidFill>
                  <a:schemeClr val="tx1">
                    <a:alpha val="60000"/>
                  </a:schemeClr>
                </a:solidFill>
              </a:defRPr>
            </a:lvl1pPr>
          </a:lstStyle>
          <a:p>
            <a:r>
              <a:rPr lang="en-US" dirty="0"/>
              <a:t>Sample 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846205" y="6426091"/>
            <a:ext cx="332763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ECD290D4-E5CF-428F-801F-3741FA4FB792}" type="datetime1">
              <a:rPr lang="en-US" smtClean="0"/>
              <a:t>2/7/2026</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166187" y="6426091"/>
            <a:ext cx="60311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DD84031F-D6BF-4677-B12E-7D8B88BA70F7}" type="slidenum">
              <a:rPr lang="en-US" smtClean="0"/>
              <a:t>‹#›</a:t>
            </a:fld>
            <a:endParaRPr lang="en-US" dirty="0"/>
          </a:p>
        </p:txBody>
      </p:sp>
    </p:spTree>
    <p:extLst>
      <p:ext uri="{BB962C8B-B14F-4D97-AF65-F5344CB8AC3E}">
        <p14:creationId xmlns:p14="http://schemas.microsoft.com/office/powerpoint/2010/main" val="6577327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Lst>
  <p:hf sldNum="0" hdr="0" ftr="0" dt="0"/>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84">
          <p15:clr>
            <a:srgbClr val="F26B43"/>
          </p15:clr>
        </p15:guide>
        <p15:guide id="2" pos="4128">
          <p15:clr>
            <a:srgbClr val="F26B43"/>
          </p15:clr>
        </p15:guide>
        <p15:guide id="3" pos="3456">
          <p15:clr>
            <a:srgbClr val="F26B43"/>
          </p15:clr>
        </p15:guide>
        <p15:guide id="4" pos="2784">
          <p15:clr>
            <a:srgbClr val="F26B43"/>
          </p15:clr>
        </p15:guide>
        <p15:guide id="5" pos="336">
          <p15:clr>
            <a:srgbClr val="F26B43"/>
          </p15:clr>
        </p15:guide>
        <p15:guide id="6" pos="7344">
          <p15:clr>
            <a:srgbClr val="F26B43"/>
          </p15:clr>
        </p15:guide>
        <p15:guide id="7" orient="horz" pos="336">
          <p15:clr>
            <a:srgbClr val="F26B43"/>
          </p15:clr>
        </p15:guide>
        <p15:guide id="8" pos="264">
          <p15:clr>
            <a:srgbClr val="F26B43"/>
          </p15:clr>
        </p15:guide>
        <p15:guide id="9" pos="4800">
          <p15:clr>
            <a:srgbClr val="F26B43"/>
          </p15:clr>
        </p15:guide>
        <p15:guide id="10" pos="2112">
          <p15:clr>
            <a:srgbClr val="F26B43"/>
          </p15:clr>
        </p15:guide>
        <p15:guide id="11" pos="54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5.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6.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6.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26.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54.xml"/><Relationship Id="rId4" Type="http://schemas.openxmlformats.org/officeDocument/2006/relationships/image" Target="../media/image1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llustration of molecules and machinery">
            <a:extLst>
              <a:ext uri="{FF2B5EF4-FFF2-40B4-BE49-F238E27FC236}">
                <a16:creationId xmlns:a16="http://schemas.microsoft.com/office/drawing/2014/main" id="{CB2D3173-E034-488E-BAAE-86E18635209A}"/>
              </a:ext>
            </a:extLst>
          </p:cNvPr>
          <p:cNvPicPr>
            <a:picLocks noChangeAspect="1"/>
          </p:cNvPicPr>
          <p:nvPr/>
        </p:nvPicPr>
        <p:blipFill>
          <a:blip r:embed="rId3"/>
          <a:srcRect t="13127"/>
          <a:stretch>
            <a:fillRect/>
          </a:stretch>
        </p:blipFill>
        <p:spPr>
          <a:xfrm>
            <a:off x="20" y="10"/>
            <a:ext cx="12191980" cy="6857990"/>
          </a:xfrm>
          <a:custGeom>
            <a:avLst/>
            <a:gdLst>
              <a:gd name="connsiteX0" fmla="*/ 510023 w 12192000"/>
              <a:gd name="connsiteY0" fmla="*/ 505353 h 6858000"/>
              <a:gd name="connsiteX1" fmla="*/ 510023 w 12192000"/>
              <a:gd name="connsiteY1" fmla="*/ 6352647 h 6858000"/>
              <a:gd name="connsiteX2" fmla="*/ 5415398 w 12192000"/>
              <a:gd name="connsiteY2" fmla="*/ 6352647 h 6858000"/>
              <a:gd name="connsiteX3" fmla="*/ 5415398 w 12192000"/>
              <a:gd name="connsiteY3" fmla="*/ 505353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10023" y="505353"/>
                </a:moveTo>
                <a:lnTo>
                  <a:pt x="510023" y="6352647"/>
                </a:lnTo>
                <a:lnTo>
                  <a:pt x="5415398" y="6352647"/>
                </a:lnTo>
                <a:lnTo>
                  <a:pt x="5415398" y="505353"/>
                </a:lnTo>
                <a:close/>
                <a:moveTo>
                  <a:pt x="0" y="0"/>
                </a:moveTo>
                <a:lnTo>
                  <a:pt x="12192000" y="0"/>
                </a:lnTo>
                <a:lnTo>
                  <a:pt x="12192000" y="6858000"/>
                </a:lnTo>
                <a:lnTo>
                  <a:pt x="0" y="6858000"/>
                </a:lnTo>
                <a:close/>
              </a:path>
            </a:pathLst>
          </a:custGeom>
          <a:effectLst>
            <a:innerShdw blurRad="215900" dist="25400" dir="13500000">
              <a:prstClr val="black">
                <a:alpha val="15000"/>
              </a:prstClr>
            </a:innerShdw>
          </a:effectLst>
        </p:spPr>
      </p:pic>
      <p:sp>
        <p:nvSpPr>
          <p:cNvPr id="2" name="Title 1">
            <a:extLst>
              <a:ext uri="{FF2B5EF4-FFF2-40B4-BE49-F238E27FC236}">
                <a16:creationId xmlns:a16="http://schemas.microsoft.com/office/drawing/2014/main" id="{3DB224D4-4CCD-89E1-D008-07A3162B5D0E}"/>
              </a:ext>
            </a:extLst>
          </p:cNvPr>
          <p:cNvSpPr>
            <a:spLocks noGrp="1"/>
          </p:cNvSpPr>
          <p:nvPr>
            <p:ph type="title"/>
          </p:nvPr>
        </p:nvSpPr>
        <p:spPr>
          <a:xfrm>
            <a:off x="839297" y="1136691"/>
            <a:ext cx="4135970" cy="3038878"/>
          </a:xfrm>
        </p:spPr>
        <p:txBody>
          <a:bodyPr anchor="t">
            <a:normAutofit/>
          </a:bodyPr>
          <a:lstStyle/>
          <a:p>
            <a:r>
              <a:rPr lang="en-US"/>
              <a:t>Dynamic Inventory for AutomateOps</a:t>
            </a:r>
          </a:p>
        </p:txBody>
      </p:sp>
      <p:sp>
        <p:nvSpPr>
          <p:cNvPr id="3" name="Subtitle 2">
            <a:extLst>
              <a:ext uri="{FF2B5EF4-FFF2-40B4-BE49-F238E27FC236}">
                <a16:creationId xmlns:a16="http://schemas.microsoft.com/office/drawing/2014/main" id="{9CBCEB4D-9525-EA90-7138-B9827E8D1F25}"/>
              </a:ext>
            </a:extLst>
          </p:cNvPr>
          <p:cNvSpPr>
            <a:spLocks noGrp="1"/>
          </p:cNvSpPr>
          <p:nvPr>
            <p:ph type="body" idx="1"/>
          </p:nvPr>
        </p:nvSpPr>
        <p:spPr>
          <a:xfrm>
            <a:off x="842093" y="5282217"/>
            <a:ext cx="4136599" cy="947146"/>
          </a:xfrm>
        </p:spPr>
        <p:txBody>
          <a:bodyPr anchor="t">
            <a:normAutofit/>
          </a:bodyPr>
          <a:lstStyle/>
          <a:p>
            <a:r>
              <a:rPr lang="en-US"/>
              <a:t>Efficient management through automated inventory solutions</a:t>
            </a:r>
          </a:p>
        </p:txBody>
      </p:sp>
      <p:pic>
        <p:nvPicPr>
          <p:cNvPr id="6" name="Picture 5">
            <a:extLst>
              <a:ext uri="{FF2B5EF4-FFF2-40B4-BE49-F238E27FC236}">
                <a16:creationId xmlns:a16="http://schemas.microsoft.com/office/drawing/2014/main" id="{83B6DE4D-BE1A-8A24-76E3-357D2EAE6D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87996" y="6096"/>
            <a:ext cx="1203983" cy="1213104"/>
          </a:xfrm>
          <a:prstGeom prst="rect">
            <a:avLst/>
          </a:prstGeom>
        </p:spPr>
      </p:pic>
    </p:spTree>
    <p:extLst>
      <p:ext uri="{BB962C8B-B14F-4D97-AF65-F5344CB8AC3E}">
        <p14:creationId xmlns:p14="http://schemas.microsoft.com/office/powerpoint/2010/main" val="542542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42" presetClass="entr" presetSubtype="0" fill="hold" grpId="0" nodeType="withEffect">
                                  <p:stCondLst>
                                    <p:cond delay="250"/>
                                  </p:stCondLst>
                                  <p:iterate>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250"/>
                                        <p:tgtEl>
                                          <p:spTgt spid="3"/>
                                        </p:tgtEl>
                                      </p:cBhvr>
                                    </p:animEffect>
                                    <p:anim calcmode="lin" valueType="num">
                                      <p:cBhvr>
                                        <p:cTn id="11" dur="250" fill="hold"/>
                                        <p:tgtEl>
                                          <p:spTgt spid="3"/>
                                        </p:tgtEl>
                                        <p:attrNameLst>
                                          <p:attrName>ppt_x</p:attrName>
                                        </p:attrNameLst>
                                      </p:cBhvr>
                                      <p:tavLst>
                                        <p:tav tm="0">
                                          <p:val>
                                            <p:strVal val="#ppt_x"/>
                                          </p:val>
                                        </p:tav>
                                        <p:tav tm="100000">
                                          <p:val>
                                            <p:strVal val="#ppt_x"/>
                                          </p:val>
                                        </p:tav>
                                      </p:tavLst>
                                    </p:anim>
                                    <p:anim calcmode="lin" valueType="num">
                                      <p:cBhvr>
                                        <p:cTn id="12"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4C7F4-7D7C-134D-F972-5833BA9E6821}"/>
              </a:ext>
            </a:extLst>
          </p:cNvPr>
          <p:cNvSpPr>
            <a:spLocks noGrp="1"/>
          </p:cNvSpPr>
          <p:nvPr>
            <p:ph type="title"/>
          </p:nvPr>
        </p:nvSpPr>
        <p:spPr>
          <a:xfrm>
            <a:off x="402613" y="2994024"/>
            <a:ext cx="8961120" cy="3247475"/>
          </a:xfrm>
        </p:spPr>
        <p:txBody>
          <a:bodyPr anchor="b">
            <a:normAutofit/>
          </a:bodyPr>
          <a:lstStyle/>
          <a:p>
            <a:r>
              <a:rPr lang="en-US"/>
              <a:t>Foundations of Dynamic Inventory</a:t>
            </a:r>
          </a:p>
        </p:txBody>
      </p:sp>
      <p:pic>
        <p:nvPicPr>
          <p:cNvPr id="4" name="Picture 3">
            <a:extLst>
              <a:ext uri="{FF2B5EF4-FFF2-40B4-BE49-F238E27FC236}">
                <a16:creationId xmlns:a16="http://schemas.microsoft.com/office/drawing/2014/main" id="{11EF61B4-9698-D317-E340-C853F2B417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8416" y="0"/>
            <a:ext cx="1243584" cy="1253005"/>
          </a:xfrm>
          <a:prstGeom prst="rect">
            <a:avLst/>
          </a:prstGeom>
        </p:spPr>
      </p:pic>
    </p:spTree>
    <p:extLst>
      <p:ext uri="{BB962C8B-B14F-4D97-AF65-F5344CB8AC3E}">
        <p14:creationId xmlns:p14="http://schemas.microsoft.com/office/powerpoint/2010/main" val="31782127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FACB0-9BD1-FF7F-A4B4-4C517BE75C69}"/>
              </a:ext>
            </a:extLst>
          </p:cNvPr>
          <p:cNvSpPr>
            <a:spLocks noGrp="1"/>
          </p:cNvSpPr>
          <p:nvPr>
            <p:ph type="title"/>
          </p:nvPr>
        </p:nvSpPr>
        <p:spPr>
          <a:xfrm>
            <a:off x="4977971" y="691866"/>
            <a:ext cx="6680630" cy="1217337"/>
          </a:xfrm>
        </p:spPr>
        <p:txBody>
          <a:bodyPr anchor="t">
            <a:normAutofit/>
          </a:bodyPr>
          <a:lstStyle/>
          <a:p>
            <a:r>
              <a:rPr lang="en-US"/>
              <a:t>Concept and Purpose of Dynamic Inventory</a:t>
            </a:r>
          </a:p>
        </p:txBody>
      </p:sp>
      <p:pic>
        <p:nvPicPr>
          <p:cNvPr id="5" name="Content Placeholder 4" descr="Cloud computing concept isolated on white background">
            <a:extLst>
              <a:ext uri="{FF2B5EF4-FFF2-40B4-BE49-F238E27FC236}">
                <a16:creationId xmlns:a16="http://schemas.microsoft.com/office/drawing/2014/main" id="{DAD2F51A-27C1-4B76-939A-B5ED034C3808}"/>
              </a:ext>
            </a:extLst>
          </p:cNvPr>
          <p:cNvPicPr>
            <a:picLocks noGrp="1" noChangeAspect="1"/>
          </p:cNvPicPr>
          <p:nvPr>
            <p:ph type="pic" sz="quarter" idx="13"/>
          </p:nvPr>
        </p:nvPicPr>
        <p:blipFill>
          <a:blip r:embed="rId3"/>
          <a:srcRect l="23915" r="25935"/>
          <a:stretch>
            <a:fillRect/>
          </a:stretch>
        </p:blipFill>
        <p:spPr>
          <a:xfrm>
            <a:off x="533400" y="533400"/>
            <a:ext cx="3886200" cy="5811924"/>
          </a:xfrm>
        </p:spPr>
      </p:pic>
      <p:sp>
        <p:nvSpPr>
          <p:cNvPr id="4" name="Content Placeholder 3">
            <a:extLst>
              <a:ext uri="{FF2B5EF4-FFF2-40B4-BE49-F238E27FC236}">
                <a16:creationId xmlns:a16="http://schemas.microsoft.com/office/drawing/2014/main" id="{6D7EA6A3-8916-9B13-2319-745F67197CB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77971" y="2010699"/>
            <a:ext cx="6680630" cy="4313902"/>
          </a:xfrm>
        </p:spPr>
        <p:txBody>
          <a:bodyPr>
            <a:normAutofit/>
          </a:bodyPr>
          <a:lstStyle/>
          <a:p>
            <a:pPr marL="0" indent="0">
              <a:lnSpc>
                <a:spcPct val="110000"/>
              </a:lnSpc>
              <a:spcBef>
                <a:spcPts val="2500"/>
              </a:spcBef>
              <a:buFont typeface="Arial" panose="020B0604020202020204" pitchFamily="34" charset="0"/>
              <a:buNone/>
            </a:pPr>
            <a:r>
              <a:rPr lang="en-US" b="1" dirty="0"/>
              <a:t>Real-Time Host Information</a:t>
            </a:r>
          </a:p>
          <a:p>
            <a:pPr marL="0" lvl="1" indent="0">
              <a:lnSpc>
                <a:spcPct val="110000"/>
              </a:lnSpc>
              <a:buFont typeface="Arial" panose="020B0604020202020204" pitchFamily="34" charset="0"/>
              <a:buNone/>
            </a:pPr>
            <a:r>
              <a:rPr dirty="0"/>
              <a:t>Dynamic inventory generates host and group data at runtime, ensuring accurate reflection of infrastructure state.</a:t>
            </a:r>
            <a:endParaRPr lang="en-US" dirty="0"/>
          </a:p>
          <a:p>
            <a:pPr marL="0" indent="0">
              <a:lnSpc>
                <a:spcPct val="110000"/>
              </a:lnSpc>
              <a:spcBef>
                <a:spcPts val="2500"/>
              </a:spcBef>
              <a:buFont typeface="Arial" panose="020B0604020202020204" pitchFamily="34" charset="0"/>
              <a:buNone/>
            </a:pPr>
            <a:r>
              <a:rPr lang="en-US" b="1" dirty="0"/>
              <a:t>Integration with Cloud Providers</a:t>
            </a:r>
          </a:p>
          <a:p>
            <a:pPr marL="0" lvl="1" indent="0">
              <a:lnSpc>
                <a:spcPct val="110000"/>
              </a:lnSpc>
              <a:buFont typeface="Arial" panose="020B0604020202020204" pitchFamily="34" charset="0"/>
              <a:buNone/>
            </a:pPr>
            <a:r>
              <a:rPr dirty="0"/>
              <a:t>Supports querying cloud APIs like AWS, Azure, GCP, and others to obtain current host lists and statuses.</a:t>
            </a:r>
            <a:endParaRPr lang="en-US" dirty="0"/>
          </a:p>
          <a:p>
            <a:pPr marL="0" indent="0">
              <a:lnSpc>
                <a:spcPct val="110000"/>
              </a:lnSpc>
              <a:spcBef>
                <a:spcPts val="2500"/>
              </a:spcBef>
              <a:buFont typeface="Arial" panose="020B0604020202020204" pitchFamily="34" charset="0"/>
              <a:buNone/>
            </a:pPr>
            <a:r>
              <a:rPr lang="en-US" b="1" dirty="0"/>
              <a:t>Automation and Tagging</a:t>
            </a:r>
          </a:p>
          <a:p>
            <a:pPr marL="0" lvl="1" indent="0">
              <a:lnSpc>
                <a:spcPct val="110000"/>
              </a:lnSpc>
              <a:buFont typeface="Arial" panose="020B0604020202020204" pitchFamily="34" charset="0"/>
              <a:buNone/>
            </a:pPr>
            <a:r>
              <a:rPr dirty="0"/>
              <a:t>Uses tags to automatically group hosts by roles or environments, reducing manual inventory maintenance errors.</a:t>
            </a:r>
            <a:endParaRPr lang="en-US" dirty="0"/>
          </a:p>
          <a:p>
            <a:pPr marL="0" indent="0">
              <a:lnSpc>
                <a:spcPct val="110000"/>
              </a:lnSpc>
              <a:spcBef>
                <a:spcPts val="2500"/>
              </a:spcBef>
              <a:buFont typeface="Arial" panose="020B0604020202020204" pitchFamily="34" charset="0"/>
              <a:buNone/>
            </a:pPr>
            <a:r>
              <a:rPr lang="en-US" b="1" dirty="0"/>
              <a:t>Enhanced Security and Flexibility</a:t>
            </a:r>
          </a:p>
          <a:p>
            <a:pPr marL="0" lvl="1" indent="0">
              <a:lnSpc>
                <a:spcPct val="110000"/>
              </a:lnSpc>
              <a:buFont typeface="Arial" panose="020B0604020202020204" pitchFamily="34" charset="0"/>
              <a:buNone/>
            </a:pPr>
            <a:r>
              <a:rPr dirty="0"/>
              <a:t>Eliminates stale hosts from inventory, minimizing risks and supporting flexible, autonomous infrastructure operations.</a:t>
            </a:r>
            <a:endParaRPr lang="en-US" dirty="0"/>
          </a:p>
        </p:txBody>
      </p:sp>
      <p:pic>
        <p:nvPicPr>
          <p:cNvPr id="6" name="Picture 5">
            <a:extLst>
              <a:ext uri="{FF2B5EF4-FFF2-40B4-BE49-F238E27FC236}">
                <a16:creationId xmlns:a16="http://schemas.microsoft.com/office/drawing/2014/main" id="{2713CA62-0A30-76D3-D071-074FA8DC17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34800" y="1"/>
            <a:ext cx="457200" cy="460664"/>
          </a:xfrm>
          <a:prstGeom prst="rect">
            <a:avLst/>
          </a:prstGeom>
        </p:spPr>
      </p:pic>
    </p:spTree>
    <p:extLst>
      <p:ext uri="{BB962C8B-B14F-4D97-AF65-F5344CB8AC3E}">
        <p14:creationId xmlns:p14="http://schemas.microsoft.com/office/powerpoint/2010/main" val="42006832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DFFD2-95FD-AB6F-B774-BFD3D6A5F8A8}"/>
              </a:ext>
            </a:extLst>
          </p:cNvPr>
          <p:cNvSpPr>
            <a:spLocks noGrp="1"/>
          </p:cNvSpPr>
          <p:nvPr>
            <p:ph type="title"/>
          </p:nvPr>
        </p:nvSpPr>
        <p:spPr>
          <a:xfrm>
            <a:off x="990600" y="1981200"/>
            <a:ext cx="8961120" cy="3247475"/>
          </a:xfrm>
        </p:spPr>
        <p:txBody>
          <a:bodyPr anchor="b">
            <a:normAutofit/>
          </a:bodyPr>
          <a:lstStyle/>
          <a:p>
            <a:r>
              <a:rPr lang="en-US" dirty="0"/>
              <a:t>Types and Requirements of Dynamic Inventory</a:t>
            </a:r>
          </a:p>
        </p:txBody>
      </p:sp>
      <p:pic>
        <p:nvPicPr>
          <p:cNvPr id="4" name="Picture 3">
            <a:extLst>
              <a:ext uri="{FF2B5EF4-FFF2-40B4-BE49-F238E27FC236}">
                <a16:creationId xmlns:a16="http://schemas.microsoft.com/office/drawing/2014/main" id="{7814DA7F-66CA-6A76-B2F5-CF00FFE51D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8416" y="0"/>
            <a:ext cx="1243584" cy="1253005"/>
          </a:xfrm>
          <a:prstGeom prst="rect">
            <a:avLst/>
          </a:prstGeom>
        </p:spPr>
      </p:pic>
    </p:spTree>
    <p:extLst>
      <p:ext uri="{BB962C8B-B14F-4D97-AF65-F5344CB8AC3E}">
        <p14:creationId xmlns:p14="http://schemas.microsoft.com/office/powerpoint/2010/main" val="13706824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34329-AC61-984F-6433-117423F3989D}"/>
              </a:ext>
            </a:extLst>
          </p:cNvPr>
          <p:cNvSpPr>
            <a:spLocks noGrp="1"/>
          </p:cNvSpPr>
          <p:nvPr>
            <p:ph type="title"/>
          </p:nvPr>
        </p:nvSpPr>
        <p:spPr>
          <a:xfrm>
            <a:off x="8029814" y="512011"/>
            <a:ext cx="3628786" cy="1259920"/>
          </a:xfrm>
        </p:spPr>
        <p:txBody>
          <a:bodyPr anchor="b">
            <a:normAutofit/>
          </a:bodyPr>
          <a:lstStyle/>
          <a:p>
            <a:r>
              <a:rPr lang="en-US" sz="2500"/>
              <a:t>Script-Based and Plugin-Based Inventory Approaches</a:t>
            </a:r>
          </a:p>
        </p:txBody>
      </p:sp>
      <p:pic>
        <p:nvPicPr>
          <p:cNvPr id="5" name="Content Placeholder 4" descr="Big data database symbol badge button">
            <a:extLst>
              <a:ext uri="{FF2B5EF4-FFF2-40B4-BE49-F238E27FC236}">
                <a16:creationId xmlns:a16="http://schemas.microsoft.com/office/drawing/2014/main" id="{D5EF97BA-86D2-4242-8B6B-2A83E3C0EAD4}"/>
              </a:ext>
            </a:extLst>
          </p:cNvPr>
          <p:cNvPicPr>
            <a:picLocks noGrp="1" noChangeAspect="1"/>
          </p:cNvPicPr>
          <p:nvPr>
            <p:ph type="pic" sz="quarter" idx="13"/>
          </p:nvPr>
        </p:nvPicPr>
        <p:blipFill>
          <a:blip r:embed="rId3"/>
          <a:srcRect t="11134" r="3" b="7148"/>
          <a:stretch>
            <a:fillRect/>
          </a:stretch>
        </p:blipFill>
        <p:spPr>
          <a:xfrm>
            <a:off x="533400" y="533399"/>
            <a:ext cx="7086600" cy="5791199"/>
          </a:xfrm>
        </p:spPr>
      </p:pic>
      <p:sp>
        <p:nvSpPr>
          <p:cNvPr id="4" name="Content Placeholder 3">
            <a:extLst>
              <a:ext uri="{FF2B5EF4-FFF2-40B4-BE49-F238E27FC236}">
                <a16:creationId xmlns:a16="http://schemas.microsoft.com/office/drawing/2014/main" id="{E52E2543-BA00-3969-2E9D-515AD3ACE67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43065" y="2170611"/>
            <a:ext cx="3628786" cy="4162372"/>
          </a:xfrm>
        </p:spPr>
        <p:txBody>
          <a:bodyPr>
            <a:normAutofit/>
          </a:bodyPr>
          <a:lstStyle/>
          <a:p>
            <a:pPr marL="0" indent="0">
              <a:spcBef>
                <a:spcPts val="2500"/>
              </a:spcBef>
              <a:buFont typeface="Arial" panose="020B0604020202020204" pitchFamily="34" charset="0"/>
              <a:buNone/>
            </a:pPr>
            <a:r>
              <a:rPr lang="en-US" b="1" dirty="0"/>
              <a:t>Script-Based Inventory</a:t>
            </a:r>
          </a:p>
          <a:p>
            <a:pPr marL="0" lvl="1" indent="0">
              <a:buFont typeface="Arial" panose="020B0604020202020204" pitchFamily="34" charset="0"/>
              <a:buNone/>
            </a:pPr>
            <a:r>
              <a:rPr dirty="0"/>
              <a:t>Script-based inventory uses custom executable scripts to produce JSON data, ideal for unique APIs and legacy systems.</a:t>
            </a:r>
            <a:endParaRPr lang="en-US" dirty="0"/>
          </a:p>
          <a:p>
            <a:pPr marL="0" indent="0">
              <a:spcBef>
                <a:spcPts val="2500"/>
              </a:spcBef>
              <a:buFont typeface="Arial" panose="020B0604020202020204" pitchFamily="34" charset="0"/>
              <a:buNone/>
            </a:pPr>
            <a:r>
              <a:rPr lang="en-US" b="1" dirty="0"/>
              <a:t>Plugin-Based Inventory</a:t>
            </a:r>
          </a:p>
          <a:p>
            <a:pPr marL="0" lvl="1" indent="0">
              <a:buFont typeface="Arial" panose="020B0604020202020204" pitchFamily="34" charset="0"/>
              <a:buNone/>
            </a:pPr>
            <a:r>
              <a:rPr dirty="0"/>
              <a:t>Plugin-based inventory leverages pre-built plugins for cloud providers, requiring minimal setup and automatic host data retrieval.</a:t>
            </a:r>
            <a:endParaRPr lang="en-US" dirty="0"/>
          </a:p>
          <a:p>
            <a:pPr marL="0" indent="0">
              <a:spcBef>
                <a:spcPts val="2500"/>
              </a:spcBef>
              <a:buFont typeface="Arial" panose="020B0604020202020204" pitchFamily="34" charset="0"/>
              <a:buNone/>
            </a:pPr>
            <a:r>
              <a:rPr lang="en-US" b="1" dirty="0"/>
              <a:t>Hybrid Inventory Approach</a:t>
            </a:r>
          </a:p>
          <a:p>
            <a:pPr marL="0" lvl="1" indent="0">
              <a:buFont typeface="Arial" panose="020B0604020202020204" pitchFamily="34" charset="0"/>
              <a:buNone/>
            </a:pPr>
            <a:r>
              <a:rPr dirty="0"/>
              <a:t>Combining scripts for legacy systems and plugins for cloud services offers a flexible, standardized automation inventory solution.</a:t>
            </a:r>
            <a:endParaRPr lang="en-US" dirty="0"/>
          </a:p>
        </p:txBody>
      </p:sp>
      <p:pic>
        <p:nvPicPr>
          <p:cNvPr id="6" name="Picture 5">
            <a:extLst>
              <a:ext uri="{FF2B5EF4-FFF2-40B4-BE49-F238E27FC236}">
                <a16:creationId xmlns:a16="http://schemas.microsoft.com/office/drawing/2014/main" id="{280F97C0-94A5-1D3E-9863-42DDA75E1A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75045" y="-33528"/>
            <a:ext cx="638292" cy="643128"/>
          </a:xfrm>
          <a:prstGeom prst="rect">
            <a:avLst/>
          </a:prstGeom>
        </p:spPr>
      </p:pic>
    </p:spTree>
    <p:extLst>
      <p:ext uri="{BB962C8B-B14F-4D97-AF65-F5344CB8AC3E}">
        <p14:creationId xmlns:p14="http://schemas.microsoft.com/office/powerpoint/2010/main" val="7725539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BCF42-A8AB-24EC-1CA2-A1286154CF93}"/>
              </a:ext>
            </a:extLst>
          </p:cNvPr>
          <p:cNvSpPr>
            <a:spLocks noGrp="1"/>
          </p:cNvSpPr>
          <p:nvPr>
            <p:ph type="title"/>
          </p:nvPr>
        </p:nvSpPr>
        <p:spPr>
          <a:xfrm>
            <a:off x="419559" y="691867"/>
            <a:ext cx="6664559" cy="1217340"/>
          </a:xfrm>
        </p:spPr>
        <p:txBody>
          <a:bodyPr anchor="t">
            <a:normAutofit/>
          </a:bodyPr>
          <a:lstStyle/>
          <a:p>
            <a:r>
              <a:rPr lang="en-US"/>
              <a:t>Execution Requirements and JSON Output Structure</a:t>
            </a:r>
          </a:p>
        </p:txBody>
      </p:sp>
      <p:sp>
        <p:nvSpPr>
          <p:cNvPr id="4" name="Content Placeholder 3">
            <a:extLst>
              <a:ext uri="{FF2B5EF4-FFF2-40B4-BE49-F238E27FC236}">
                <a16:creationId xmlns:a16="http://schemas.microsoft.com/office/drawing/2014/main" id="{B1210919-5D1E-330D-91DF-FA6A1A623BF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2217" y="2010699"/>
            <a:ext cx="6661902" cy="4330851"/>
          </a:xfrm>
        </p:spPr>
        <p:txBody>
          <a:bodyPr>
            <a:normAutofit/>
          </a:bodyPr>
          <a:lstStyle/>
          <a:p>
            <a:pPr marL="0" indent="0">
              <a:lnSpc>
                <a:spcPct val="110000"/>
              </a:lnSpc>
              <a:spcBef>
                <a:spcPts val="2500"/>
              </a:spcBef>
              <a:buFont typeface="Arial" panose="020B0604020202020204" pitchFamily="34" charset="0"/>
              <a:buNone/>
            </a:pPr>
            <a:r>
              <a:rPr lang="en-US" b="1" dirty="0"/>
              <a:t>Script Execution Requirements</a:t>
            </a:r>
          </a:p>
          <a:p>
            <a:pPr marL="0" lvl="1" indent="0">
              <a:lnSpc>
                <a:spcPct val="110000"/>
              </a:lnSpc>
              <a:buFont typeface="Arial" panose="020B0604020202020204" pitchFamily="34" charset="0"/>
              <a:buNone/>
            </a:pPr>
            <a:r>
              <a:rPr dirty="0"/>
              <a:t>Dynamic inventory scripts must be executable and handle --list and --host commands, returning appropriate JSON data.</a:t>
            </a:r>
            <a:endParaRPr lang="en-US" dirty="0"/>
          </a:p>
          <a:p>
            <a:pPr marL="0" indent="0">
              <a:lnSpc>
                <a:spcPct val="110000"/>
              </a:lnSpc>
              <a:spcBef>
                <a:spcPts val="2500"/>
              </a:spcBef>
              <a:buFont typeface="Arial" panose="020B0604020202020204" pitchFamily="34" charset="0"/>
              <a:buNone/>
            </a:pPr>
            <a:r>
              <a:rPr lang="en-US" b="1" dirty="0"/>
              <a:t>JSON Output Structure</a:t>
            </a:r>
          </a:p>
          <a:p>
            <a:pPr marL="0" lvl="1" indent="0">
              <a:lnSpc>
                <a:spcPct val="110000"/>
              </a:lnSpc>
              <a:buFont typeface="Arial" panose="020B0604020202020204" pitchFamily="34" charset="0"/>
              <a:buNone/>
            </a:pPr>
            <a:r>
              <a:rPr dirty="0"/>
              <a:t>Scripts must return JSON with host groups, hosts, and a _meta section containing host variables for performance optimization.</a:t>
            </a:r>
            <a:endParaRPr lang="en-US" dirty="0"/>
          </a:p>
          <a:p>
            <a:pPr marL="0" indent="0">
              <a:lnSpc>
                <a:spcPct val="110000"/>
              </a:lnSpc>
              <a:spcBef>
                <a:spcPts val="2500"/>
              </a:spcBef>
              <a:buFont typeface="Arial" panose="020B0604020202020204" pitchFamily="34" charset="0"/>
              <a:buNone/>
            </a:pPr>
            <a:r>
              <a:rPr lang="en-US" b="1" dirty="0"/>
              <a:t>Plugin Configuration and Best Practices</a:t>
            </a:r>
          </a:p>
          <a:p>
            <a:pPr marL="0" lvl="1" indent="0">
              <a:lnSpc>
                <a:spcPct val="110000"/>
              </a:lnSpc>
              <a:buFont typeface="Arial" panose="020B0604020202020204" pitchFamily="34" charset="0"/>
              <a:buNone/>
            </a:pPr>
            <a:r>
              <a:rPr dirty="0"/>
              <a:t>Plugins use YAML configs for connection and caching, while dynamic sources should handle errors and avoid excessive API calls.</a:t>
            </a:r>
            <a:endParaRPr lang="en-US" dirty="0"/>
          </a:p>
          <a:p>
            <a:pPr marL="0" indent="0">
              <a:lnSpc>
                <a:spcPct val="110000"/>
              </a:lnSpc>
              <a:spcBef>
                <a:spcPts val="2500"/>
              </a:spcBef>
              <a:buFont typeface="Arial" panose="020B0604020202020204" pitchFamily="34" charset="0"/>
              <a:buNone/>
            </a:pPr>
            <a:r>
              <a:rPr lang="en-US" b="1" dirty="0"/>
              <a:t>Scalability and Performance</a:t>
            </a:r>
          </a:p>
          <a:p>
            <a:pPr marL="0" lvl="1" indent="0">
              <a:lnSpc>
                <a:spcPct val="110000"/>
              </a:lnSpc>
              <a:buFont typeface="Arial" panose="020B0604020202020204" pitchFamily="34" charset="0"/>
              <a:buNone/>
            </a:pPr>
            <a:r>
              <a:rPr dirty="0"/>
              <a:t>Using caching and efficient logic reduces API calls, enabling optimal performance with large inventories.</a:t>
            </a:r>
            <a:endParaRPr lang="en-US" dirty="0"/>
          </a:p>
        </p:txBody>
      </p:sp>
      <p:pic>
        <p:nvPicPr>
          <p:cNvPr id="5" name="Content Placeholder 4" descr="Abstract computer security breach concept with programming language code and a glowing word 'hacked'. Close-up defocused composition, with colorful glitched graphical effects.">
            <a:extLst>
              <a:ext uri="{FF2B5EF4-FFF2-40B4-BE49-F238E27FC236}">
                <a16:creationId xmlns:a16="http://schemas.microsoft.com/office/drawing/2014/main" id="{88244F69-56DE-434E-B2BB-4FAEFFB138CC}"/>
              </a:ext>
            </a:extLst>
          </p:cNvPr>
          <p:cNvPicPr>
            <a:picLocks noGrp="1" noChangeAspect="1"/>
          </p:cNvPicPr>
          <p:nvPr>
            <p:ph type="pic" sz="quarter" idx="13"/>
          </p:nvPr>
        </p:nvPicPr>
        <p:blipFill>
          <a:blip r:embed="rId3"/>
          <a:stretch/>
        </p:blipFill>
        <p:spPr>
          <a:xfrm>
            <a:off x="7620000" y="1949863"/>
            <a:ext cx="4038600" cy="2958274"/>
          </a:xfrm>
        </p:spPr>
      </p:pic>
      <p:pic>
        <p:nvPicPr>
          <p:cNvPr id="6" name="Picture 5">
            <a:extLst>
              <a:ext uri="{FF2B5EF4-FFF2-40B4-BE49-F238E27FC236}">
                <a16:creationId xmlns:a16="http://schemas.microsoft.com/office/drawing/2014/main" id="{0ABA8DC6-0559-D2ED-5B1C-C1F7D30DDC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23760" y="-18288"/>
            <a:ext cx="704816" cy="710155"/>
          </a:xfrm>
          <a:prstGeom prst="rect">
            <a:avLst/>
          </a:prstGeom>
        </p:spPr>
      </p:pic>
    </p:spTree>
    <p:extLst>
      <p:ext uri="{BB962C8B-B14F-4D97-AF65-F5344CB8AC3E}">
        <p14:creationId xmlns:p14="http://schemas.microsoft.com/office/powerpoint/2010/main" val="23196415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C79A8-B575-9BD6-F48F-26C1ED4E4DB8}"/>
              </a:ext>
            </a:extLst>
          </p:cNvPr>
          <p:cNvSpPr>
            <a:spLocks noGrp="1"/>
          </p:cNvSpPr>
          <p:nvPr>
            <p:ph type="title"/>
          </p:nvPr>
        </p:nvSpPr>
        <p:spPr>
          <a:xfrm>
            <a:off x="426997" y="3018408"/>
            <a:ext cx="8961120" cy="3247475"/>
          </a:xfrm>
        </p:spPr>
        <p:txBody>
          <a:bodyPr anchor="b">
            <a:normAutofit/>
          </a:bodyPr>
          <a:lstStyle/>
          <a:p>
            <a:r>
              <a:rPr lang="en-US" dirty="0"/>
              <a:t>Implementation and Performance Optimization</a:t>
            </a:r>
          </a:p>
        </p:txBody>
      </p:sp>
      <p:pic>
        <p:nvPicPr>
          <p:cNvPr id="6" name="Picture 5">
            <a:extLst>
              <a:ext uri="{FF2B5EF4-FFF2-40B4-BE49-F238E27FC236}">
                <a16:creationId xmlns:a16="http://schemas.microsoft.com/office/drawing/2014/main" id="{7612210E-2CD4-D871-D9B8-61069941A1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1505" y="-76200"/>
            <a:ext cx="983152" cy="990600"/>
          </a:xfrm>
          <a:prstGeom prst="rect">
            <a:avLst/>
          </a:prstGeom>
        </p:spPr>
      </p:pic>
    </p:spTree>
    <p:extLst>
      <p:ext uri="{BB962C8B-B14F-4D97-AF65-F5344CB8AC3E}">
        <p14:creationId xmlns:p14="http://schemas.microsoft.com/office/powerpoint/2010/main" val="15522180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EFBF1-3E3B-413A-12EB-B9053D9442A1}"/>
              </a:ext>
            </a:extLst>
          </p:cNvPr>
          <p:cNvSpPr>
            <a:spLocks noGrp="1"/>
          </p:cNvSpPr>
          <p:nvPr>
            <p:ph type="title"/>
          </p:nvPr>
        </p:nvSpPr>
        <p:spPr>
          <a:xfrm>
            <a:off x="4848555" y="512011"/>
            <a:ext cx="6792069" cy="1259920"/>
          </a:xfrm>
        </p:spPr>
        <p:txBody>
          <a:bodyPr anchor="b">
            <a:normAutofit/>
          </a:bodyPr>
          <a:lstStyle/>
          <a:p>
            <a:r>
              <a:rPr lang="en-US"/>
              <a:t>Python-Based Dynamic Inventory Example and Logging</a:t>
            </a:r>
          </a:p>
        </p:txBody>
      </p:sp>
      <p:pic>
        <p:nvPicPr>
          <p:cNvPr id="5" name="Content Placeholder 4" descr="Businesswoman holding placard with coins in front of technology icons">
            <a:extLst>
              <a:ext uri="{FF2B5EF4-FFF2-40B4-BE49-F238E27FC236}">
                <a16:creationId xmlns:a16="http://schemas.microsoft.com/office/drawing/2014/main" id="{A9934B02-61F1-4A32-9182-5824913F9F87}"/>
              </a:ext>
            </a:extLst>
          </p:cNvPr>
          <p:cNvPicPr>
            <a:picLocks noGrp="1" noChangeAspect="1"/>
          </p:cNvPicPr>
          <p:nvPr>
            <p:ph type="pic" sz="quarter" idx="13"/>
          </p:nvPr>
        </p:nvPicPr>
        <p:blipFill>
          <a:blip r:embed="rId3"/>
          <a:srcRect l="29172" r="26035" b="1"/>
          <a:stretch>
            <a:fillRect/>
          </a:stretch>
        </p:blipFill>
        <p:spPr>
          <a:xfrm>
            <a:off x="533400" y="533399"/>
            <a:ext cx="3886200" cy="5791201"/>
          </a:xfrm>
        </p:spPr>
      </p:pic>
      <p:sp>
        <p:nvSpPr>
          <p:cNvPr id="4" name="Content Placeholder 3">
            <a:extLst>
              <a:ext uri="{FF2B5EF4-FFF2-40B4-BE49-F238E27FC236}">
                <a16:creationId xmlns:a16="http://schemas.microsoft.com/office/drawing/2014/main" id="{9DF369CF-2518-10A9-FF60-5D3CD8CBF0B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97318" y="1981200"/>
            <a:ext cx="6792069" cy="4162372"/>
          </a:xfrm>
        </p:spPr>
        <p:txBody>
          <a:bodyPr>
            <a:normAutofit/>
          </a:bodyPr>
          <a:lstStyle/>
          <a:p>
            <a:pPr marL="0" indent="0">
              <a:lnSpc>
                <a:spcPct val="110000"/>
              </a:lnSpc>
              <a:spcBef>
                <a:spcPts val="2500"/>
              </a:spcBef>
              <a:buFont typeface="Arial" panose="020B0604020202020204" pitchFamily="34" charset="0"/>
              <a:buNone/>
            </a:pPr>
            <a:r>
              <a:rPr lang="en-US" b="1" dirty="0"/>
              <a:t>Dynamic Inventory Script Basics</a:t>
            </a:r>
          </a:p>
          <a:p>
            <a:pPr marL="0" lvl="1" indent="0">
              <a:lnSpc>
                <a:spcPct val="110000"/>
              </a:lnSpc>
              <a:buFont typeface="Arial" panose="020B0604020202020204" pitchFamily="34" charset="0"/>
              <a:buNone/>
            </a:pPr>
            <a:r>
              <a:rPr dirty="0"/>
              <a:t>The script uses </a:t>
            </a:r>
            <a:r>
              <a:rPr dirty="0" err="1"/>
              <a:t>argparse</a:t>
            </a:r>
            <a:r>
              <a:rPr dirty="0"/>
              <a:t> for argument parsing and </a:t>
            </a:r>
            <a:r>
              <a:rPr dirty="0" err="1"/>
              <a:t>json</a:t>
            </a:r>
            <a:r>
              <a:rPr dirty="0"/>
              <a:t> to output valid JSON for Ansible integration.</a:t>
            </a:r>
            <a:endParaRPr lang="en-US" dirty="0"/>
          </a:p>
          <a:p>
            <a:pPr marL="0" indent="0">
              <a:lnSpc>
                <a:spcPct val="110000"/>
              </a:lnSpc>
              <a:spcBef>
                <a:spcPts val="2500"/>
              </a:spcBef>
              <a:buFont typeface="Arial" panose="020B0604020202020204" pitchFamily="34" charset="0"/>
              <a:buNone/>
            </a:pPr>
            <a:r>
              <a:rPr lang="en-US" b="1" dirty="0"/>
              <a:t>Logging and Error Handling</a:t>
            </a:r>
          </a:p>
          <a:p>
            <a:pPr marL="0" lvl="1" indent="0">
              <a:lnSpc>
                <a:spcPct val="110000"/>
              </a:lnSpc>
              <a:buFont typeface="Arial" panose="020B0604020202020204" pitchFamily="34" charset="0"/>
              <a:buNone/>
            </a:pPr>
            <a:r>
              <a:rPr dirty="0"/>
              <a:t>Structured logging writes to rotating log files, errors are logged and sent to stderr to avoid breaking JSON output.</a:t>
            </a:r>
            <a:endParaRPr lang="en-US" dirty="0"/>
          </a:p>
          <a:p>
            <a:pPr marL="0" indent="0">
              <a:lnSpc>
                <a:spcPct val="110000"/>
              </a:lnSpc>
              <a:spcBef>
                <a:spcPts val="2500"/>
              </a:spcBef>
              <a:buFont typeface="Arial" panose="020B0604020202020204" pitchFamily="34" charset="0"/>
              <a:buNone/>
            </a:pPr>
            <a:r>
              <a:rPr lang="en-US" b="1" dirty="0"/>
              <a:t>Inventory and Host Variables</a:t>
            </a:r>
          </a:p>
          <a:p>
            <a:pPr marL="0" lvl="1" indent="0">
              <a:lnSpc>
                <a:spcPct val="110000"/>
              </a:lnSpc>
              <a:buFont typeface="Arial" panose="020B0604020202020204" pitchFamily="34" charset="0"/>
              <a:buNone/>
            </a:pPr>
            <a:r>
              <a:rPr dirty="0"/>
              <a:t>Host variables and groups are defined as dictionaries; fake hosts generated programmatically for testing scalability.</a:t>
            </a:r>
            <a:endParaRPr lang="en-US" dirty="0"/>
          </a:p>
          <a:p>
            <a:pPr marL="0" indent="0">
              <a:lnSpc>
                <a:spcPct val="110000"/>
              </a:lnSpc>
              <a:spcBef>
                <a:spcPts val="2500"/>
              </a:spcBef>
              <a:buFont typeface="Arial" panose="020B0604020202020204" pitchFamily="34" charset="0"/>
              <a:buNone/>
            </a:pPr>
            <a:r>
              <a:rPr lang="en-US" b="1" dirty="0"/>
              <a:t>Performance Testing and Validation</a:t>
            </a:r>
          </a:p>
          <a:p>
            <a:pPr marL="0" lvl="1" indent="0">
              <a:lnSpc>
                <a:spcPct val="110000"/>
              </a:lnSpc>
              <a:buFont typeface="Arial" panose="020B0604020202020204" pitchFamily="34" charset="0"/>
              <a:buNone/>
            </a:pPr>
            <a:r>
              <a:rPr dirty="0"/>
              <a:t>Using fake hosts and Ansible commands validates script responsiveness and scalability with improved speed using _meta.</a:t>
            </a:r>
            <a:endParaRPr lang="en-US" dirty="0"/>
          </a:p>
        </p:txBody>
      </p:sp>
      <p:pic>
        <p:nvPicPr>
          <p:cNvPr id="6" name="Picture 5">
            <a:extLst>
              <a:ext uri="{FF2B5EF4-FFF2-40B4-BE49-F238E27FC236}">
                <a16:creationId xmlns:a16="http://schemas.microsoft.com/office/drawing/2014/main" id="{E18BDA04-BC8D-5F0F-1C44-7AA83FDE1C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30000" y="0"/>
            <a:ext cx="762000" cy="767773"/>
          </a:xfrm>
          <a:prstGeom prst="rect">
            <a:avLst/>
          </a:prstGeom>
        </p:spPr>
      </p:pic>
    </p:spTree>
    <p:extLst>
      <p:ext uri="{BB962C8B-B14F-4D97-AF65-F5344CB8AC3E}">
        <p14:creationId xmlns:p14="http://schemas.microsoft.com/office/powerpoint/2010/main" val="36038154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C5FE6-FBAB-A85A-B03B-028CA08C7479}"/>
              </a:ext>
            </a:extLst>
          </p:cNvPr>
          <p:cNvSpPr>
            <a:spLocks noGrp="1"/>
          </p:cNvSpPr>
          <p:nvPr>
            <p:ph type="title"/>
          </p:nvPr>
        </p:nvSpPr>
        <p:spPr>
          <a:xfrm>
            <a:off x="4977971" y="691866"/>
            <a:ext cx="6680630" cy="1217337"/>
          </a:xfrm>
        </p:spPr>
        <p:txBody>
          <a:bodyPr anchor="t">
            <a:normAutofit/>
          </a:bodyPr>
          <a:lstStyle/>
          <a:p>
            <a:r>
              <a:rPr lang="en-US"/>
              <a:t>Optimization Through _meta and Inventory Caching</a:t>
            </a:r>
          </a:p>
        </p:txBody>
      </p:sp>
      <p:pic>
        <p:nvPicPr>
          <p:cNvPr id="5" name="Content Placeholder 4" descr="abstract programm binary code  and colored array cube Database">
            <a:extLst>
              <a:ext uri="{FF2B5EF4-FFF2-40B4-BE49-F238E27FC236}">
                <a16:creationId xmlns:a16="http://schemas.microsoft.com/office/drawing/2014/main" id="{F27D8776-5AB3-4622-B289-F8BBDCDABD8A}"/>
              </a:ext>
            </a:extLst>
          </p:cNvPr>
          <p:cNvPicPr>
            <a:picLocks noGrp="1" noChangeAspect="1"/>
          </p:cNvPicPr>
          <p:nvPr>
            <p:ph type="pic" sz="quarter" idx="13"/>
          </p:nvPr>
        </p:nvPicPr>
        <p:blipFill>
          <a:blip r:embed="rId3"/>
          <a:srcRect l="53672" r="5539" b="-2"/>
          <a:stretch>
            <a:fillRect/>
          </a:stretch>
        </p:blipFill>
        <p:spPr>
          <a:xfrm>
            <a:off x="533400" y="533400"/>
            <a:ext cx="3886200" cy="5811924"/>
          </a:xfrm>
        </p:spPr>
      </p:pic>
      <p:sp>
        <p:nvSpPr>
          <p:cNvPr id="4" name="Content Placeholder 3">
            <a:extLst>
              <a:ext uri="{FF2B5EF4-FFF2-40B4-BE49-F238E27FC236}">
                <a16:creationId xmlns:a16="http://schemas.microsoft.com/office/drawing/2014/main" id="{CA845405-BE72-2929-236D-9A42BB2DBB6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77971" y="2010699"/>
            <a:ext cx="6680630" cy="4313902"/>
          </a:xfrm>
        </p:spPr>
        <p:txBody>
          <a:bodyPr>
            <a:normAutofit/>
          </a:bodyPr>
          <a:lstStyle/>
          <a:p>
            <a:pPr marL="0" indent="0">
              <a:lnSpc>
                <a:spcPct val="110000"/>
              </a:lnSpc>
              <a:spcBef>
                <a:spcPts val="2500"/>
              </a:spcBef>
              <a:buFont typeface="Arial" panose="020B0604020202020204" pitchFamily="34" charset="0"/>
              <a:buNone/>
            </a:pPr>
            <a:r>
              <a:rPr lang="en-US" b="1" dirty="0"/>
              <a:t>_</a:t>
            </a:r>
            <a:r>
              <a:rPr lang="en-US" b="1" dirty="0" err="1"/>
              <a:t>meta.hostvars</a:t>
            </a:r>
            <a:r>
              <a:rPr lang="en-US" b="1" dirty="0"/>
              <a:t> Efficiency</a:t>
            </a:r>
          </a:p>
          <a:p>
            <a:pPr marL="0" lvl="1" indent="0">
              <a:lnSpc>
                <a:spcPct val="110000"/>
              </a:lnSpc>
              <a:buFont typeface="Arial" panose="020B0604020202020204" pitchFamily="34" charset="0"/>
              <a:buNone/>
            </a:pPr>
            <a:r>
              <a:rPr dirty="0"/>
              <a:t>_</a:t>
            </a:r>
            <a:r>
              <a:rPr dirty="0" err="1"/>
              <a:t>meta.hostvars</a:t>
            </a:r>
            <a:r>
              <a:rPr dirty="0"/>
              <a:t> stores all host variables in one dictionary, reducing repeated inventory lookups and improving speed.</a:t>
            </a:r>
            <a:endParaRPr lang="en-US" dirty="0"/>
          </a:p>
          <a:p>
            <a:pPr marL="0" indent="0">
              <a:lnSpc>
                <a:spcPct val="110000"/>
              </a:lnSpc>
              <a:spcBef>
                <a:spcPts val="2500"/>
              </a:spcBef>
              <a:buFont typeface="Arial" panose="020B0604020202020204" pitchFamily="34" charset="0"/>
              <a:buNone/>
            </a:pPr>
            <a:r>
              <a:rPr lang="en-US" b="1" dirty="0"/>
              <a:t>Inventory Caching Configuration</a:t>
            </a:r>
          </a:p>
          <a:p>
            <a:pPr marL="0" lvl="1" indent="0">
              <a:lnSpc>
                <a:spcPct val="110000"/>
              </a:lnSpc>
              <a:buFont typeface="Arial" panose="020B0604020202020204" pitchFamily="34" charset="0"/>
              <a:buNone/>
            </a:pPr>
            <a:r>
              <a:rPr dirty="0"/>
              <a:t>Caching in ansible.cfg stores inventory results locally, preventing repeated dynamic queries and improving performance.</a:t>
            </a:r>
            <a:endParaRPr lang="en-US" dirty="0"/>
          </a:p>
          <a:p>
            <a:pPr marL="0" indent="0">
              <a:lnSpc>
                <a:spcPct val="110000"/>
              </a:lnSpc>
              <a:spcBef>
                <a:spcPts val="2500"/>
              </a:spcBef>
              <a:buFont typeface="Arial" panose="020B0604020202020204" pitchFamily="34" charset="0"/>
              <a:buNone/>
            </a:pPr>
            <a:r>
              <a:rPr lang="en-US" b="1" dirty="0"/>
              <a:t>Cloud Plugin Benefits</a:t>
            </a:r>
          </a:p>
          <a:p>
            <a:pPr marL="0" lvl="1" indent="0">
              <a:lnSpc>
                <a:spcPct val="110000"/>
              </a:lnSpc>
              <a:buFont typeface="Arial" panose="020B0604020202020204" pitchFamily="34" charset="0"/>
              <a:buNone/>
            </a:pPr>
            <a:r>
              <a:rPr dirty="0"/>
              <a:t>Cloud inventory plugins benefit from caching by reducing API calls, lowering costs, and avoiding rate limits.</a:t>
            </a:r>
            <a:endParaRPr lang="en-US" dirty="0"/>
          </a:p>
          <a:p>
            <a:pPr marL="0" indent="0">
              <a:lnSpc>
                <a:spcPct val="110000"/>
              </a:lnSpc>
              <a:spcBef>
                <a:spcPts val="2500"/>
              </a:spcBef>
              <a:buFont typeface="Arial" panose="020B0604020202020204" pitchFamily="34" charset="0"/>
              <a:buNone/>
            </a:pPr>
            <a:r>
              <a:rPr lang="en-US" b="1" dirty="0"/>
              <a:t>Scalable Automation Best Practices</a:t>
            </a:r>
          </a:p>
          <a:p>
            <a:pPr marL="0" lvl="1" indent="0">
              <a:lnSpc>
                <a:spcPct val="110000"/>
              </a:lnSpc>
              <a:buFont typeface="Arial" panose="020B0604020202020204" pitchFamily="34" charset="0"/>
              <a:buNone/>
            </a:pPr>
            <a:r>
              <a:rPr dirty="0"/>
              <a:t>Combining caching with tag filtering ensures efficient, scalable automation with timely host information updates.</a:t>
            </a:r>
            <a:endParaRPr lang="en-US" dirty="0"/>
          </a:p>
        </p:txBody>
      </p:sp>
      <p:pic>
        <p:nvPicPr>
          <p:cNvPr id="6" name="Picture 5">
            <a:extLst>
              <a:ext uri="{FF2B5EF4-FFF2-40B4-BE49-F238E27FC236}">
                <a16:creationId xmlns:a16="http://schemas.microsoft.com/office/drawing/2014/main" id="{E53593BB-ED31-F95E-79E9-F77D35D0C2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06068" y="1"/>
            <a:ext cx="585931" cy="590370"/>
          </a:xfrm>
          <a:prstGeom prst="rect">
            <a:avLst/>
          </a:prstGeom>
        </p:spPr>
      </p:pic>
    </p:spTree>
    <p:extLst>
      <p:ext uri="{BB962C8B-B14F-4D97-AF65-F5344CB8AC3E}">
        <p14:creationId xmlns:p14="http://schemas.microsoft.com/office/powerpoint/2010/main" val="3993408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3BEA8-ACB2-DE34-98D9-848F0727C5F7}"/>
              </a:ext>
            </a:extLst>
          </p:cNvPr>
          <p:cNvSpPr>
            <a:spLocks noGrp="1"/>
          </p:cNvSpPr>
          <p:nvPr>
            <p:ph type="title"/>
          </p:nvPr>
        </p:nvSpPr>
        <p:spPr>
          <a:xfrm>
            <a:off x="426997" y="3018408"/>
            <a:ext cx="8961120" cy="3247475"/>
          </a:xfrm>
        </p:spPr>
        <p:txBody>
          <a:bodyPr anchor="b">
            <a:normAutofit/>
          </a:bodyPr>
          <a:lstStyle/>
          <a:p>
            <a:r>
              <a:rPr lang="en-US" dirty="0"/>
              <a:t>Practical Usage and Real-World Scenarios</a:t>
            </a:r>
          </a:p>
        </p:txBody>
      </p:sp>
      <p:pic>
        <p:nvPicPr>
          <p:cNvPr id="4" name="Picture 3">
            <a:extLst>
              <a:ext uri="{FF2B5EF4-FFF2-40B4-BE49-F238E27FC236}">
                <a16:creationId xmlns:a16="http://schemas.microsoft.com/office/drawing/2014/main" id="{E3BA30CC-02AB-0F94-7A24-1DDE4AB621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8848" y="1"/>
            <a:ext cx="983152" cy="990600"/>
          </a:xfrm>
          <a:prstGeom prst="rect">
            <a:avLst/>
          </a:prstGeom>
        </p:spPr>
      </p:pic>
    </p:spTree>
    <p:extLst>
      <p:ext uri="{BB962C8B-B14F-4D97-AF65-F5344CB8AC3E}">
        <p14:creationId xmlns:p14="http://schemas.microsoft.com/office/powerpoint/2010/main" val="33239347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E82F0-F2B1-F636-C84A-63CE8227826C}"/>
              </a:ext>
            </a:extLst>
          </p:cNvPr>
          <p:cNvSpPr>
            <a:spLocks noGrp="1"/>
          </p:cNvSpPr>
          <p:nvPr>
            <p:ph type="title"/>
          </p:nvPr>
        </p:nvSpPr>
        <p:spPr>
          <a:xfrm>
            <a:off x="419559" y="691867"/>
            <a:ext cx="6664559" cy="1217340"/>
          </a:xfrm>
        </p:spPr>
        <p:txBody>
          <a:bodyPr anchor="t">
            <a:normAutofit/>
          </a:bodyPr>
          <a:lstStyle/>
          <a:p>
            <a:r>
              <a:rPr lang="en-US" dirty="0"/>
              <a:t>Cloud Plugin Example: AWS EC2 and Grouping Techniques</a:t>
            </a:r>
          </a:p>
        </p:txBody>
      </p:sp>
      <p:sp>
        <p:nvSpPr>
          <p:cNvPr id="4" name="Content Placeholder 3">
            <a:extLst>
              <a:ext uri="{FF2B5EF4-FFF2-40B4-BE49-F238E27FC236}">
                <a16:creationId xmlns:a16="http://schemas.microsoft.com/office/drawing/2014/main" id="{6301DCF0-9B9D-F682-D7AA-91080982A38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2217" y="2010699"/>
            <a:ext cx="6661902" cy="4330851"/>
          </a:xfrm>
        </p:spPr>
        <p:txBody>
          <a:bodyPr>
            <a:normAutofit/>
          </a:bodyPr>
          <a:lstStyle/>
          <a:p>
            <a:pPr marL="0" indent="0">
              <a:lnSpc>
                <a:spcPct val="110000"/>
              </a:lnSpc>
              <a:spcBef>
                <a:spcPts val="2500"/>
              </a:spcBef>
              <a:buFont typeface="Arial" panose="020B0604020202020204" pitchFamily="34" charset="0"/>
              <a:buNone/>
            </a:pPr>
            <a:r>
              <a:rPr lang="en-US" b="1" dirty="0"/>
              <a:t>Dynamic Inventory Retrieval</a:t>
            </a:r>
          </a:p>
          <a:p>
            <a:pPr marL="0" lvl="1" indent="0">
              <a:lnSpc>
                <a:spcPct val="110000"/>
              </a:lnSpc>
              <a:buFont typeface="Arial" panose="020B0604020202020204" pitchFamily="34" charset="0"/>
              <a:buNone/>
            </a:pPr>
            <a:r>
              <a:rPr dirty="0"/>
              <a:t>AWS EC2 plugin queries the AWS API to dynamically retrieve instance data using various credential methods.</a:t>
            </a:r>
            <a:endParaRPr lang="en-US" dirty="0"/>
          </a:p>
          <a:p>
            <a:pPr marL="0" indent="0">
              <a:lnSpc>
                <a:spcPct val="110000"/>
              </a:lnSpc>
              <a:spcBef>
                <a:spcPts val="2500"/>
              </a:spcBef>
              <a:buFont typeface="Arial" panose="020B0604020202020204" pitchFamily="34" charset="0"/>
              <a:buNone/>
            </a:pPr>
            <a:r>
              <a:rPr lang="en-US" b="1" dirty="0"/>
              <a:t>Flexible Grouping Options</a:t>
            </a:r>
          </a:p>
          <a:p>
            <a:pPr marL="0" lvl="1" indent="0">
              <a:lnSpc>
                <a:spcPct val="110000"/>
              </a:lnSpc>
              <a:buFont typeface="Arial" panose="020B0604020202020204" pitchFamily="34" charset="0"/>
              <a:buNone/>
            </a:pPr>
            <a:r>
              <a:rPr dirty="0"/>
              <a:t>Hosts can be grouped automatically by tags, availability zones, instance types, or security groups using YAML configs.</a:t>
            </a:r>
            <a:endParaRPr lang="en-US" dirty="0"/>
          </a:p>
          <a:p>
            <a:pPr marL="0" indent="0">
              <a:lnSpc>
                <a:spcPct val="110000"/>
              </a:lnSpc>
              <a:spcBef>
                <a:spcPts val="2500"/>
              </a:spcBef>
              <a:buFont typeface="Arial" panose="020B0604020202020204" pitchFamily="34" charset="0"/>
              <a:buNone/>
            </a:pPr>
            <a:r>
              <a:rPr lang="en-US" b="1" dirty="0"/>
              <a:t>Visualization and Safety</a:t>
            </a:r>
          </a:p>
          <a:p>
            <a:pPr marL="0" lvl="1" indent="0">
              <a:lnSpc>
                <a:spcPct val="110000"/>
              </a:lnSpc>
              <a:buFont typeface="Arial" panose="020B0604020202020204" pitchFamily="34" charset="0"/>
              <a:buNone/>
            </a:pPr>
            <a:r>
              <a:rPr dirty="0"/>
              <a:t>Inventory visualization commands provide a clear hierarchy, improving targeting accuracy and operational safety.</a:t>
            </a:r>
            <a:endParaRPr lang="en-US" dirty="0"/>
          </a:p>
          <a:p>
            <a:pPr marL="0" indent="0">
              <a:lnSpc>
                <a:spcPct val="110000"/>
              </a:lnSpc>
              <a:spcBef>
                <a:spcPts val="2500"/>
              </a:spcBef>
              <a:buFont typeface="Arial" panose="020B0604020202020204" pitchFamily="34" charset="0"/>
              <a:buNone/>
            </a:pPr>
            <a:r>
              <a:rPr lang="en-US" b="1" dirty="0"/>
              <a:t>Cloud-Native Automation Benefits</a:t>
            </a:r>
          </a:p>
          <a:p>
            <a:pPr marL="0" lvl="1" indent="0">
              <a:lnSpc>
                <a:spcPct val="110000"/>
              </a:lnSpc>
              <a:buFont typeface="Arial" panose="020B0604020202020204" pitchFamily="34" charset="0"/>
              <a:buNone/>
            </a:pPr>
            <a:r>
              <a:rPr dirty="0"/>
              <a:t>Dynamic inventory reduces manual maintenance, enhances reliability, and aligns with scalable cloud operations.</a:t>
            </a:r>
            <a:endParaRPr lang="en-US" dirty="0"/>
          </a:p>
        </p:txBody>
      </p:sp>
      <p:pic>
        <p:nvPicPr>
          <p:cNvPr id="5" name="Content Placeholder 4" descr="Cloud Computing">
            <a:extLst>
              <a:ext uri="{FF2B5EF4-FFF2-40B4-BE49-F238E27FC236}">
                <a16:creationId xmlns:a16="http://schemas.microsoft.com/office/drawing/2014/main" id="{1D3D199E-5186-4D8E-A9A4-39870C5FF9A9}"/>
              </a:ext>
            </a:extLst>
          </p:cNvPr>
          <p:cNvPicPr>
            <a:picLocks noGrp="1" noChangeAspect="1"/>
          </p:cNvPicPr>
          <p:nvPr>
            <p:ph type="pic" sz="quarter" idx="13"/>
          </p:nvPr>
        </p:nvPicPr>
        <p:blipFill>
          <a:blip r:embed="rId3"/>
          <a:srcRect l="27773" r="30384"/>
          <a:stretch>
            <a:fillRect/>
          </a:stretch>
        </p:blipFill>
        <p:spPr>
          <a:xfrm>
            <a:off x="7620000" y="533400"/>
            <a:ext cx="4038600" cy="5791200"/>
          </a:xfrm>
        </p:spPr>
      </p:pic>
      <p:pic>
        <p:nvPicPr>
          <p:cNvPr id="6" name="Picture 5">
            <a:extLst>
              <a:ext uri="{FF2B5EF4-FFF2-40B4-BE49-F238E27FC236}">
                <a16:creationId xmlns:a16="http://schemas.microsoft.com/office/drawing/2014/main" id="{CDA1141C-EF32-3271-A067-CCD2626BA9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30000" y="-21336"/>
            <a:ext cx="762000" cy="767773"/>
          </a:xfrm>
          <a:prstGeom prst="rect">
            <a:avLst/>
          </a:prstGeom>
        </p:spPr>
      </p:pic>
    </p:spTree>
    <p:extLst>
      <p:ext uri="{BB962C8B-B14F-4D97-AF65-F5344CB8AC3E}">
        <p14:creationId xmlns:p14="http://schemas.microsoft.com/office/powerpoint/2010/main" val="6397183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C2714-2EDC-A4B4-948E-9A4E1A04AAD5}"/>
              </a:ext>
            </a:extLst>
          </p:cNvPr>
          <p:cNvSpPr>
            <a:spLocks noGrp="1"/>
          </p:cNvSpPr>
          <p:nvPr>
            <p:ph type="title"/>
          </p:nvPr>
        </p:nvSpPr>
        <p:spPr>
          <a:xfrm>
            <a:off x="4977971" y="691866"/>
            <a:ext cx="6680630" cy="1217337"/>
          </a:xfrm>
        </p:spPr>
        <p:txBody>
          <a:bodyPr anchor="t">
            <a:normAutofit/>
          </a:bodyPr>
          <a:lstStyle/>
          <a:p>
            <a:r>
              <a:rPr lang="en-US" sz="2700"/>
              <a:t>Use Case: Automating Production WebServers with Dynamic Inventory</a:t>
            </a:r>
          </a:p>
        </p:txBody>
      </p:sp>
      <p:pic>
        <p:nvPicPr>
          <p:cNvPr id="5" name="Content Placeholder 4">
            <a:extLst>
              <a:ext uri="{FF2B5EF4-FFF2-40B4-BE49-F238E27FC236}">
                <a16:creationId xmlns:a16="http://schemas.microsoft.com/office/drawing/2014/main" id="{D357AED7-0373-47D7-9036-52C84B8C5284}"/>
              </a:ext>
            </a:extLst>
          </p:cNvPr>
          <p:cNvPicPr>
            <a:picLocks noGrp="1" noChangeAspect="1"/>
          </p:cNvPicPr>
          <p:nvPr>
            <p:ph type="pic" sz="quarter" idx="13"/>
          </p:nvPr>
        </p:nvPicPr>
        <p:blipFill>
          <a:blip r:embed="rId3"/>
          <a:srcRect l="5666" r="56723" b="1"/>
          <a:stretch>
            <a:fillRect/>
          </a:stretch>
        </p:blipFill>
        <p:spPr>
          <a:xfrm>
            <a:off x="533400" y="533400"/>
            <a:ext cx="3886200" cy="5811924"/>
          </a:xfrm>
        </p:spPr>
      </p:pic>
      <p:sp>
        <p:nvSpPr>
          <p:cNvPr id="4" name="Content Placeholder 3">
            <a:extLst>
              <a:ext uri="{FF2B5EF4-FFF2-40B4-BE49-F238E27FC236}">
                <a16:creationId xmlns:a16="http://schemas.microsoft.com/office/drawing/2014/main" id="{7DE56D30-7078-CE9F-FF4C-50AB4028A7D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77971" y="2010699"/>
            <a:ext cx="6680630" cy="4313902"/>
          </a:xfrm>
        </p:spPr>
        <p:txBody>
          <a:bodyPr>
            <a:normAutofit/>
          </a:bodyPr>
          <a:lstStyle/>
          <a:p>
            <a:pPr marL="0" indent="0">
              <a:lnSpc>
                <a:spcPct val="110000"/>
              </a:lnSpc>
              <a:spcBef>
                <a:spcPts val="2500"/>
              </a:spcBef>
              <a:buFont typeface="Arial" panose="020B0604020202020204" pitchFamily="34" charset="0"/>
              <a:buNone/>
            </a:pPr>
            <a:r>
              <a:rPr lang="en-US" b="1" dirty="0"/>
              <a:t>Dynamic Inventory Automation</a:t>
            </a:r>
          </a:p>
          <a:p>
            <a:pPr marL="0" lvl="1" indent="0">
              <a:lnSpc>
                <a:spcPct val="110000"/>
              </a:lnSpc>
              <a:buFont typeface="Arial" panose="020B0604020202020204" pitchFamily="34" charset="0"/>
              <a:buNone/>
            </a:pPr>
            <a:r>
              <a:rPr dirty="0"/>
              <a:t>Dynamic inventory enables automatic discovery of production web servers using tags without manual input.</a:t>
            </a:r>
            <a:endParaRPr lang="en-US" dirty="0"/>
          </a:p>
          <a:p>
            <a:pPr marL="0" indent="0">
              <a:lnSpc>
                <a:spcPct val="110000"/>
              </a:lnSpc>
              <a:spcBef>
                <a:spcPts val="2500"/>
              </a:spcBef>
              <a:buFont typeface="Arial" panose="020B0604020202020204" pitchFamily="34" charset="0"/>
              <a:buNone/>
            </a:pPr>
            <a:r>
              <a:rPr lang="en-US" b="1" dirty="0"/>
              <a:t>Playbook Targeting by Tags</a:t>
            </a:r>
          </a:p>
          <a:p>
            <a:pPr marL="0" lvl="1" indent="0">
              <a:lnSpc>
                <a:spcPct val="110000"/>
              </a:lnSpc>
              <a:buFont typeface="Arial" panose="020B0604020202020204" pitchFamily="34" charset="0"/>
              <a:buNone/>
            </a:pPr>
            <a:r>
              <a:rPr dirty="0"/>
              <a:t>Automation runs playbooks targeting specific tagged groups, applying updates and compliance checks efficiently.</a:t>
            </a:r>
            <a:endParaRPr lang="en-US" dirty="0"/>
          </a:p>
          <a:p>
            <a:pPr marL="0" indent="0">
              <a:lnSpc>
                <a:spcPct val="110000"/>
              </a:lnSpc>
              <a:spcBef>
                <a:spcPts val="2500"/>
              </a:spcBef>
              <a:buFont typeface="Arial" panose="020B0604020202020204" pitchFamily="34" charset="0"/>
              <a:buNone/>
            </a:pPr>
            <a:r>
              <a:rPr lang="en-US" b="1" dirty="0"/>
              <a:t>Support for Deployment Strategies</a:t>
            </a:r>
          </a:p>
          <a:p>
            <a:pPr marL="0" lvl="1" indent="0">
              <a:lnSpc>
                <a:spcPct val="110000"/>
              </a:lnSpc>
              <a:buFont typeface="Arial" panose="020B0604020202020204" pitchFamily="34" charset="0"/>
              <a:buNone/>
            </a:pPr>
            <a:r>
              <a:rPr dirty="0"/>
              <a:t>Dynamic inventory supports blue-green deployments, canary releases, and rolling updates for precise server targeting.</a:t>
            </a:r>
            <a:endParaRPr lang="en-US" dirty="0"/>
          </a:p>
          <a:p>
            <a:pPr marL="0" indent="0">
              <a:lnSpc>
                <a:spcPct val="110000"/>
              </a:lnSpc>
              <a:spcBef>
                <a:spcPts val="2500"/>
              </a:spcBef>
              <a:buFont typeface="Arial" panose="020B0604020202020204" pitchFamily="34" charset="0"/>
              <a:buNone/>
            </a:pPr>
            <a:r>
              <a:rPr lang="en-US" b="1" dirty="0"/>
              <a:t>Granular Cloud Metadata Usage</a:t>
            </a:r>
          </a:p>
          <a:p>
            <a:pPr marL="0" lvl="1" indent="0">
              <a:lnSpc>
                <a:spcPct val="110000"/>
              </a:lnSpc>
              <a:buFont typeface="Arial" panose="020B0604020202020204" pitchFamily="34" charset="0"/>
              <a:buNone/>
            </a:pPr>
            <a:r>
              <a:rPr dirty="0"/>
              <a:t>Utilizing metadata like AMI IDs and subnet locations ensures safer, precise automation at scale.</a:t>
            </a:r>
            <a:endParaRPr lang="en-US" dirty="0"/>
          </a:p>
        </p:txBody>
      </p:sp>
      <p:pic>
        <p:nvPicPr>
          <p:cNvPr id="6" name="Picture 5">
            <a:extLst>
              <a:ext uri="{FF2B5EF4-FFF2-40B4-BE49-F238E27FC236}">
                <a16:creationId xmlns:a16="http://schemas.microsoft.com/office/drawing/2014/main" id="{B4138DAE-AC04-8883-7ED1-DB9B7629BA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60102" y="1"/>
            <a:ext cx="831898" cy="838200"/>
          </a:xfrm>
          <a:prstGeom prst="rect">
            <a:avLst/>
          </a:prstGeom>
        </p:spPr>
      </p:pic>
    </p:spTree>
    <p:extLst>
      <p:ext uri="{BB962C8B-B14F-4D97-AF65-F5344CB8AC3E}">
        <p14:creationId xmlns:p14="http://schemas.microsoft.com/office/powerpoint/2010/main" val="3944970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D33D7-27BE-D5C6-B61B-69CF7DF2BC23}"/>
              </a:ext>
            </a:extLst>
          </p:cNvPr>
          <p:cNvSpPr>
            <a:spLocks noGrp="1"/>
          </p:cNvSpPr>
          <p:nvPr>
            <p:ph type="title"/>
          </p:nvPr>
        </p:nvSpPr>
        <p:spPr>
          <a:xfrm>
            <a:off x="426997" y="3018408"/>
            <a:ext cx="8961120" cy="3247475"/>
          </a:xfrm>
        </p:spPr>
        <p:txBody>
          <a:bodyPr anchor="b">
            <a:normAutofit/>
          </a:bodyPr>
          <a:lstStyle/>
          <a:p>
            <a:r>
              <a:rPr lang="en-US"/>
              <a:t>Best Practices and Quality Assurance</a:t>
            </a:r>
          </a:p>
        </p:txBody>
      </p:sp>
      <p:pic>
        <p:nvPicPr>
          <p:cNvPr id="3" name="Picture 2">
            <a:extLst>
              <a:ext uri="{FF2B5EF4-FFF2-40B4-BE49-F238E27FC236}">
                <a16:creationId xmlns:a16="http://schemas.microsoft.com/office/drawing/2014/main" id="{0707ACA1-73AC-ED47-49C3-73D1C95055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60102" y="1"/>
            <a:ext cx="831898" cy="838200"/>
          </a:xfrm>
          <a:prstGeom prst="rect">
            <a:avLst/>
          </a:prstGeom>
        </p:spPr>
      </p:pic>
    </p:spTree>
    <p:extLst>
      <p:ext uri="{BB962C8B-B14F-4D97-AF65-F5344CB8AC3E}">
        <p14:creationId xmlns:p14="http://schemas.microsoft.com/office/powerpoint/2010/main" val="18079177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2FE1B-C13C-2112-DA6A-75D460A2D40B}"/>
              </a:ext>
            </a:extLst>
          </p:cNvPr>
          <p:cNvSpPr>
            <a:spLocks noGrp="1"/>
          </p:cNvSpPr>
          <p:nvPr>
            <p:ph type="title"/>
          </p:nvPr>
        </p:nvSpPr>
        <p:spPr>
          <a:xfrm>
            <a:off x="4848555" y="512011"/>
            <a:ext cx="6792069" cy="1259920"/>
          </a:xfrm>
        </p:spPr>
        <p:txBody>
          <a:bodyPr anchor="b">
            <a:normAutofit/>
          </a:bodyPr>
          <a:lstStyle/>
          <a:p>
            <a:r>
              <a:rPr lang="en-US"/>
              <a:t>Error Handling, Validation, and Robust Design</a:t>
            </a:r>
          </a:p>
        </p:txBody>
      </p:sp>
      <p:pic>
        <p:nvPicPr>
          <p:cNvPr id="5" name="Content Placeholder 4" descr="Shot of young woman programming at her home office.">
            <a:extLst>
              <a:ext uri="{FF2B5EF4-FFF2-40B4-BE49-F238E27FC236}">
                <a16:creationId xmlns:a16="http://schemas.microsoft.com/office/drawing/2014/main" id="{1A578138-1260-42B0-854C-949D2444FFED}"/>
              </a:ext>
            </a:extLst>
          </p:cNvPr>
          <p:cNvPicPr>
            <a:picLocks noGrp="1" noChangeAspect="1"/>
          </p:cNvPicPr>
          <p:nvPr>
            <p:ph type="pic" sz="quarter" idx="13"/>
          </p:nvPr>
        </p:nvPicPr>
        <p:blipFill>
          <a:blip r:embed="rId3"/>
          <a:srcRect l="24923" r="30285" b="1"/>
          <a:stretch>
            <a:fillRect/>
          </a:stretch>
        </p:blipFill>
        <p:spPr>
          <a:xfrm>
            <a:off x="533400" y="533399"/>
            <a:ext cx="3886200" cy="5791201"/>
          </a:xfrm>
        </p:spPr>
      </p:pic>
      <p:sp>
        <p:nvSpPr>
          <p:cNvPr id="4" name="Content Placeholder 3">
            <a:extLst>
              <a:ext uri="{FF2B5EF4-FFF2-40B4-BE49-F238E27FC236}">
                <a16:creationId xmlns:a16="http://schemas.microsoft.com/office/drawing/2014/main" id="{CC237B5A-28F4-04AE-27CF-5A6555777C5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dirty="0"/>
              <a:t>Script Output and Logging</a:t>
            </a:r>
          </a:p>
          <a:p>
            <a:pPr marL="0" lvl="1" indent="0">
              <a:lnSpc>
                <a:spcPct val="110000"/>
              </a:lnSpc>
              <a:buFont typeface="Arial" panose="020B0604020202020204" pitchFamily="34" charset="0"/>
              <a:buNone/>
            </a:pPr>
            <a:r>
              <a:rPr dirty="0"/>
              <a:t>Scripts must output valid JSON to </a:t>
            </a:r>
            <a:r>
              <a:rPr dirty="0" err="1"/>
              <a:t>stdout</a:t>
            </a:r>
            <a:r>
              <a:rPr dirty="0"/>
              <a:t> only, with errors sent to stderr and structured logging used for debug info.</a:t>
            </a:r>
            <a:endParaRPr lang="en-US" dirty="0"/>
          </a:p>
          <a:p>
            <a:pPr marL="0" indent="0">
              <a:lnSpc>
                <a:spcPct val="110000"/>
              </a:lnSpc>
              <a:spcBef>
                <a:spcPts val="2500"/>
              </a:spcBef>
              <a:buFont typeface="Arial" panose="020B0604020202020204" pitchFamily="34" charset="0"/>
              <a:buNone/>
            </a:pPr>
            <a:r>
              <a:rPr lang="en-US" b="1" dirty="0"/>
              <a:t>Validation and Syntax Checking</a:t>
            </a:r>
          </a:p>
          <a:p>
            <a:pPr marL="0" lvl="1" indent="0">
              <a:lnSpc>
                <a:spcPct val="110000"/>
              </a:lnSpc>
              <a:buFont typeface="Arial" panose="020B0604020202020204" pitchFamily="34" charset="0"/>
              <a:buNone/>
            </a:pPr>
            <a:r>
              <a:rPr dirty="0"/>
              <a:t>Use validation tools to catch syntax and structure issues before execution to ensure inventory consistency and correctness.</a:t>
            </a:r>
            <a:endParaRPr lang="en-US" dirty="0"/>
          </a:p>
          <a:p>
            <a:pPr marL="0" indent="0">
              <a:lnSpc>
                <a:spcPct val="110000"/>
              </a:lnSpc>
              <a:spcBef>
                <a:spcPts val="2500"/>
              </a:spcBef>
              <a:buFont typeface="Arial" panose="020B0604020202020204" pitchFamily="34" charset="0"/>
              <a:buNone/>
            </a:pPr>
            <a:r>
              <a:rPr lang="en-US" b="1" dirty="0"/>
              <a:t>Handling Plugin Errors and Rate Limits</a:t>
            </a:r>
          </a:p>
          <a:p>
            <a:pPr marL="0" lvl="1" indent="0">
              <a:lnSpc>
                <a:spcPct val="110000"/>
              </a:lnSpc>
              <a:buFont typeface="Arial" panose="020B0604020202020204" pitchFamily="34" charset="0"/>
              <a:buNone/>
            </a:pPr>
            <a:r>
              <a:rPr dirty="0"/>
              <a:t>Pre-validate plugins and implement caching with retries to handle errors from misconfiguration and cloud provider rate limits.</a:t>
            </a:r>
            <a:endParaRPr lang="en-US" dirty="0"/>
          </a:p>
          <a:p>
            <a:pPr marL="0" indent="0">
              <a:lnSpc>
                <a:spcPct val="110000"/>
              </a:lnSpc>
              <a:spcBef>
                <a:spcPts val="2500"/>
              </a:spcBef>
              <a:buFont typeface="Arial" panose="020B0604020202020204" pitchFamily="34" charset="0"/>
              <a:buNone/>
            </a:pPr>
            <a:r>
              <a:rPr lang="en-US" b="1" dirty="0"/>
              <a:t>Idempotent and Robust Design</a:t>
            </a:r>
          </a:p>
          <a:p>
            <a:pPr marL="0" lvl="1" indent="0">
              <a:lnSpc>
                <a:spcPct val="110000"/>
              </a:lnSpc>
              <a:buFont typeface="Arial" panose="020B0604020202020204" pitchFamily="34" charset="0"/>
              <a:buNone/>
            </a:pPr>
            <a:r>
              <a:rPr dirty="0"/>
              <a:t>Design inventories to be idempotent, producing consistent output to ensure predictable automation in CI/CD and large deployments.</a:t>
            </a:r>
            <a:endParaRPr lang="en-US" dirty="0"/>
          </a:p>
        </p:txBody>
      </p:sp>
      <p:pic>
        <p:nvPicPr>
          <p:cNvPr id="3" name="Picture 2">
            <a:extLst>
              <a:ext uri="{FF2B5EF4-FFF2-40B4-BE49-F238E27FC236}">
                <a16:creationId xmlns:a16="http://schemas.microsoft.com/office/drawing/2014/main" id="{EF090BFB-AE00-A020-A841-0564D95627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60102" y="1"/>
            <a:ext cx="831898" cy="838200"/>
          </a:xfrm>
          <a:prstGeom prst="rect">
            <a:avLst/>
          </a:prstGeom>
        </p:spPr>
      </p:pic>
    </p:spTree>
    <p:extLst>
      <p:ext uri="{BB962C8B-B14F-4D97-AF65-F5344CB8AC3E}">
        <p14:creationId xmlns:p14="http://schemas.microsoft.com/office/powerpoint/2010/main" val="38178593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D4401-B6E3-1201-CEDB-E48E374BEA4A}"/>
              </a:ext>
            </a:extLst>
          </p:cNvPr>
          <p:cNvSpPr>
            <a:spLocks noGrp="1"/>
          </p:cNvSpPr>
          <p:nvPr>
            <p:ph type="title"/>
          </p:nvPr>
        </p:nvSpPr>
        <p:spPr>
          <a:xfrm>
            <a:off x="426997" y="3018408"/>
            <a:ext cx="8961120" cy="3247475"/>
          </a:xfrm>
        </p:spPr>
        <p:txBody>
          <a:bodyPr anchor="b">
            <a:normAutofit/>
          </a:bodyPr>
          <a:lstStyle/>
          <a:p>
            <a:r>
              <a:rPr lang="en-US"/>
              <a:t>Conclusion and End-to-End Workflow</a:t>
            </a:r>
          </a:p>
        </p:txBody>
      </p:sp>
      <p:pic>
        <p:nvPicPr>
          <p:cNvPr id="3" name="Picture 2">
            <a:extLst>
              <a:ext uri="{FF2B5EF4-FFF2-40B4-BE49-F238E27FC236}">
                <a16:creationId xmlns:a16="http://schemas.microsoft.com/office/drawing/2014/main" id="{5268EA3C-0843-208F-4477-C071D33119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60102" y="1"/>
            <a:ext cx="831898" cy="838200"/>
          </a:xfrm>
          <a:prstGeom prst="rect">
            <a:avLst/>
          </a:prstGeom>
        </p:spPr>
      </p:pic>
    </p:spTree>
    <p:extLst>
      <p:ext uri="{BB962C8B-B14F-4D97-AF65-F5344CB8AC3E}">
        <p14:creationId xmlns:p14="http://schemas.microsoft.com/office/powerpoint/2010/main" val="17663948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443E2-D621-8B06-7F6F-74AB2C97E4D2}"/>
              </a:ext>
            </a:extLst>
          </p:cNvPr>
          <p:cNvSpPr>
            <a:spLocks noGrp="1"/>
          </p:cNvSpPr>
          <p:nvPr>
            <p:ph type="title"/>
          </p:nvPr>
        </p:nvSpPr>
        <p:spPr>
          <a:xfrm>
            <a:off x="4848555" y="512011"/>
            <a:ext cx="6792069" cy="1259920"/>
          </a:xfrm>
        </p:spPr>
        <p:txBody>
          <a:bodyPr anchor="b">
            <a:normAutofit/>
          </a:bodyPr>
          <a:lstStyle/>
          <a:p>
            <a:r>
              <a:rPr lang="en-US"/>
              <a:t>Summary and Practical Workflow for AutomateOps</a:t>
            </a:r>
          </a:p>
        </p:txBody>
      </p:sp>
      <p:pic>
        <p:nvPicPr>
          <p:cNvPr id="5" name="Content Placeholder 4" descr="White text Bubbles isolated on blue background">
            <a:extLst>
              <a:ext uri="{FF2B5EF4-FFF2-40B4-BE49-F238E27FC236}">
                <a16:creationId xmlns:a16="http://schemas.microsoft.com/office/drawing/2014/main" id="{017E8431-9649-41C3-97E5-382FFA3C05BA}"/>
              </a:ext>
            </a:extLst>
          </p:cNvPr>
          <p:cNvPicPr>
            <a:picLocks noGrp="1" noChangeAspect="1"/>
          </p:cNvPicPr>
          <p:nvPr>
            <p:ph type="pic" sz="quarter" idx="13"/>
          </p:nvPr>
        </p:nvPicPr>
        <p:blipFill>
          <a:blip r:embed="rId3"/>
          <a:stretch/>
        </p:blipFill>
        <p:spPr>
          <a:xfrm>
            <a:off x="533400" y="1714214"/>
            <a:ext cx="3886200" cy="3429571"/>
          </a:xfrm>
        </p:spPr>
      </p:pic>
      <p:sp>
        <p:nvSpPr>
          <p:cNvPr id="4" name="Content Placeholder 3">
            <a:extLst>
              <a:ext uri="{FF2B5EF4-FFF2-40B4-BE49-F238E27FC236}">
                <a16:creationId xmlns:a16="http://schemas.microsoft.com/office/drawing/2014/main" id="{7579A5D8-F190-302A-7700-5316E1F4F5F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dirty="0"/>
              <a:t>Dynamic Inventory Scripting</a:t>
            </a:r>
          </a:p>
          <a:p>
            <a:pPr marL="0" lvl="1" indent="0">
              <a:lnSpc>
                <a:spcPct val="110000"/>
              </a:lnSpc>
              <a:buFont typeface="Arial" panose="020B0604020202020204" pitchFamily="34" charset="0"/>
              <a:buNone/>
            </a:pPr>
            <a:r>
              <a:rPr dirty="0"/>
              <a:t>Create Python scripts to handle dynamic inventory lists and host details with JSON and logging.</a:t>
            </a:r>
            <a:endParaRPr lang="en-US" dirty="0"/>
          </a:p>
          <a:p>
            <a:pPr marL="0" indent="0">
              <a:lnSpc>
                <a:spcPct val="110000"/>
              </a:lnSpc>
              <a:spcBef>
                <a:spcPts val="2500"/>
              </a:spcBef>
              <a:buFont typeface="Arial" panose="020B0604020202020204" pitchFamily="34" charset="0"/>
              <a:buNone/>
            </a:pPr>
            <a:r>
              <a:rPr lang="en-US" b="1" dirty="0"/>
              <a:t>Cloud Inventory Plugins</a:t>
            </a:r>
          </a:p>
          <a:p>
            <a:pPr marL="0" lvl="1" indent="0">
              <a:lnSpc>
                <a:spcPct val="110000"/>
              </a:lnSpc>
              <a:buFont typeface="Arial" panose="020B0604020202020204" pitchFamily="34" charset="0"/>
              <a:buNone/>
            </a:pPr>
            <a:r>
              <a:rPr dirty="0"/>
              <a:t>Configure cloud inventory plugins with filters, grouping, and caching to manage large-scale environments.</a:t>
            </a:r>
            <a:endParaRPr lang="en-US" dirty="0"/>
          </a:p>
          <a:p>
            <a:pPr marL="0" indent="0">
              <a:lnSpc>
                <a:spcPct val="110000"/>
              </a:lnSpc>
              <a:spcBef>
                <a:spcPts val="2500"/>
              </a:spcBef>
              <a:buFont typeface="Arial" panose="020B0604020202020204" pitchFamily="34" charset="0"/>
              <a:buNone/>
            </a:pPr>
            <a:r>
              <a:rPr lang="en-US" b="1" dirty="0"/>
              <a:t>Performance Optimization</a:t>
            </a:r>
          </a:p>
          <a:p>
            <a:pPr marL="0" lvl="1" indent="0">
              <a:lnSpc>
                <a:spcPct val="110000"/>
              </a:lnSpc>
              <a:buFont typeface="Arial" panose="020B0604020202020204" pitchFamily="34" charset="0"/>
              <a:buNone/>
            </a:pPr>
            <a:r>
              <a:rPr dirty="0"/>
              <a:t>Implement caching and _</a:t>
            </a:r>
            <a:r>
              <a:rPr dirty="0" err="1"/>
              <a:t>meta.hostvars</a:t>
            </a:r>
            <a:r>
              <a:rPr dirty="0"/>
              <a:t> to enhance automation scalability and efficiency.</a:t>
            </a:r>
            <a:endParaRPr lang="en-US" dirty="0"/>
          </a:p>
          <a:p>
            <a:pPr marL="0" indent="0">
              <a:lnSpc>
                <a:spcPct val="110000"/>
              </a:lnSpc>
              <a:spcBef>
                <a:spcPts val="2500"/>
              </a:spcBef>
              <a:buFont typeface="Arial" panose="020B0604020202020204" pitchFamily="34" charset="0"/>
              <a:buNone/>
            </a:pPr>
            <a:r>
              <a:rPr lang="en-US" b="1" dirty="0"/>
              <a:t>Real-World Automation</a:t>
            </a:r>
          </a:p>
          <a:p>
            <a:pPr marL="0" lvl="1" indent="0">
              <a:lnSpc>
                <a:spcPct val="110000"/>
              </a:lnSpc>
              <a:buFont typeface="Arial" panose="020B0604020202020204" pitchFamily="34" charset="0"/>
              <a:buNone/>
            </a:pPr>
            <a:r>
              <a:rPr dirty="0"/>
              <a:t>Apply automation in production tasks like patching servers and orchestrating updates effectively.</a:t>
            </a:r>
            <a:endParaRPr lang="en-US" dirty="0"/>
          </a:p>
        </p:txBody>
      </p:sp>
      <p:pic>
        <p:nvPicPr>
          <p:cNvPr id="3" name="Picture 2">
            <a:extLst>
              <a:ext uri="{FF2B5EF4-FFF2-40B4-BE49-F238E27FC236}">
                <a16:creationId xmlns:a16="http://schemas.microsoft.com/office/drawing/2014/main" id="{374381F8-811C-B7F4-5EDA-6DCC9482A8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60102" y="1"/>
            <a:ext cx="831898" cy="838200"/>
          </a:xfrm>
          <a:prstGeom prst="rect">
            <a:avLst/>
          </a:prstGeom>
        </p:spPr>
      </p:pic>
    </p:spTree>
    <p:extLst>
      <p:ext uri="{BB962C8B-B14F-4D97-AF65-F5344CB8AC3E}">
        <p14:creationId xmlns:p14="http://schemas.microsoft.com/office/powerpoint/2010/main" val="16539068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3290" y="1554366"/>
            <a:ext cx="3104376" cy="430887"/>
          </a:xfrm>
          <a:prstGeom prst="rect">
            <a:avLst/>
          </a:prstGeom>
          <a:noFill/>
        </p:spPr>
        <p:txBody>
          <a:bodyPr wrap="none" anchor="ctr">
            <a:spAutoFit/>
          </a:bodyPr>
          <a:lstStyle/>
          <a:p>
            <a:pPr algn="l"/>
            <a:r>
              <a:rPr sz="2200" b="0" dirty="0">
                <a:solidFill>
                  <a:schemeClr val="accent6">
                    <a:lumMod val="10000"/>
                  </a:schemeClr>
                </a:solidFill>
                <a:latin typeface="Aptos" panose="020B0004020202020204" pitchFamily="34" charset="0"/>
              </a:rPr>
              <a:t>Like • Share • Comment</a:t>
            </a:r>
          </a:p>
        </p:txBody>
      </p:sp>
      <p:sp>
        <p:nvSpPr>
          <p:cNvPr id="8" name="TextBox 7">
            <a:extLst>
              <a:ext uri="{FF2B5EF4-FFF2-40B4-BE49-F238E27FC236}">
                <a16:creationId xmlns:a16="http://schemas.microsoft.com/office/drawing/2014/main" id="{754B0E55-7B88-B9EE-885B-547C7CA93A20}"/>
              </a:ext>
            </a:extLst>
          </p:cNvPr>
          <p:cNvSpPr txBox="1"/>
          <p:nvPr/>
        </p:nvSpPr>
        <p:spPr>
          <a:xfrm>
            <a:off x="1024128" y="3200400"/>
            <a:ext cx="5105400" cy="2893100"/>
          </a:xfrm>
          <a:prstGeom prst="rect">
            <a:avLst/>
          </a:prstGeom>
          <a:noFill/>
        </p:spPr>
        <p:txBody>
          <a:bodyPr wrap="square"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1" i="0" u="none" strike="noStrike" kern="0" cap="none" spc="0" normalizeH="0" baseline="0" noProof="0" dirty="0">
              <a:ln>
                <a:noFill/>
              </a:ln>
              <a:solidFill>
                <a:srgbClr val="002060"/>
              </a:solidFill>
              <a:effectLst/>
              <a:uLnTx/>
              <a:uFillTx/>
              <a:latin typeface="Aptos" panose="020B000402020202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br>
              <a:rPr kumimoji="0" sz="1800" b="1" i="0" u="none" strike="noStrike" kern="0" cap="none" spc="0" normalizeH="0" baseline="0" noProof="0" dirty="0">
                <a:ln>
                  <a:noFill/>
                </a:ln>
                <a:solidFill>
                  <a:srgbClr val="002060"/>
                </a:solidFill>
                <a:effectLst/>
                <a:uLnTx/>
                <a:uFillTx/>
                <a:latin typeface="Aptos" panose="020B0004020202020204" pitchFamily="34" charset="0"/>
              </a:rPr>
            </a:br>
            <a:r>
              <a:rPr kumimoji="0" sz="2200" b="1" i="0" u="none" strike="noStrike" kern="0" cap="none" spc="0" normalizeH="0" baseline="0" noProof="0" dirty="0">
                <a:ln>
                  <a:noFill/>
                </a:ln>
                <a:solidFill>
                  <a:srgbClr val="002060"/>
                </a:solidFill>
                <a:effectLst/>
                <a:uLnTx/>
                <a:uFillTx/>
                <a:latin typeface="Aptos" panose="020B0004020202020204" pitchFamily="34" charset="0"/>
              </a:rPr>
              <a:t>✔ Learn IT Automation with Ansible</a:t>
            </a:r>
            <a:br>
              <a:rPr kumimoji="0" sz="1800" b="1" i="0" u="none" strike="noStrike" kern="0" cap="none" spc="0" normalizeH="0" baseline="0" noProof="0" dirty="0">
                <a:ln>
                  <a:noFill/>
                </a:ln>
                <a:solidFill>
                  <a:srgbClr val="002060"/>
                </a:solidFill>
                <a:effectLst/>
                <a:uLnTx/>
                <a:uFillTx/>
                <a:latin typeface="Aptos" panose="020B0004020202020204" pitchFamily="34" charset="0"/>
              </a:rPr>
            </a:br>
            <a:r>
              <a:rPr kumimoji="0" sz="2200" b="1" i="0" u="none" strike="noStrike" kern="0" cap="none" spc="0" normalizeH="0" baseline="0" noProof="0" dirty="0">
                <a:ln>
                  <a:noFill/>
                </a:ln>
                <a:solidFill>
                  <a:srgbClr val="002060"/>
                </a:solidFill>
                <a:effectLst/>
                <a:uLnTx/>
                <a:uFillTx/>
                <a:latin typeface="Aptos" panose="020B0004020202020204" pitchFamily="34" charset="0"/>
              </a:rPr>
              <a:t>✔ Like, Share &amp; Subscribe for more DevOps content</a:t>
            </a:r>
            <a:br>
              <a:rPr kumimoji="0" sz="1800" b="1" i="0" u="none" strike="noStrike" kern="0" cap="none" spc="0" normalizeH="0" baseline="0" noProof="0" dirty="0">
                <a:ln>
                  <a:noFill/>
                </a:ln>
                <a:solidFill>
                  <a:srgbClr val="002060"/>
                </a:solidFill>
                <a:effectLst/>
                <a:uLnTx/>
                <a:uFillTx/>
                <a:latin typeface="Aptos" panose="020B0004020202020204" pitchFamily="34" charset="0"/>
              </a:rPr>
            </a:br>
            <a:br>
              <a:rPr kumimoji="0" sz="1800" b="1" i="0" u="none" strike="noStrike" kern="0" cap="none" spc="0" normalizeH="0" baseline="0" noProof="0" dirty="0">
                <a:ln>
                  <a:noFill/>
                </a:ln>
                <a:solidFill>
                  <a:srgbClr val="002060"/>
                </a:solidFill>
                <a:effectLst/>
                <a:uLnTx/>
                <a:uFillTx/>
                <a:latin typeface="Aptos" panose="020B0004020202020204" pitchFamily="34" charset="0"/>
              </a:rPr>
            </a:br>
            <a:r>
              <a:rPr kumimoji="0" sz="2200" b="1" i="0" u="none" strike="noStrike" kern="0" cap="none" spc="0" normalizeH="0" baseline="0" noProof="0" dirty="0">
                <a:ln>
                  <a:noFill/>
                </a:ln>
                <a:solidFill>
                  <a:srgbClr val="002060"/>
                </a:solidFill>
                <a:effectLst/>
                <a:uLnTx/>
                <a:uFillTx/>
                <a:latin typeface="Aptos" panose="020B0004020202020204" pitchFamily="34" charset="0"/>
              </a:rPr>
              <a:t>Follow us:</a:t>
            </a:r>
            <a:br>
              <a:rPr kumimoji="0" sz="1800" b="1" i="0" u="none" strike="noStrike" kern="0" cap="none" spc="0" normalizeH="0" baseline="0" noProof="0" dirty="0">
                <a:ln>
                  <a:noFill/>
                </a:ln>
                <a:solidFill>
                  <a:srgbClr val="002060"/>
                </a:solidFill>
                <a:effectLst/>
                <a:uLnTx/>
                <a:uFillTx/>
                <a:latin typeface="Aptos" panose="020B0004020202020204" pitchFamily="34" charset="0"/>
              </a:rPr>
            </a:br>
            <a:r>
              <a:rPr kumimoji="0" sz="2200" b="1" i="0" u="none" strike="noStrike" kern="0" cap="none" spc="0" normalizeH="0" baseline="0" noProof="0" dirty="0">
                <a:ln>
                  <a:noFill/>
                </a:ln>
                <a:solidFill>
                  <a:srgbClr val="002060"/>
                </a:solidFill>
                <a:effectLst/>
                <a:uLnTx/>
                <a:uFillTx/>
                <a:latin typeface="Aptos" panose="020B0004020202020204" pitchFamily="34" charset="0"/>
              </a:rPr>
              <a:t>YouTube: youtube.com/</a:t>
            </a:r>
            <a:r>
              <a:rPr kumimoji="0" sz="2200" b="1" i="0" u="none" strike="noStrike" kern="0" cap="none" spc="0" normalizeH="0" baseline="0" noProof="0" dirty="0" err="1">
                <a:ln>
                  <a:noFill/>
                </a:ln>
                <a:solidFill>
                  <a:srgbClr val="002060"/>
                </a:solidFill>
                <a:effectLst/>
                <a:uLnTx/>
                <a:uFillTx/>
                <a:latin typeface="Aptos" panose="020B0004020202020204" pitchFamily="34" charset="0"/>
              </a:rPr>
              <a:t>AutomateOps</a:t>
            </a:r>
            <a:br>
              <a:rPr kumimoji="0" sz="1800" b="1" i="0" u="none" strike="noStrike" kern="0" cap="none" spc="0" normalizeH="0" baseline="0" noProof="0" dirty="0">
                <a:ln>
                  <a:noFill/>
                </a:ln>
                <a:solidFill>
                  <a:srgbClr val="002060"/>
                </a:solidFill>
                <a:effectLst/>
                <a:uLnTx/>
                <a:uFillTx/>
                <a:latin typeface="Aptos" panose="020B0004020202020204" pitchFamily="34" charset="0"/>
              </a:rPr>
            </a:br>
            <a:endParaRPr kumimoji="0" sz="1800" b="1" i="0" u="none" strike="noStrike" kern="0" cap="none" spc="0" normalizeH="0" baseline="0" noProof="0" dirty="0">
              <a:ln>
                <a:noFill/>
              </a:ln>
              <a:solidFill>
                <a:srgbClr val="002060"/>
              </a:solidFill>
              <a:effectLst/>
              <a:uLnTx/>
              <a:uFillTx/>
              <a:latin typeface="Aptos" panose="020B0004020202020204" pitchFamily="34" charset="0"/>
            </a:endParaRPr>
          </a:p>
        </p:txBody>
      </p:sp>
      <p:pic>
        <p:nvPicPr>
          <p:cNvPr id="2" name="Picture 1" descr="A logo with a letter in a circle&#10;&#10;AI-generated content may be incorrect.">
            <a:extLst>
              <a:ext uri="{FF2B5EF4-FFF2-40B4-BE49-F238E27FC236}">
                <a16:creationId xmlns:a16="http://schemas.microsoft.com/office/drawing/2014/main" id="{C4BFCABF-2BDC-0145-E5D9-864C09A6BF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pic>
        <p:nvPicPr>
          <p:cNvPr id="6" name="Picture 5" descr="A qr code with a red and black square">
            <a:extLst>
              <a:ext uri="{FF2B5EF4-FFF2-40B4-BE49-F238E27FC236}">
                <a16:creationId xmlns:a16="http://schemas.microsoft.com/office/drawing/2014/main" id="{BE0629B5-F07A-CA55-EE8E-D14CAC33ED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21342" y="2286000"/>
            <a:ext cx="3962400" cy="3732836"/>
          </a:xfrm>
          <a:prstGeom prst="rect">
            <a:avLst/>
          </a:prstGeom>
        </p:spPr>
      </p:pic>
      <p:sp>
        <p:nvSpPr>
          <p:cNvPr id="7" name="TextBox 6">
            <a:extLst>
              <a:ext uri="{FF2B5EF4-FFF2-40B4-BE49-F238E27FC236}">
                <a16:creationId xmlns:a16="http://schemas.microsoft.com/office/drawing/2014/main" id="{CF377536-7B27-C035-04A4-D0A11745442F}"/>
              </a:ext>
            </a:extLst>
          </p:cNvPr>
          <p:cNvSpPr txBox="1"/>
          <p:nvPr/>
        </p:nvSpPr>
        <p:spPr>
          <a:xfrm>
            <a:off x="8014335" y="1554367"/>
            <a:ext cx="2503170" cy="430887"/>
          </a:xfrm>
          <a:prstGeom prst="rect">
            <a:avLst/>
          </a:prstGeom>
          <a:noFill/>
        </p:spPr>
        <p:txBody>
          <a:bodyPr wrap="square" anchor="ctr">
            <a:spAutoFit/>
          </a:bodyPr>
          <a:lstStyle/>
          <a:p>
            <a:pPr algn="l"/>
            <a:r>
              <a:rPr lang="en-IN" sz="2200" b="1" dirty="0">
                <a:solidFill>
                  <a:srgbClr val="002060"/>
                </a:solidFill>
                <a:latin typeface="Aptos" panose="020B0004020202020204" pitchFamily="34" charset="0"/>
              </a:rPr>
              <a:t>Scan to Subscribe</a:t>
            </a:r>
          </a:p>
        </p:txBody>
      </p:sp>
      <p:sp>
        <p:nvSpPr>
          <p:cNvPr id="9" name="TextBox 8"/>
          <p:cNvSpPr txBox="1"/>
          <p:nvPr/>
        </p:nvSpPr>
        <p:spPr>
          <a:xfrm>
            <a:off x="544994" y="982176"/>
            <a:ext cx="5059527" cy="430887"/>
          </a:xfrm>
          <a:prstGeom prst="rect">
            <a:avLst/>
          </a:prstGeom>
          <a:noFill/>
        </p:spPr>
        <p:txBody>
          <a:bodyPr wrap="none">
            <a:spAutoFit/>
          </a:bodyPr>
          <a:lstStyle/>
          <a:p>
            <a:pPr algn="l"/>
            <a:r>
              <a:rPr sz="2200" b="1" dirty="0">
                <a:solidFill>
                  <a:srgbClr val="002060"/>
                </a:solidFill>
                <a:latin typeface="Aptos" panose="020B0004020202020204" pitchFamily="34" charset="0"/>
              </a:rPr>
              <a:t>📢 Subscribe for more DevOps magic!</a:t>
            </a:r>
          </a:p>
        </p:txBody>
      </p:sp>
    </p:spTree>
  </p:cSld>
  <p:clrMapOvr>
    <a:masterClrMapping/>
  </p:clrMapOvr>
</p:sld>
</file>

<file path=ppt/theme/theme1.xml><?xml version="1.0" encoding="utf-8"?>
<a:theme xmlns:a="http://schemas.openxmlformats.org/drawingml/2006/main" name="Lines">
  <a:themeElements>
    <a:clrScheme name="Lines">
      <a:dk1>
        <a:srgbClr val="0F0F0F"/>
      </a:dk1>
      <a:lt1>
        <a:sysClr val="window" lastClr="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Univers Condensed Arial Light">
      <a:majorFont>
        <a:latin typeface="Univers Condensed"/>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nes" id="{656B2F94-71EE-4F5F-8AB6-423A33239BAD}" vid="{CD481196-1649-4740-8CB7-70D8662C6A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DDFC564-B38B-4437-B10C-2B4F696FB123}">
  <ds:schemaRefs>
    <ds:schemaRef ds:uri="http://schemas.microsoft.com/sharepoint/v3/contenttype/forms"/>
  </ds:schemaRefs>
</ds:datastoreItem>
</file>

<file path=customXml/itemProps2.xml><?xml version="1.0" encoding="utf-8"?>
<ds:datastoreItem xmlns:ds="http://schemas.openxmlformats.org/officeDocument/2006/customXml" ds:itemID="{68251039-0B1C-45AD-BDF3-E784F1E00F4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2EA6ECCF-1C9D-4352-BA6F-7912216595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760c494-6550-44b4-8258-77c175d778b7}"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Lines</Template>
  <TotalTime>58</TotalTime>
  <Words>3290</Words>
  <Application>Microsoft Office PowerPoint</Application>
  <PresentationFormat>Widescreen</PresentationFormat>
  <Paragraphs>120</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Arial Nova Light</vt:lpstr>
      <vt:lpstr>Calibri</vt:lpstr>
      <vt:lpstr>Univers Condensed</vt:lpstr>
      <vt:lpstr>Lines</vt:lpstr>
      <vt:lpstr>Dynamic Inventory for AutomateOps</vt:lpstr>
      <vt:lpstr>Foundations of Dynamic Inventory</vt:lpstr>
      <vt:lpstr>Concept and Purpose of Dynamic Inventory</vt:lpstr>
      <vt:lpstr>Types and Requirements of Dynamic Inventory</vt:lpstr>
      <vt:lpstr>Script-Based and Plugin-Based Inventory Approaches</vt:lpstr>
      <vt:lpstr>Execution Requirements and JSON Output Structure</vt:lpstr>
      <vt:lpstr>Implementation and Performance Optimization</vt:lpstr>
      <vt:lpstr>Python-Based Dynamic Inventory Example and Logging</vt:lpstr>
      <vt:lpstr>Optimization Through _meta and Inventory Caching</vt:lpstr>
      <vt:lpstr>Practical Usage and Real-World Scenarios</vt:lpstr>
      <vt:lpstr>Cloud Plugin Example: AWS EC2 and Grouping Techniques</vt:lpstr>
      <vt:lpstr>Use Case: Automating Production WebServers with Dynamic Inventory</vt:lpstr>
      <vt:lpstr>Best Practices and Quality Assurance</vt:lpstr>
      <vt:lpstr>Error Handling, Validation, and Robust Design</vt:lpstr>
      <vt:lpstr>Conclusion and End-to-End Workflow</vt:lpstr>
      <vt:lpstr>Summary and Practical Workflow for AutomateOps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Pal, Soumyendu</cp:lastModifiedBy>
  <cp:revision>4</cp:revision>
  <dcterms:created xsi:type="dcterms:W3CDTF">2025-08-04T19:15:43Z</dcterms:created>
  <dcterms:modified xsi:type="dcterms:W3CDTF">2026-02-07T10:34:49Z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