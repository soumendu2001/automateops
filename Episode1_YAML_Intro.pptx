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18"/>
  </p:notesMasterIdLst>
  <p:handoutMasterIdLst>
    <p:handoutMasterId r:id="rId19"/>
  </p:handoutMasterIdLst>
  <p:sldIdLst>
    <p:sldId id="2561" r:id="rId5"/>
    <p:sldId id="2562" r:id="rId6"/>
    <p:sldId id="2563" r:id="rId7"/>
    <p:sldId id="2564" r:id="rId8"/>
    <p:sldId id="2565" r:id="rId9"/>
    <p:sldId id="2570" r:id="rId10"/>
    <p:sldId id="2566" r:id="rId11"/>
    <p:sldId id="2567" r:id="rId12"/>
    <p:sldId id="2568" r:id="rId13"/>
    <p:sldId id="2571" r:id="rId14"/>
    <p:sldId id="2569" r:id="rId15"/>
    <p:sldId id="2623" r:id="rId16"/>
    <p:sldId id="26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pisode 1: Introduction to YAML" id="{DEE47327-D6F4-4DD8-87DF-7B23105323B7}">
          <p14:sldIdLst>
            <p14:sldId id="2561"/>
          </p14:sldIdLst>
        </p14:section>
        <p14:section name="Introduction to YAML" id="{14B739D0-6708-4BF9-8987-1218B1BC97B4}">
          <p14:sldIdLst>
            <p14:sldId id="2562"/>
            <p14:sldId id="2563"/>
            <p14:sldId id="2564"/>
            <p14:sldId id="2565"/>
            <p14:sldId id="2570"/>
            <p14:sldId id="2566"/>
            <p14:sldId id="2567"/>
            <p14:sldId id="2568"/>
            <p14:sldId id="2571"/>
            <p14:sldId id="2569"/>
            <p14:sldId id="2623"/>
            <p14:sldId id="2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5F5F-83C5-4142-BC7A-32BC454A0065}" v="7" dt="2025-11-27T07:19:47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undo custSel addSld modSld sldOrd">
      <pc:chgData name="Pal, Soumyendu" userId="68503d3d-ac8d-4828-9c3f-abc5a97f3674" providerId="ADAL" clId="{92440D97-2063-49B4-9BF5-3A22B04E4F12}" dt="2025-11-29T11:01:17.812" v="270" actId="1076"/>
      <pc:docMkLst>
        <pc:docMk/>
      </pc:docMkLst>
      <pc:sldChg chg="modSp mod">
        <pc:chgData name="Pal, Soumyendu" userId="68503d3d-ac8d-4828-9c3f-abc5a97f3674" providerId="ADAL" clId="{92440D97-2063-49B4-9BF5-3A22B04E4F12}" dt="2025-11-29T10:39:01.558" v="264" actId="1076"/>
        <pc:sldMkLst>
          <pc:docMk/>
          <pc:sldMk cId="3412399590" sldId="2561"/>
        </pc:sldMkLst>
        <pc:spChg chg="mod">
          <ac:chgData name="Pal, Soumyendu" userId="68503d3d-ac8d-4828-9c3f-abc5a97f3674" providerId="ADAL" clId="{92440D97-2063-49B4-9BF5-3A22B04E4F12}" dt="2025-11-29T10:38:56.270" v="263" actId="14100"/>
          <ac:spMkLst>
            <pc:docMk/>
            <pc:sldMk cId="3412399590" sldId="2561"/>
            <ac:spMk id="3" creationId="{430BF0B8-028C-267C-0F7B-F5C18B7BA6DA}"/>
          </ac:spMkLst>
        </pc:spChg>
        <pc:spChg chg="mod">
          <ac:chgData name="Pal, Soumyendu" userId="68503d3d-ac8d-4828-9c3f-abc5a97f3674" providerId="ADAL" clId="{92440D97-2063-49B4-9BF5-3A22B04E4F12}" dt="2025-11-29T10:38:46.493" v="261" actId="1076"/>
          <ac:spMkLst>
            <pc:docMk/>
            <pc:sldMk cId="3412399590" sldId="2561"/>
            <ac:spMk id="5" creationId="{3CCC2F83-39B5-F1A9-8928-41A4ACAE5160}"/>
          </ac:spMkLst>
        </pc:spChg>
        <pc:spChg chg="mod">
          <ac:chgData name="Pal, Soumyendu" userId="68503d3d-ac8d-4828-9c3f-abc5a97f3674" providerId="ADAL" clId="{92440D97-2063-49B4-9BF5-3A22B04E4F12}" dt="2025-11-29T10:38:51.716" v="262" actId="1076"/>
          <ac:spMkLst>
            <pc:docMk/>
            <pc:sldMk cId="3412399590" sldId="2561"/>
            <ac:spMk id="6" creationId="{E0CA21A5-06ED-9109-477F-07712EFF8A6A}"/>
          </ac:spMkLst>
        </pc:spChg>
        <pc:spChg chg="mod">
          <ac:chgData name="Pal, Soumyendu" userId="68503d3d-ac8d-4828-9c3f-abc5a97f3674" providerId="ADAL" clId="{92440D97-2063-49B4-9BF5-3A22B04E4F12}" dt="2025-11-29T10:39:01.558" v="264" actId="1076"/>
          <ac:spMkLst>
            <pc:docMk/>
            <pc:sldMk cId="3412399590" sldId="2561"/>
            <ac:spMk id="9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1-24T14:48:44.042" v="99" actId="403"/>
        <pc:sldMkLst>
          <pc:docMk/>
          <pc:sldMk cId="3638630487" sldId="2562"/>
        </pc:sldMkLst>
        <pc:spChg chg="mod">
          <ac:chgData name="Pal, Soumyendu" userId="68503d3d-ac8d-4828-9c3f-abc5a97f3674" providerId="ADAL" clId="{92440D97-2063-49B4-9BF5-3A22B04E4F12}" dt="2025-11-24T14:48:44.042" v="99" actId="403"/>
          <ac:spMkLst>
            <pc:docMk/>
            <pc:sldMk cId="3638630487" sldId="2562"/>
            <ac:spMk id="2" creationId="{BEA74A09-4857-10C1-F1C4-D0739CB00408}"/>
          </ac:spMkLst>
        </pc:spChg>
      </pc:sldChg>
      <pc:sldChg chg="modSp mod">
        <pc:chgData name="Pal, Soumyendu" userId="68503d3d-ac8d-4828-9c3f-abc5a97f3674" providerId="ADAL" clId="{92440D97-2063-49B4-9BF5-3A22B04E4F12}" dt="2025-11-29T11:01:17.812" v="270" actId="1076"/>
        <pc:sldMkLst>
          <pc:docMk/>
          <pc:sldMk cId="2461870849" sldId="2563"/>
        </pc:sldMkLst>
        <pc:spChg chg="mod">
          <ac:chgData name="Pal, Soumyendu" userId="68503d3d-ac8d-4828-9c3f-abc5a97f3674" providerId="ADAL" clId="{92440D97-2063-49B4-9BF5-3A22B04E4F12}" dt="2025-11-29T11:01:17.812" v="270" actId="1076"/>
          <ac:spMkLst>
            <pc:docMk/>
            <pc:sldMk cId="2461870849" sldId="2563"/>
            <ac:spMk id="4" creationId="{D60F5E67-3B55-E67A-B918-2ABFB942A067}"/>
          </ac:spMkLst>
        </pc:spChg>
        <pc:spChg chg="mod">
          <ac:chgData name="Pal, Soumyendu" userId="68503d3d-ac8d-4828-9c3f-abc5a97f3674" providerId="ADAL" clId="{92440D97-2063-49B4-9BF5-3A22B04E4F12}" dt="2025-11-29T10:39:10.774" v="265" actId="1076"/>
          <ac:spMkLst>
            <pc:docMk/>
            <pc:sldMk cId="2461870849" sldId="2563"/>
            <ac:spMk id="6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1-29T10:39:26.848" v="269" actId="6549"/>
        <pc:sldMkLst>
          <pc:docMk/>
          <pc:sldMk cId="2287806851" sldId="2564"/>
        </pc:sldMkLst>
        <pc:spChg chg="mod">
          <ac:chgData name="Pal, Soumyendu" userId="68503d3d-ac8d-4828-9c3f-abc5a97f3674" providerId="ADAL" clId="{92440D97-2063-49B4-9BF5-3A22B04E4F12}" dt="2025-11-24T14:58:28.741" v="166" actId="113"/>
          <ac:spMkLst>
            <pc:docMk/>
            <pc:sldMk cId="2287806851" sldId="2564"/>
            <ac:spMk id="4" creationId="{6F7BCF11-2548-7767-F066-30CECD6EC6C2}"/>
          </ac:spMkLst>
        </pc:spChg>
        <pc:spChg chg="mod">
          <ac:chgData name="Pal, Soumyendu" userId="68503d3d-ac8d-4828-9c3f-abc5a97f3674" providerId="ADAL" clId="{92440D97-2063-49B4-9BF5-3A22B04E4F12}" dt="2025-11-29T10:39:26.848" v="269" actId="6549"/>
          <ac:spMkLst>
            <pc:docMk/>
            <pc:sldMk cId="2287806851" sldId="2564"/>
            <ac:spMk id="7" creationId="{00000000-0000-0000-0000-000000000000}"/>
          </ac:spMkLst>
        </pc:spChg>
        <pc:picChg chg="mod">
          <ac:chgData name="Pal, Soumyendu" userId="68503d3d-ac8d-4828-9c3f-abc5a97f3674" providerId="ADAL" clId="{92440D97-2063-49B4-9BF5-3A22B04E4F12}" dt="2025-11-27T07:01:28.526" v="222" actId="14100"/>
          <ac:picMkLst>
            <pc:docMk/>
            <pc:sldMk cId="2287806851" sldId="2564"/>
            <ac:picMk id="3" creationId="{6A4F9B6A-1B73-AAEA-1914-40029B35AD5B}"/>
          </ac:picMkLst>
        </pc:picChg>
      </pc:sldChg>
      <pc:sldChg chg="modSp mod">
        <pc:chgData name="Pal, Soumyendu" userId="68503d3d-ac8d-4828-9c3f-abc5a97f3674" providerId="ADAL" clId="{92440D97-2063-49B4-9BF5-3A22B04E4F12}" dt="2025-11-24T14:59:04.486" v="174" actId="113"/>
        <pc:sldMkLst>
          <pc:docMk/>
          <pc:sldMk cId="2863173471" sldId="2565"/>
        </pc:sldMkLst>
        <pc:spChg chg="mod">
          <ac:chgData name="Pal, Soumyendu" userId="68503d3d-ac8d-4828-9c3f-abc5a97f3674" providerId="ADAL" clId="{92440D97-2063-49B4-9BF5-3A22B04E4F12}" dt="2025-11-24T14:35:49.487" v="21" actId="113"/>
          <ac:spMkLst>
            <pc:docMk/>
            <pc:sldMk cId="2863173471" sldId="2565"/>
            <ac:spMk id="2" creationId="{C4692CF6-C722-936C-0032-B5764A34AED4}"/>
          </ac:spMkLst>
        </pc:spChg>
        <pc:spChg chg="mod">
          <ac:chgData name="Pal, Soumyendu" userId="68503d3d-ac8d-4828-9c3f-abc5a97f3674" providerId="ADAL" clId="{92440D97-2063-49B4-9BF5-3A22B04E4F12}" dt="2025-11-24T14:59:04.486" v="174" actId="113"/>
          <ac:spMkLst>
            <pc:docMk/>
            <pc:sldMk cId="2863173471" sldId="2565"/>
            <ac:spMk id="4" creationId="{89A97853-344C-0BC2-CF6A-01363968F8C1}"/>
          </ac:spMkLst>
        </pc:spChg>
      </pc:sldChg>
      <pc:sldChg chg="modSp mod">
        <pc:chgData name="Pal, Soumyendu" userId="68503d3d-ac8d-4828-9c3f-abc5a97f3674" providerId="ADAL" clId="{92440D97-2063-49B4-9BF5-3A22B04E4F12}" dt="2025-11-24T14:59:32.178" v="181" actId="113"/>
        <pc:sldMkLst>
          <pc:docMk/>
          <pc:sldMk cId="586920959" sldId="2566"/>
        </pc:sldMkLst>
        <pc:spChg chg="mod">
          <ac:chgData name="Pal, Soumyendu" userId="68503d3d-ac8d-4828-9c3f-abc5a97f3674" providerId="ADAL" clId="{92440D97-2063-49B4-9BF5-3A22B04E4F12}" dt="2025-11-24T14:59:32.178" v="181" actId="113"/>
          <ac:spMkLst>
            <pc:docMk/>
            <pc:sldMk cId="586920959" sldId="2566"/>
            <ac:spMk id="4" creationId="{FDE08306-0D7B-DE37-A830-5DA1672527AF}"/>
          </ac:spMkLst>
        </pc:spChg>
        <pc:spChg chg="mod">
          <ac:chgData name="Pal, Soumyendu" userId="68503d3d-ac8d-4828-9c3f-abc5a97f3674" providerId="ADAL" clId="{92440D97-2063-49B4-9BF5-3A22B04E4F12}" dt="2025-11-24T14:36:50.258" v="32" actId="20577"/>
          <ac:spMkLst>
            <pc:docMk/>
            <pc:sldMk cId="586920959" sldId="2566"/>
            <ac:spMk id="7" creationId="{67078FC4-B643-1281-D2DA-5CEB63D3AEAB}"/>
          </ac:spMkLst>
        </pc:spChg>
        <pc:spChg chg="mod">
          <ac:chgData name="Pal, Soumyendu" userId="68503d3d-ac8d-4828-9c3f-abc5a97f3674" providerId="ADAL" clId="{92440D97-2063-49B4-9BF5-3A22B04E4F12}" dt="2025-11-24T14:34:00.528" v="5" actId="113"/>
          <ac:spMkLst>
            <pc:docMk/>
            <pc:sldMk cId="586920959" sldId="2566"/>
            <ac:spMk id="8" creationId="{5EC8D02A-B4F8-1DB9-6902-27854F1C4913}"/>
          </ac:spMkLst>
        </pc:spChg>
        <pc:spChg chg="mod">
          <ac:chgData name="Pal, Soumyendu" userId="68503d3d-ac8d-4828-9c3f-abc5a97f3674" providerId="ADAL" clId="{92440D97-2063-49B4-9BF5-3A22B04E4F12}" dt="2025-11-24T14:36:37.016" v="30" actId="2711"/>
          <ac:spMkLst>
            <pc:docMk/>
            <pc:sldMk cId="586920959" sldId="2566"/>
            <ac:spMk id="9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1-24T14:37:07.622" v="34" actId="20577"/>
        <pc:sldMkLst>
          <pc:docMk/>
          <pc:sldMk cId="3642383009" sldId="2567"/>
        </pc:sldMkLst>
        <pc:spChg chg="mod">
          <ac:chgData name="Pal, Soumyendu" userId="68503d3d-ac8d-4828-9c3f-abc5a97f3674" providerId="ADAL" clId="{92440D97-2063-49B4-9BF5-3A22B04E4F12}" dt="2025-11-24T14:37:07.622" v="34" actId="20577"/>
          <ac:spMkLst>
            <pc:docMk/>
            <pc:sldMk cId="3642383009" sldId="2567"/>
            <ac:spMk id="6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1-27T09:59:44.856" v="231" actId="1076"/>
        <pc:sldMkLst>
          <pc:docMk/>
          <pc:sldMk cId="1209362279" sldId="2568"/>
        </pc:sldMkLst>
        <pc:spChg chg="mod">
          <ac:chgData name="Pal, Soumyendu" userId="68503d3d-ac8d-4828-9c3f-abc5a97f3674" providerId="ADAL" clId="{92440D97-2063-49B4-9BF5-3A22B04E4F12}" dt="2025-11-27T09:59:42.878" v="230" actId="1076"/>
          <ac:spMkLst>
            <pc:docMk/>
            <pc:sldMk cId="1209362279" sldId="2568"/>
            <ac:spMk id="2" creationId="{D00638D8-8CC9-75AE-A3A9-A72863D3DE7D}"/>
          </ac:spMkLst>
        </pc:spChg>
        <pc:spChg chg="mod">
          <ac:chgData name="Pal, Soumyendu" userId="68503d3d-ac8d-4828-9c3f-abc5a97f3674" providerId="ADAL" clId="{92440D97-2063-49B4-9BF5-3A22B04E4F12}" dt="2025-11-27T09:59:37.011" v="229" actId="14100"/>
          <ac:spMkLst>
            <pc:docMk/>
            <pc:sldMk cId="1209362279" sldId="2568"/>
            <ac:spMk id="3" creationId="{EF6D7568-4933-0156-5372-7E518AA8DC98}"/>
          </ac:spMkLst>
        </pc:spChg>
        <pc:spChg chg="mod">
          <ac:chgData name="Pal, Soumyendu" userId="68503d3d-ac8d-4828-9c3f-abc5a97f3674" providerId="ADAL" clId="{92440D97-2063-49B4-9BF5-3A22B04E4F12}" dt="2025-11-27T09:59:44.856" v="231" actId="1076"/>
          <ac:spMkLst>
            <pc:docMk/>
            <pc:sldMk cId="1209362279" sldId="2568"/>
            <ac:spMk id="4" creationId="{9F30B9BF-5769-4E96-E891-A139572697B4}"/>
          </ac:spMkLst>
        </pc:spChg>
      </pc:sldChg>
      <pc:sldChg chg="modSp mod">
        <pc:chgData name="Pal, Soumyendu" userId="68503d3d-ac8d-4828-9c3f-abc5a97f3674" providerId="ADAL" clId="{92440D97-2063-49B4-9BF5-3A22B04E4F12}" dt="2025-11-24T14:47:41.487" v="96" actId="207"/>
        <pc:sldMkLst>
          <pc:docMk/>
          <pc:sldMk cId="2816662637" sldId="2569"/>
        </pc:sldMkLst>
        <pc:spChg chg="mod">
          <ac:chgData name="Pal, Soumyendu" userId="68503d3d-ac8d-4828-9c3f-abc5a97f3674" providerId="ADAL" clId="{92440D97-2063-49B4-9BF5-3A22B04E4F12}" dt="2025-11-24T14:38:13.419" v="40" actId="2711"/>
          <ac:spMkLst>
            <pc:docMk/>
            <pc:sldMk cId="2816662637" sldId="2569"/>
            <ac:spMk id="4" creationId="{31ED9EB2-613C-0909-3814-5993FDFA77B7}"/>
          </ac:spMkLst>
        </pc:spChg>
        <pc:spChg chg="mod">
          <ac:chgData name="Pal, Soumyendu" userId="68503d3d-ac8d-4828-9c3f-abc5a97f3674" providerId="ADAL" clId="{92440D97-2063-49B4-9BF5-3A22B04E4F12}" dt="2025-11-24T14:47:41.487" v="96" actId="207"/>
          <ac:spMkLst>
            <pc:docMk/>
            <pc:sldMk cId="2816662637" sldId="2569"/>
            <ac:spMk id="8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4T14:45:26.469" v="90" actId="208"/>
          <ac:spMkLst>
            <pc:docMk/>
            <pc:sldMk cId="2816662637" sldId="2569"/>
            <ac:spMk id="9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1-26T12:44:17.224" v="217" actId="1076"/>
        <pc:sldMkLst>
          <pc:docMk/>
          <pc:sldMk cId="4191780759" sldId="2570"/>
        </pc:sldMkLst>
        <pc:spChg chg="mod">
          <ac:chgData name="Pal, Soumyendu" userId="68503d3d-ac8d-4828-9c3f-abc5a97f3674" providerId="ADAL" clId="{92440D97-2063-49B4-9BF5-3A22B04E4F12}" dt="2025-11-24T14:47:28.652" v="95" actId="208"/>
          <ac:spMkLst>
            <pc:docMk/>
            <pc:sldMk cId="4191780759" sldId="2570"/>
            <ac:spMk id="2" creationId="{A421E4DD-CF48-2C7B-A81B-F96B3162C788}"/>
          </ac:spMkLst>
        </pc:spChg>
        <pc:spChg chg="mod">
          <ac:chgData name="Pal, Soumyendu" userId="68503d3d-ac8d-4828-9c3f-abc5a97f3674" providerId="ADAL" clId="{92440D97-2063-49B4-9BF5-3A22B04E4F12}" dt="2025-11-24T14:59:13.751" v="175" actId="113"/>
          <ac:spMkLst>
            <pc:docMk/>
            <pc:sldMk cId="4191780759" sldId="2570"/>
            <ac:spMk id="9" creationId="{76FB7F02-0E2C-72DC-E01B-81C8DB87E83E}"/>
          </ac:spMkLst>
        </pc:spChg>
        <pc:spChg chg="mod">
          <ac:chgData name="Pal, Soumyendu" userId="68503d3d-ac8d-4828-9c3f-abc5a97f3674" providerId="ADAL" clId="{92440D97-2063-49B4-9BF5-3A22B04E4F12}" dt="2025-11-26T12:44:08.692" v="216" actId="1035"/>
          <ac:spMkLst>
            <pc:docMk/>
            <pc:sldMk cId="4191780759" sldId="2570"/>
            <ac:spMk id="12" creationId="{73B9996A-58A4-550E-F4EC-B305E871C5FC}"/>
          </ac:spMkLst>
        </pc:spChg>
        <pc:spChg chg="mod">
          <ac:chgData name="Pal, Soumyendu" userId="68503d3d-ac8d-4828-9c3f-abc5a97f3674" providerId="ADAL" clId="{92440D97-2063-49B4-9BF5-3A22B04E4F12}" dt="2025-11-26T12:44:17.224" v="217" actId="1076"/>
          <ac:spMkLst>
            <pc:docMk/>
            <pc:sldMk cId="4191780759" sldId="2570"/>
            <ac:spMk id="14" creationId="{C99F3D78-8165-0FAF-B664-0754D9629B16}"/>
          </ac:spMkLst>
        </pc:spChg>
      </pc:sldChg>
      <pc:sldChg chg="modSp mod ord">
        <pc:chgData name="Pal, Soumyendu" userId="68503d3d-ac8d-4828-9c3f-abc5a97f3674" providerId="ADAL" clId="{92440D97-2063-49B4-9BF5-3A22B04E4F12}" dt="2025-11-24T15:05:52.956" v="205" actId="20577"/>
        <pc:sldMkLst>
          <pc:docMk/>
          <pc:sldMk cId="3058921529" sldId="2571"/>
        </pc:sldMkLst>
        <pc:spChg chg="mod">
          <ac:chgData name="Pal, Soumyendu" userId="68503d3d-ac8d-4828-9c3f-abc5a97f3674" providerId="ADAL" clId="{92440D97-2063-49B4-9BF5-3A22B04E4F12}" dt="2025-11-24T15:05:52.956" v="205" actId="20577"/>
          <ac:spMkLst>
            <pc:docMk/>
            <pc:sldMk cId="3058921529" sldId="2571"/>
            <ac:spMk id="11" creationId="{9123D537-3C7E-6991-DF02-8279A77E0DBF}"/>
          </ac:spMkLst>
        </pc:spChg>
        <pc:picChg chg="mod">
          <ac:chgData name="Pal, Soumyendu" userId="68503d3d-ac8d-4828-9c3f-abc5a97f3674" providerId="ADAL" clId="{92440D97-2063-49B4-9BF5-3A22B04E4F12}" dt="2025-11-24T14:33:10.973" v="2" actId="14100"/>
          <ac:picMkLst>
            <pc:docMk/>
            <pc:sldMk cId="3058921529" sldId="2571"/>
            <ac:picMk id="13" creationId="{E52039DE-9B55-A525-71F5-A397DA377BE2}"/>
          </ac:picMkLst>
        </pc:picChg>
      </pc:sldChg>
      <pc:sldChg chg="modSp mod">
        <pc:chgData name="Pal, Soumyendu" userId="68503d3d-ac8d-4828-9c3f-abc5a97f3674" providerId="ADAL" clId="{92440D97-2063-49B4-9BF5-3A22B04E4F12}" dt="2025-11-24T14:47:47.485" v="97" actId="207"/>
        <pc:sldMkLst>
          <pc:docMk/>
          <pc:sldMk cId="0" sldId="2622"/>
        </pc:sldMkLst>
        <pc:spChg chg="mod">
          <ac:chgData name="Pal, Soumyendu" userId="68503d3d-ac8d-4828-9c3f-abc5a97f3674" providerId="ADAL" clId="{92440D97-2063-49B4-9BF5-3A22B04E4F12}" dt="2025-11-24T14:38:40.718" v="44" actId="2711"/>
          <ac:spMkLst>
            <pc:docMk/>
            <pc:sldMk cId="0" sldId="2622"/>
            <ac:spMk id="5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4T14:38:59.518" v="49" actId="113"/>
          <ac:spMkLst>
            <pc:docMk/>
            <pc:sldMk cId="0" sldId="2622"/>
            <ac:spMk id="7" creationId="{CF377536-7B27-C035-04A4-D0A11745442F}"/>
          </ac:spMkLst>
        </pc:spChg>
        <pc:spChg chg="mod">
          <ac:chgData name="Pal, Soumyendu" userId="68503d3d-ac8d-4828-9c3f-abc5a97f3674" providerId="ADAL" clId="{92440D97-2063-49B4-9BF5-3A22B04E4F12}" dt="2025-11-24T14:38:48.413" v="46" actId="2711"/>
          <ac:spMkLst>
            <pc:docMk/>
            <pc:sldMk cId="0" sldId="2622"/>
            <ac:spMk id="8" creationId="{754B0E55-7B88-B9EE-885B-547C7CA93A20}"/>
          </ac:spMkLst>
        </pc:spChg>
        <pc:spChg chg="mod">
          <ac:chgData name="Pal, Soumyendu" userId="68503d3d-ac8d-4828-9c3f-abc5a97f3674" providerId="ADAL" clId="{92440D97-2063-49B4-9BF5-3A22B04E4F12}" dt="2025-11-24T14:47:47.485" v="97" actId="207"/>
          <ac:spMkLst>
            <pc:docMk/>
            <pc:sldMk cId="0" sldId="2622"/>
            <ac:spMk id="9" creationId="{00000000-0000-0000-0000-000000000000}"/>
          </ac:spMkLst>
        </pc:spChg>
      </pc:sldChg>
      <pc:sldChg chg="addSp delSp modSp add mod delAnim">
        <pc:chgData name="Pal, Soumyendu" userId="68503d3d-ac8d-4828-9c3f-abc5a97f3674" providerId="ADAL" clId="{92440D97-2063-49B4-9BF5-3A22B04E4F12}" dt="2025-11-27T09:08:33.754" v="228" actId="1035"/>
        <pc:sldMkLst>
          <pc:docMk/>
          <pc:sldMk cId="3768967382" sldId="2623"/>
        </pc:sldMkLst>
        <pc:spChg chg="mod">
          <ac:chgData name="Pal, Soumyendu" userId="68503d3d-ac8d-4828-9c3f-abc5a97f3674" providerId="ADAL" clId="{92440D97-2063-49B4-9BF5-3A22B04E4F12}" dt="2025-11-27T09:08:29.991" v="226" actId="404"/>
          <ac:spMkLst>
            <pc:docMk/>
            <pc:sldMk cId="3768967382" sldId="2623"/>
            <ac:spMk id="8" creationId="{B94E512A-39A6-9657-4DF5-BB28B5CD266E}"/>
          </ac:spMkLst>
        </pc:spChg>
        <pc:spChg chg="add mod">
          <ac:chgData name="Pal, Soumyendu" userId="68503d3d-ac8d-4828-9c3f-abc5a97f3674" providerId="ADAL" clId="{92440D97-2063-49B4-9BF5-3A22B04E4F12}" dt="2025-11-27T09:08:33.754" v="228" actId="1035"/>
          <ac:spMkLst>
            <pc:docMk/>
            <pc:sldMk cId="3768967382" sldId="2623"/>
            <ac:spMk id="12" creationId="{BE09B858-7967-A9DC-E088-1FB1AA39251F}"/>
          </ac:spMkLst>
        </pc:spChg>
        <pc:picChg chg="add mod">
          <ac:chgData name="Pal, Soumyendu" userId="68503d3d-ac8d-4828-9c3f-abc5a97f3674" providerId="ADAL" clId="{92440D97-2063-49B4-9BF5-3A22B04E4F12}" dt="2025-11-24T14:57:34.352" v="162" actId="14100"/>
          <ac:picMkLst>
            <pc:docMk/>
            <pc:sldMk cId="3768967382" sldId="2623"/>
            <ac:picMk id="14" creationId="{FF061563-8334-F7C0-73F6-DEB53B2511F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9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3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51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22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7E72-C7E3-5585-26EC-2279744D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C54D1-E251-8B61-2A16-CB0568AC9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BAF9D-57B6-E262-C394-8B0752D5A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3B53-181C-501A-3764-41DDF08AD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18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25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74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BAC3-A2EA-13B8-7240-B26191C7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33332-C0F2-C532-DAEF-8B520CC35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0003F-DDEF-89EE-BAEA-930093CB2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725AE-15FA-7D03-AE19-41594C0A4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75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19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8B69-DFFB-1714-F16F-DCD97494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0D2C9-2F5B-0262-39D3-EB823E2C1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89C9-290F-03B3-795A-8AC9C62EC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2F718-6244-874F-5F94-9572568B9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65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31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356D-861B-1215-7331-E20866D6D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7" y="1589044"/>
            <a:ext cx="9143978" cy="207568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8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8E6D8A1-0938-C004-DFF5-861B4F29A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3869639"/>
            <a:ext cx="7315195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F818358-7626-32BF-A8EE-D7F22544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85801"/>
            <a:ext cx="609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D3F4769D-055E-8E4B-290C-8F2608C0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0D41ECE3-FEE0-363A-B425-E164A1E3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9756" y="6343955"/>
            <a:ext cx="220264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1AC263-88EE-42CC-B640-B12BA856CF71}" type="datetime1">
              <a:rPr lang="en-US" smtClean="0"/>
              <a:pPr/>
              <a:t>11/29/2025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BB8C89-2CB9-D0AC-4BEE-45516E5D6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7603" y="1655064"/>
            <a:ext cx="0" cy="5202936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2BB9B49-C556-E3F9-50C4-2234D42B33EE}"/>
              </a:ext>
            </a:extLst>
          </p:cNvPr>
          <p:cNvGrpSpPr/>
          <p:nvPr userDrawn="1"/>
        </p:nvGrpSpPr>
        <p:grpSpPr>
          <a:xfrm flipV="1">
            <a:off x="11078040" y="5402762"/>
            <a:ext cx="504370" cy="544340"/>
            <a:chOff x="10917026" y="837879"/>
            <a:chExt cx="513774" cy="554490"/>
          </a:xfrm>
        </p:grpSpPr>
        <p:sp>
          <p:nvSpPr>
            <p:cNvPr id="6" name="Graphic 12">
              <a:extLst>
                <a:ext uri="{FF2B5EF4-FFF2-40B4-BE49-F238E27FC236}">
                  <a16:creationId xmlns:a16="http://schemas.microsoft.com/office/drawing/2014/main" id="{2D2403BB-DBC2-5950-1D8D-A9B06705A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60777C9B-E021-0520-B2BB-40C161F40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Graphic 15">
              <a:extLst>
                <a:ext uri="{FF2B5EF4-FFF2-40B4-BE49-F238E27FC236}">
                  <a16:creationId xmlns:a16="http://schemas.microsoft.com/office/drawing/2014/main" id="{0F00FD82-5228-F8A7-9CBF-83D3A5769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71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9B4F68-0D75-979D-862C-4BA915655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166274F4-CACA-1807-4344-CC206113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31520"/>
            <a:ext cx="10069483" cy="95176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62D5-E350-46C5-8BB1-F9E806A91933}" type="datetime1">
              <a:rPr lang="en-US" smtClean="0"/>
              <a:t>11/29/2025</a:t>
            </a:fld>
            <a:endParaRPr lang="en-US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2BE2C27D-A45C-D805-CEC9-BD1962E88A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9" y="1865430"/>
            <a:ext cx="10057019" cy="430677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D1CFF0-9AC5-8F85-8BE0-1D00D8B339D0}"/>
              </a:ext>
            </a:extLst>
          </p:cNvPr>
          <p:cNvGrpSpPr/>
          <p:nvPr userDrawn="1"/>
        </p:nvGrpSpPr>
        <p:grpSpPr>
          <a:xfrm flipV="1">
            <a:off x="11078040" y="5402762"/>
            <a:ext cx="504370" cy="544340"/>
            <a:chOff x="10917026" y="837879"/>
            <a:chExt cx="513774" cy="554490"/>
          </a:xfrm>
        </p:grpSpPr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DCF6343F-2BDC-BAF8-8771-D8F827586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2FB9015E-5F4A-4EBB-F6F9-1AA06F939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BF86999F-09C8-4440-2B54-818C9F74E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819DB6-C4B9-EEAC-9439-99B46B52A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7" y="1589044"/>
            <a:ext cx="9143978" cy="207568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4E26EC-3B2F-89C4-929E-5B4C7D8E8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3869639"/>
            <a:ext cx="7315195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9E877-9B18-A451-D98E-9CA0A584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85801"/>
            <a:ext cx="6096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877CAE4-667F-32A6-E47D-42EFBEAA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140891-D103-3E88-D570-8C8B20BA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9756" y="6343955"/>
            <a:ext cx="2202644" cy="365125"/>
          </a:xfrm>
        </p:spPr>
        <p:txBody>
          <a:bodyPr/>
          <a:lstStyle/>
          <a:p>
            <a:fld id="{9467FC12-63BB-4A63-9424-BFBF8E1D71D9}" type="datetime1">
              <a:rPr lang="en-US" smtClean="0"/>
              <a:t>11/29/2025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03CA80-6DBA-3B73-6BFD-A60ABD65E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E4F0D3D-A04C-F099-0546-411DF9406A3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0" name="Graphic 12">
              <a:extLst>
                <a:ext uri="{FF2B5EF4-FFF2-40B4-BE49-F238E27FC236}">
                  <a16:creationId xmlns:a16="http://schemas.microsoft.com/office/drawing/2014/main" id="{EC673102-B70E-FEBF-D297-FC1C83D45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Graphic 13">
              <a:extLst>
                <a:ext uri="{FF2B5EF4-FFF2-40B4-BE49-F238E27FC236}">
                  <a16:creationId xmlns:a16="http://schemas.microsoft.com/office/drawing/2014/main" id="{0943C261-48FF-2C9A-8493-EA1179262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Graphic 15">
              <a:extLst>
                <a:ext uri="{FF2B5EF4-FFF2-40B4-BE49-F238E27FC236}">
                  <a16:creationId xmlns:a16="http://schemas.microsoft.com/office/drawing/2014/main" id="{322FF879-90E3-2ADF-6584-DD72AE650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3824" y="6343955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F20381-B525-83E1-04F7-7B2CE07C8F86}"/>
              </a:ext>
            </a:extLst>
          </p:cNvPr>
          <p:cNvGrpSpPr/>
          <p:nvPr userDrawn="1"/>
        </p:nvGrpSpPr>
        <p:grpSpPr>
          <a:xfrm flipV="1">
            <a:off x="11235202" y="5833131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7C03E215-D7FC-6286-2AF6-55828447F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3">
              <a:extLst>
                <a:ext uri="{FF2B5EF4-FFF2-40B4-BE49-F238E27FC236}">
                  <a16:creationId xmlns:a16="http://schemas.microsoft.com/office/drawing/2014/main" id="{F78CD9B1-F8B0-4A64-3456-A9A229557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D09C6E38-7F48-9E76-2E6D-10B4D1EA1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26C3ACE-E549-485B-A39D-BBF7B6FAB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43434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830149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799255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2704EA-8361-E841-02ED-F3025E8FF33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4800" y="304801"/>
            <a:ext cx="11582398" cy="371704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88334B-5C34-4E7E-A4B0-3A19575F6DD8}" type="datetime1">
              <a:rPr lang="en-US" smtClean="0"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BEC1D1-7F98-857F-E339-B3A2319EE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A38D88-7881-D4FF-5259-971983942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769161"/>
            <a:ext cx="7284046" cy="242812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3DF9455-AAB1-80EB-CDF7-31CB3D9C4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4343400"/>
            <a:ext cx="7284046" cy="854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A4A48233-ADB1-E408-3C24-5E94AFF439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1752" y="301752"/>
            <a:ext cx="2749296" cy="625144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FC87D7A-0527-A5E3-DEA8-D71F5745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43955"/>
            <a:ext cx="21004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AFB5A47-E72D-BB4C-9268-E49FA414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t>11/29/2025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81D0EA0-A326-A851-B642-A4EBACB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43954"/>
            <a:ext cx="76504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27C3E2-72C1-ED26-913F-2FCD5587A1C7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0A0291D7-8E3C-9DCC-A2C8-949C23071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453DCE66-88D3-8149-9CF0-EA784EF8B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1DAEC3CE-F5C2-42D8-A1C3-B668793E9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1769161"/>
            <a:ext cx="6369646" cy="242812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0" y="4343400"/>
            <a:ext cx="6369646" cy="854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0" name="Picture Placeholder 18">
            <a:extLst>
              <a:ext uri="{FF2B5EF4-FFF2-40B4-BE49-F238E27FC236}">
                <a16:creationId xmlns:a16="http://schemas.microsoft.com/office/drawing/2014/main" id="{3E92F343-183A-6071-A6E3-2697714E7D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927" y="1655065"/>
            <a:ext cx="3649273" cy="3649272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tIns="914400" anchor="t">
            <a:noAutofit/>
          </a:bodyPr>
          <a:lstStyle>
            <a:lvl1pPr algn="ctr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0" y="6343955"/>
            <a:ext cx="21004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43954"/>
            <a:ext cx="42604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A8391CE-6E5C-7F95-E4F6-CA031A7FE9EF}"/>
              </a:ext>
            </a:extLst>
          </p:cNvPr>
          <p:cNvGrpSpPr/>
          <p:nvPr userDrawn="1"/>
        </p:nvGrpSpPr>
        <p:grpSpPr>
          <a:xfrm flipH="1">
            <a:off x="609600" y="1691849"/>
            <a:ext cx="3202310" cy="3570866"/>
            <a:chOff x="8176980" y="837879"/>
            <a:chExt cx="3253820" cy="3628304"/>
          </a:xfrm>
        </p:grpSpPr>
        <p:sp>
          <p:nvSpPr>
            <p:cNvPr id="72" name="Graphic 12">
              <a:extLst>
                <a:ext uri="{FF2B5EF4-FFF2-40B4-BE49-F238E27FC236}">
                  <a16:creationId xmlns:a16="http://schemas.microsoft.com/office/drawing/2014/main" id="{315E782D-1B62-1A7E-F943-E562642DC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Graphic 13">
              <a:extLst>
                <a:ext uri="{FF2B5EF4-FFF2-40B4-BE49-F238E27FC236}">
                  <a16:creationId xmlns:a16="http://schemas.microsoft.com/office/drawing/2014/main" id="{54E55328-6641-32F6-83DA-F7F67F53D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Graphic 15">
              <a:extLst>
                <a:ext uri="{FF2B5EF4-FFF2-40B4-BE49-F238E27FC236}">
                  <a16:creationId xmlns:a16="http://schemas.microsoft.com/office/drawing/2014/main" id="{E03230C5-4F41-A943-FEB0-AF14041F6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76980" y="4338469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8F586E-F017-C86C-2A57-820E3F9C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39200" y="0"/>
            <a:ext cx="33528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D244D47C-238B-4C58-A3EA-D08BC92B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769161"/>
            <a:ext cx="6347479" cy="242812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BE024BDA-EDE4-950C-5CAA-808A8A970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343400"/>
            <a:ext cx="6347479" cy="854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510A432B-FC47-3A7E-9BC1-E978613FF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1004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D6EF6E2-A99D-ACAA-9484-72812FEC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12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11/29/2025</a:t>
            </a:fld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9676F7D-66A2-EA10-9616-F088F935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67600" y="6343954"/>
            <a:ext cx="7747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998C3BB-EB5A-C967-7413-4881360325B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0952" y="301752"/>
            <a:ext cx="2749296" cy="625144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D53FBB-137B-8B8C-BD58-9D583E67E9FA}"/>
              </a:ext>
            </a:extLst>
          </p:cNvPr>
          <p:cNvGrpSpPr/>
          <p:nvPr userDrawn="1"/>
        </p:nvGrpSpPr>
        <p:grpSpPr>
          <a:xfrm flipH="1">
            <a:off x="609221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57C7E1E0-3774-C52E-FF3F-276DC7254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A35855F0-4BF9-780B-F9E5-C3B812086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1739F853-03FD-59DE-48A2-690D0CBD6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1" y="836955"/>
            <a:ext cx="5943600" cy="46494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72D20-20C9-383E-9178-0772F0E1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343955"/>
            <a:ext cx="609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88A337-5DA0-D43A-9171-0BE54F3B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E48CF-6B97-2628-4E35-BBA37CF3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4F7BB-A1DF-4BD2-8D5B-CA9EB40127CE}" type="datetime1">
              <a:rPr lang="en-US" smtClean="0"/>
              <a:pPr/>
              <a:t>11/29/2025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6A6A97-47D8-2732-5480-7A10088EEEC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F1A8C0CF-15BB-E48E-84A2-FED587711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Graphic 13">
              <a:extLst>
                <a:ext uri="{FF2B5EF4-FFF2-40B4-BE49-F238E27FC236}">
                  <a16:creationId xmlns:a16="http://schemas.microsoft.com/office/drawing/2014/main" id="{B930F6D1-9019-A076-D0C4-525F4D513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8041F824-3F05-4F8D-88F1-6EC99B0D8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F65C86-0B12-5A0A-5722-290568B81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0"/>
            <a:ext cx="0" cy="5202936"/>
          </a:xfrm>
          <a:prstGeom prst="line">
            <a:avLst/>
          </a:prstGeom>
          <a:ln w="25400" cap="sq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65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999" y="903862"/>
            <a:ext cx="8229589" cy="1534537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85801"/>
            <a:ext cx="609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7048" y="2971800"/>
            <a:ext cx="8229603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1AC263-88EE-42CC-B640-B12BA856CF71}" type="datetime1">
              <a:rPr lang="en-US" smtClean="0"/>
              <a:pPr/>
              <a:t>11/29/2025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37958B-0E0E-0F56-D7A5-E2437B3EEBB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3" name="Graphic 12">
              <a:extLst>
                <a:ext uri="{FF2B5EF4-FFF2-40B4-BE49-F238E27FC236}">
                  <a16:creationId xmlns:a16="http://schemas.microsoft.com/office/drawing/2014/main" id="{AD1D3695-B33C-3177-AAA7-157D47AB0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Graphic 13">
              <a:extLst>
                <a:ext uri="{FF2B5EF4-FFF2-40B4-BE49-F238E27FC236}">
                  <a16:creationId xmlns:a16="http://schemas.microsoft.com/office/drawing/2014/main" id="{DCE100C5-0490-BB66-2B74-2DF1FFCFE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Graphic 15">
              <a:extLst>
                <a:ext uri="{FF2B5EF4-FFF2-40B4-BE49-F238E27FC236}">
                  <a16:creationId xmlns:a16="http://schemas.microsoft.com/office/drawing/2014/main" id="{B85442F5-30EF-FBB6-1E36-5DC16B937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B85528-A2AE-0D0A-C420-26F74D429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D3A244C5-BA25-AD67-DEC7-8DAF5E5F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85801"/>
            <a:ext cx="6096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BBFDCB4D-0EA1-434E-D480-6780571836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16427" y="1655065"/>
            <a:ext cx="3649273" cy="3649272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tIns="914400" anchor="t">
            <a:noAutofit/>
          </a:bodyPr>
          <a:lstStyle>
            <a:lvl1pPr algn="ctr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23190" y="6343955"/>
            <a:ext cx="1553108" cy="365125"/>
          </a:xfrm>
        </p:spPr>
        <p:txBody>
          <a:bodyPr/>
          <a:lstStyle/>
          <a:p>
            <a:fld id="{68A32F6A-E7E2-4607-B207-B787B539B854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AEE93E-8CED-5237-25BD-6A37575E9105}"/>
              </a:ext>
            </a:extLst>
          </p:cNvPr>
          <p:cNvGrpSpPr/>
          <p:nvPr userDrawn="1"/>
        </p:nvGrpSpPr>
        <p:grpSpPr>
          <a:xfrm flipH="1">
            <a:off x="1308100" y="1691849"/>
            <a:ext cx="3202310" cy="3570866"/>
            <a:chOff x="8176980" y="837879"/>
            <a:chExt cx="3253820" cy="3628304"/>
          </a:xfrm>
        </p:grpSpPr>
        <p:sp>
          <p:nvSpPr>
            <p:cNvPr id="45" name="Graphic 12">
              <a:extLst>
                <a:ext uri="{FF2B5EF4-FFF2-40B4-BE49-F238E27FC236}">
                  <a16:creationId xmlns:a16="http://schemas.microsoft.com/office/drawing/2014/main" id="{E434A56F-49B4-88EC-6F0D-F0B7876DA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Graphic 13">
              <a:extLst>
                <a:ext uri="{FF2B5EF4-FFF2-40B4-BE49-F238E27FC236}">
                  <a16:creationId xmlns:a16="http://schemas.microsoft.com/office/drawing/2014/main" id="{1E87D2CA-3265-27F0-1765-34F88575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38A959F0-9AA6-E2C2-DBE3-1F0F5649C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76980" y="4338469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87F8542-2E37-60E4-B73F-B9F05372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685800"/>
            <a:ext cx="9052560" cy="15087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D523BE-BDE0-144E-0534-0A316EF9F1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9" y="2286000"/>
            <a:ext cx="4572001" cy="2286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F6FE41-900C-A8D7-8F77-B88E87FF7CD7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3" name="Graphic 12">
              <a:extLst>
                <a:ext uri="{FF2B5EF4-FFF2-40B4-BE49-F238E27FC236}">
                  <a16:creationId xmlns:a16="http://schemas.microsoft.com/office/drawing/2014/main" id="{A7798043-2DD6-F9A7-DDF8-A24FEEDF8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Graphic 13">
              <a:extLst>
                <a:ext uri="{FF2B5EF4-FFF2-40B4-BE49-F238E27FC236}">
                  <a16:creationId xmlns:a16="http://schemas.microsoft.com/office/drawing/2014/main" id="{40DF0F9E-37B7-8D89-04C9-5834AB4A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3646AA31-DEAD-4A4C-2815-3C7DC1F17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BFE2C-8931-A7FD-ED4C-5C609A090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98" y="2286000"/>
            <a:ext cx="6035040" cy="292608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216B-D119-CA7E-58DF-7F7325E519A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AC903912-3AB9-1BE3-1831-92CEC7561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8" name="Graphic 13">
              <a:extLst>
                <a:ext uri="{FF2B5EF4-FFF2-40B4-BE49-F238E27FC236}">
                  <a16:creationId xmlns:a16="http://schemas.microsoft.com/office/drawing/2014/main" id="{51476F24-2832-A972-88A0-593ADC9F3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BE86153E-3E2A-4A98-DAC8-73A6D5582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A00EEB-72CD-3573-B5DB-FE83CFF50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2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E7670AD-1080-B1DD-DE49-930AF9336C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2" y="2286000"/>
            <a:ext cx="6934201" cy="32918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F4BE0B-AE0F-F425-DC6B-863C2E94D104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8" name="Graphic 12">
              <a:extLst>
                <a:ext uri="{FF2B5EF4-FFF2-40B4-BE49-F238E27FC236}">
                  <a16:creationId xmlns:a16="http://schemas.microsoft.com/office/drawing/2014/main" id="{4F59D1C4-D5A8-3205-D6E0-BE13582B6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Graphic 13">
              <a:extLst>
                <a:ext uri="{FF2B5EF4-FFF2-40B4-BE49-F238E27FC236}">
                  <a16:creationId xmlns:a16="http://schemas.microsoft.com/office/drawing/2014/main" id="{C94E27BE-456F-4421-67D9-CBFB09F0F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" name="Graphic 15">
              <a:extLst>
                <a:ext uri="{FF2B5EF4-FFF2-40B4-BE49-F238E27FC236}">
                  <a16:creationId xmlns:a16="http://schemas.microsoft.com/office/drawing/2014/main" id="{CEB12E88-EDC2-9632-B876-CBE4EBADB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5C5802-D648-9113-0EEF-985EAA7F7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1672C7-A17C-A024-9EB7-E09DE6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0AC8C5D-A77C-17F7-AF84-8B92D28482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2286000"/>
            <a:ext cx="8412480" cy="402336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AD61-D199-4B74-B80B-2001400510FA}" type="datetime1">
              <a:rPr lang="en-US" smtClean="0"/>
              <a:t>11/29/2025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E214D7-F48E-8238-4C22-A98E55E66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4E954D1-13F2-EF63-F03D-F46F1AEA3DC7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8" name="Graphic 12">
              <a:extLst>
                <a:ext uri="{FF2B5EF4-FFF2-40B4-BE49-F238E27FC236}">
                  <a16:creationId xmlns:a16="http://schemas.microsoft.com/office/drawing/2014/main" id="{01D8479A-6727-AA09-8398-F37C8ABA3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Graphic 13">
              <a:extLst>
                <a:ext uri="{FF2B5EF4-FFF2-40B4-BE49-F238E27FC236}">
                  <a16:creationId xmlns:a16="http://schemas.microsoft.com/office/drawing/2014/main" id="{1FFFF7E5-5ED3-C624-8716-91363898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0531A9C3-F1A9-08AA-EB86-483737E31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F01311B-A9FF-DBDB-A383-A299DC9F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85801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11/29/2025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EFEE51A-85CE-F78B-374B-7079210EAD7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6" name="Graphic 12">
              <a:extLst>
                <a:ext uri="{FF2B5EF4-FFF2-40B4-BE49-F238E27FC236}">
                  <a16:creationId xmlns:a16="http://schemas.microsoft.com/office/drawing/2014/main" id="{5784CA53-1EF1-D49B-FEC8-50D70D21B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3">
              <a:extLst>
                <a:ext uri="{FF2B5EF4-FFF2-40B4-BE49-F238E27FC236}">
                  <a16:creationId xmlns:a16="http://schemas.microsoft.com/office/drawing/2014/main" id="{1E8C17C1-ABB3-50E1-B4D4-6B8295C03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A6E8154A-AE94-5E8C-59A0-4CCC387AF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DE647DC-5A18-3C36-1F44-304B72FE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731520"/>
            <a:ext cx="6423565" cy="91440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92F38B-ED2A-2686-73F0-3333166E2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36364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34">
            <a:extLst>
              <a:ext uri="{FF2B5EF4-FFF2-40B4-BE49-F238E27FC236}">
                <a16:creationId xmlns:a16="http://schemas.microsoft.com/office/drawing/2014/main" id="{5804EC16-79F7-7AA9-8D6F-6787231197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2" y="301752"/>
            <a:ext cx="2732860" cy="62544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2B645B5-BDAD-38D3-990B-F959B4B803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1984248"/>
            <a:ext cx="6415614" cy="397764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67200" y="6343955"/>
            <a:ext cx="33649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41903" y="6343955"/>
            <a:ext cx="2060808" cy="365125"/>
          </a:xfrm>
        </p:spPr>
        <p:txBody>
          <a:bodyPr/>
          <a:lstStyle/>
          <a:p>
            <a:fld id="{9CBB6888-43ED-4D3A-B8DA-89EF29644561}" type="datetime1">
              <a:rPr lang="en-US" smtClean="0"/>
              <a:t>11/29/2025</a:t>
            </a:fld>
            <a:endParaRPr lang="en-US"/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C9ADF389-1DF3-8DF0-2D8C-C2A62758A3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261558" y="634686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EE228E-80B4-D191-194D-3720913CD210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5F2878E0-CF71-CE0E-FB49-BC9AB7B75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5" name="Graphic 13">
              <a:extLst>
                <a:ext uri="{FF2B5EF4-FFF2-40B4-BE49-F238E27FC236}">
                  <a16:creationId xmlns:a16="http://schemas.microsoft.com/office/drawing/2014/main" id="{7E87741A-6AB9-C683-3F00-BC74FA844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8A03B7A9-3959-1D93-7871-047824606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766037FA-C85A-8CB7-2972-6A61D955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423565" cy="91440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84248"/>
            <a:ext cx="6415614" cy="397764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6864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874321" y="6346865"/>
            <a:ext cx="1607270" cy="365125"/>
          </a:xfrm>
        </p:spPr>
        <p:txBody>
          <a:bodyPr/>
          <a:lstStyle/>
          <a:p>
            <a:fld id="{27C7479B-2077-4468-85E0-F9294B46DEAE}" type="datetime1">
              <a:rPr lang="en-US" smtClean="0"/>
              <a:t>11/29/2025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8358" y="634686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0D3F1-5C23-CAD7-8AF9-5C81B4571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54014" y="0"/>
            <a:ext cx="3336364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9DBD1D3F-F3AD-C978-1458-64CE12AAFFF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55766" y="301752"/>
            <a:ext cx="2732860" cy="62544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8435CD-97DF-A076-40A5-65229CDC5C1B}"/>
              </a:ext>
            </a:extLst>
          </p:cNvPr>
          <p:cNvGrpSpPr/>
          <p:nvPr userDrawn="1"/>
        </p:nvGrpSpPr>
        <p:grpSpPr>
          <a:xfrm>
            <a:off x="7668411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48B1A2B4-5074-9C60-9666-49DB6D32B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1448CBF4-AC51-42E4-C98A-353B48E65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E5BDC04D-82AC-D872-4B92-48EC2791B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7A406A-98CC-81E3-A582-DBAE79C8B4D2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0" name="Graphic 12">
              <a:extLst>
                <a:ext uri="{FF2B5EF4-FFF2-40B4-BE49-F238E27FC236}">
                  <a16:creationId xmlns:a16="http://schemas.microsoft.com/office/drawing/2014/main" id="{1974FA03-6110-90A7-7ACD-CC6BCF08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3">
              <a:extLst>
                <a:ext uri="{FF2B5EF4-FFF2-40B4-BE49-F238E27FC236}">
                  <a16:creationId xmlns:a16="http://schemas.microsoft.com/office/drawing/2014/main" id="{5CA3C8F2-2334-4369-C570-E512D554B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Graphic 15">
              <a:extLst>
                <a:ext uri="{FF2B5EF4-FFF2-40B4-BE49-F238E27FC236}">
                  <a16:creationId xmlns:a16="http://schemas.microsoft.com/office/drawing/2014/main" id="{4E33D598-2942-33DF-4C3C-4E499AE0B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AAAC-D107-198B-E4CE-8452C06BB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90719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8AAE811-FEB8-95DC-B043-E131BEA5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731520"/>
            <a:ext cx="6858000" cy="91440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 34">
            <a:extLst>
              <a:ext uri="{FF2B5EF4-FFF2-40B4-BE49-F238E27FC236}">
                <a16:creationId xmlns:a16="http://schemas.microsoft.com/office/drawing/2014/main" id="{5F03A7F6-0474-7396-683E-2A53EA6B6F0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3" y="301752"/>
            <a:ext cx="2287214" cy="62544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D9F3B242-0007-0319-DD0E-C53F1CE590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0" y="1984248"/>
            <a:ext cx="6858000" cy="430677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1A075F21-2BDF-AFA6-0060-65B156C83F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0" y="6346870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A9AE630E-4E41-72F3-9B7D-A501ADBA940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13206" y="6346870"/>
            <a:ext cx="2925587" cy="365125"/>
          </a:xfrm>
        </p:spPr>
        <p:txBody>
          <a:bodyPr/>
          <a:lstStyle/>
          <a:p>
            <a:fld id="{A7F72289-EB8A-47CA-A283-A769C9E761BF}" type="datetime1">
              <a:rPr lang="en-US" smtClean="0"/>
              <a:t>11/29/2025</a:t>
            </a:fld>
            <a:endParaRPr lang="en-US"/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22FFAC-6879-E94C-4B8D-7DF01B2C59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238793" y="6346870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858000" cy="91440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84248"/>
            <a:ext cx="6858000" cy="430677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6870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27206" y="6346870"/>
            <a:ext cx="2925587" cy="365125"/>
          </a:xfrm>
        </p:spPr>
        <p:txBody>
          <a:bodyPr/>
          <a:lstStyle/>
          <a:p>
            <a:fld id="{A7F72289-EB8A-47CA-A283-A769C9E761BF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2793" y="6346870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997909-0131-A5AB-BDFD-5E97BCADB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01280" y="0"/>
            <a:ext cx="2890719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F60756A-385A-6B79-E093-1C3F727234E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603033" y="301752"/>
            <a:ext cx="2287214" cy="62544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3FBD9B-BB94-CEED-C78F-D16C7C949103}"/>
              </a:ext>
            </a:extLst>
          </p:cNvPr>
          <p:cNvGrpSpPr/>
          <p:nvPr userDrawn="1"/>
        </p:nvGrpSpPr>
        <p:grpSpPr>
          <a:xfrm>
            <a:off x="8116493" y="685800"/>
            <a:ext cx="504370" cy="544340"/>
            <a:chOff x="10917026" y="837879"/>
            <a:chExt cx="513774" cy="554490"/>
          </a:xfrm>
        </p:grpSpPr>
        <p:sp>
          <p:nvSpPr>
            <p:cNvPr id="13" name="Graphic 12">
              <a:extLst>
                <a:ext uri="{FF2B5EF4-FFF2-40B4-BE49-F238E27FC236}">
                  <a16:creationId xmlns:a16="http://schemas.microsoft.com/office/drawing/2014/main" id="{A3EB4539-F175-6B4B-7F0C-0A2944DFF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Graphic 13">
              <a:extLst>
                <a:ext uri="{FF2B5EF4-FFF2-40B4-BE49-F238E27FC236}">
                  <a16:creationId xmlns:a16="http://schemas.microsoft.com/office/drawing/2014/main" id="{A7B804E8-3A22-78B4-B509-6DD4DBAE8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17E815E2-F347-3BE2-5C43-A012900BE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4FC88D-D92D-DA20-CF4A-84384D8C2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27608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88C643-D0E9-231F-EB37-6774C0A3E8F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424C36C5-4A7D-CCF3-B51F-D0B88C6E6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3" name="Graphic 13">
              <a:extLst>
                <a:ext uri="{FF2B5EF4-FFF2-40B4-BE49-F238E27FC236}">
                  <a16:creationId xmlns:a16="http://schemas.microsoft.com/office/drawing/2014/main" id="{B0042815-752F-6DD6-53FD-A6E87B6E1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4" name="Graphic 15">
              <a:extLst>
                <a:ext uri="{FF2B5EF4-FFF2-40B4-BE49-F238E27FC236}">
                  <a16:creationId xmlns:a16="http://schemas.microsoft.com/office/drawing/2014/main" id="{CF56F6F2-7303-70CF-6CB5-85427DAC7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140C24A2-BE01-3A87-C043-931216F0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0488" y="731520"/>
            <a:ext cx="4663440" cy="144780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34">
            <a:extLst>
              <a:ext uri="{FF2B5EF4-FFF2-40B4-BE49-F238E27FC236}">
                <a16:creationId xmlns:a16="http://schemas.microsoft.com/office/drawing/2014/main" id="{BEA2029F-15E2-0FF2-34DE-4EA7F2CAFC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2" y="301752"/>
            <a:ext cx="4672584" cy="62544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7BFBE908-0DFE-6B84-D3F5-F4A5B0AF3E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5931" y="2373638"/>
            <a:ext cx="4460528" cy="37985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6343955"/>
            <a:ext cx="21050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666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2695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59BB2C-7590-FBB4-3327-5EC2E6FF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5912" y="0"/>
            <a:ext cx="527608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F5D989-607B-FB7F-0F99-0E7B26A1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4760540" cy="146304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DDD81C0-07D7-782E-23E7-41B36AC202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2373638"/>
            <a:ext cx="4460528" cy="37985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CAB313A0-3D14-8B7E-4DCD-7023183E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1050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ED1993B6-5797-FC08-C430-C673385C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4178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11/29/2025</a:t>
            </a:fld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DF8C9955-F196-5067-514B-5A38AEFE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6207" y="6343955"/>
            <a:ext cx="695108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39BF7065-8AF2-D931-49F8-4540048703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17664" y="301752"/>
            <a:ext cx="4672584" cy="62544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DA45BA-0F8A-4A64-8B62-9586386978BE}"/>
              </a:ext>
            </a:extLst>
          </p:cNvPr>
          <p:cNvGrpSpPr/>
          <p:nvPr userDrawn="1"/>
        </p:nvGrpSpPr>
        <p:grpSpPr>
          <a:xfrm>
            <a:off x="5731125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37384074-2785-F317-D94C-0A50BF6CF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29AE60DE-4722-9C1D-3B24-48359F297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252AF6E6-C7EE-AC03-2270-108B472CD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788E269-88CE-8C16-5FFA-6422CB8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3138" y="1524"/>
            <a:ext cx="6281165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00E387-922C-953A-843A-B9F02326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104" y="731520"/>
            <a:ext cx="3566160" cy="146304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38E1518C-B8DA-5FB3-D59D-3C0852649A6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88485" y="303276"/>
            <a:ext cx="5677791" cy="625144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5F0A005-5A5E-B738-FB00-880E7ABF3C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8233" y="2373638"/>
            <a:ext cx="3466596" cy="37985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78105" y="6343955"/>
            <a:ext cx="201206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90166" y="6343955"/>
            <a:ext cx="922372" cy="365125"/>
          </a:xfrm>
        </p:spPr>
        <p:txBody>
          <a:bodyPr/>
          <a:lstStyle/>
          <a:p>
            <a:fld id="{0B4A3A31-ACEE-4A00-9ED7-D579651BDB0B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212180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085F88-91FD-D282-D563-71C441A10FEE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46032939-0CC3-2255-D3BA-4C4BA045A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326CB967-92AC-04E3-A374-19C816924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3467D95A-0128-AF21-E271-EC4877C89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731520"/>
            <a:ext cx="3734215" cy="146304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2373638"/>
            <a:ext cx="3466596" cy="37985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3955"/>
            <a:ext cx="163733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617591" y="6343955"/>
            <a:ext cx="949766" cy="365125"/>
          </a:xfrm>
        </p:spPr>
        <p:txBody>
          <a:bodyPr/>
          <a:lstStyle/>
          <a:p>
            <a:fld id="{0D1F969F-5863-4766-8113-71CA528EC836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7357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97762-21CE-742F-476A-8D113FA77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0835" y="0"/>
            <a:ext cx="6281165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3A0DA082-043B-10E6-F85B-5FE613224E9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12458" y="301752"/>
            <a:ext cx="5677791" cy="625144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8D083D-C540-D2F5-A63D-179C0B9297D1}"/>
              </a:ext>
            </a:extLst>
          </p:cNvPr>
          <p:cNvGrpSpPr/>
          <p:nvPr userDrawn="1"/>
        </p:nvGrpSpPr>
        <p:grpSpPr>
          <a:xfrm>
            <a:off x="4708236" y="685800"/>
            <a:ext cx="504370" cy="544340"/>
            <a:chOff x="10917026" y="837879"/>
            <a:chExt cx="513774" cy="554490"/>
          </a:xfrm>
        </p:grpSpPr>
        <p:sp>
          <p:nvSpPr>
            <p:cNvPr id="7" name="Graphic 12">
              <a:extLst>
                <a:ext uri="{FF2B5EF4-FFF2-40B4-BE49-F238E27FC236}">
                  <a16:creationId xmlns:a16="http://schemas.microsoft.com/office/drawing/2014/main" id="{C093ED64-0C42-9BE5-744F-84BC0FC56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Graphic 13">
              <a:extLst>
                <a:ext uri="{FF2B5EF4-FFF2-40B4-BE49-F238E27FC236}">
                  <a16:creationId xmlns:a16="http://schemas.microsoft.com/office/drawing/2014/main" id="{FEC78D10-4FD6-6427-73BE-7E91E74A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1F87DA6C-8CB7-C8C3-42EF-FB410EF4E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568231-6EE1-C9D1-731F-866CD76D7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7010399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CADE79-1143-4025-5E81-CDF840A55570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AED6A418-02F5-0E8F-B066-68C4FC75E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0" name="Graphic 13">
              <a:extLst>
                <a:ext uri="{FF2B5EF4-FFF2-40B4-BE49-F238E27FC236}">
                  <a16:creationId xmlns:a16="http://schemas.microsoft.com/office/drawing/2014/main" id="{78A9BA8F-867C-C0C4-EAFC-DD16736EC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1" name="Graphic 15">
              <a:extLst>
                <a:ext uri="{FF2B5EF4-FFF2-40B4-BE49-F238E27FC236}">
                  <a16:creationId xmlns:a16="http://schemas.microsoft.com/office/drawing/2014/main" id="{E36243AC-DEA9-2BB6-9493-F12EF61BA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0BF1A3E9-2DA8-EFCD-1945-10B7E4A7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3788" y="731519"/>
            <a:ext cx="2699254" cy="237744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5B7D5800-440E-ABD3-D549-DBAB5788D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6362" y="301752"/>
            <a:ext cx="6402283" cy="625144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EBCA59A2-F29D-63E1-CCFC-C5630CD917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14782" y="333772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13788" y="6343955"/>
            <a:ext cx="140446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9261" y="6343955"/>
            <a:ext cx="854573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pPr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3835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3B3EF42-50EE-E6A8-A9C2-7AFE6D442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6841" y="0"/>
            <a:ext cx="7010399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52F0D5-BB41-D48B-86B3-F11E48AF7EA8}"/>
              </a:ext>
            </a:extLst>
          </p:cNvPr>
          <p:cNvGrpSpPr/>
          <p:nvPr userDrawn="1"/>
        </p:nvGrpSpPr>
        <p:grpSpPr>
          <a:xfrm>
            <a:off x="3894778" y="685800"/>
            <a:ext cx="504370" cy="544340"/>
            <a:chOff x="10917026" y="837879"/>
            <a:chExt cx="513774" cy="554490"/>
          </a:xfrm>
        </p:grpSpPr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6296570F-FB5B-F825-C362-F81EFAF02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4C1B3463-18E1-346D-1A07-8930AA65C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93FF8579-2163-3C63-2EAE-9C03E5709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4B91569-6261-A0AF-CAF5-5AAD1600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26" y="731519"/>
            <a:ext cx="2699254" cy="237744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8C24D5D5-972A-AD73-FCA8-59A4C6B48F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33772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7D31BD8-3002-3D4D-9B87-D0017F5E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526" y="6343955"/>
            <a:ext cx="140446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E9A08EF-98CF-24AA-BB25-5C3DE6B9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45999" y="6343955"/>
            <a:ext cx="854573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pPr/>
              <a:t>11/29/2025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210CE1A-436A-BCAA-2323-18AE3B53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0573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988477FF-DF9B-F437-734F-A0142244B58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03204" y="301752"/>
            <a:ext cx="6402283" cy="625144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302C0F-215C-1849-F2CD-D38FAE120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28075"/>
            <a:ext cx="12191999" cy="4013453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75079"/>
            <a:ext cx="4019522" cy="1440859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D1FCC322-5ACB-9932-4C8F-E214F3C843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2" y="273678"/>
            <a:ext cx="11588495" cy="343802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5275" y="4775079"/>
            <a:ext cx="5737126" cy="144085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29310" y="6343955"/>
            <a:ext cx="2202644" cy="365125"/>
          </a:xfrm>
        </p:spPr>
        <p:txBody>
          <a:bodyPr/>
          <a:lstStyle/>
          <a:p>
            <a:fld id="{2086C921-50A5-4289-8B96-30101E64A548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1" y="6343954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D7DBFA-3A9D-FCBF-D7B9-EF1518046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2966356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47643"/>
            <a:ext cx="2926080" cy="21945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233FA5CD-83DF-C53D-9AC4-59590A417E6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2" y="299796"/>
            <a:ext cx="11588495" cy="236480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0" y="3847643"/>
            <a:ext cx="7772400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29310" y="6343955"/>
            <a:ext cx="2202644" cy="365125"/>
          </a:xfrm>
        </p:spPr>
        <p:txBody>
          <a:bodyPr/>
          <a:lstStyle/>
          <a:p>
            <a:fld id="{1B948B66-4D7B-4FF2-9F42-B85226272225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1" y="6343955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85AAF3-BCAF-E9E6-4485-B600BEDA9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887633"/>
            <a:ext cx="12191999" cy="2966356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57143"/>
            <a:ext cx="2926080" cy="182880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292222"/>
            <a:ext cx="279102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92222"/>
            <a:ext cx="1559379" cy="365125"/>
          </a:xfrm>
        </p:spPr>
        <p:txBody>
          <a:bodyPr/>
          <a:lstStyle/>
          <a:p>
            <a:fld id="{6D1D18D0-7308-42C5-B784-8892F327ABD3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92222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0" y="957143"/>
            <a:ext cx="7772400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AF3AF093-BCC1-791C-3310-AA13D4B074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1752" y="4187429"/>
            <a:ext cx="11588495" cy="236480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931138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764A54E-2F07-76F5-5619-B735BDCD95E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1520" y="1981200"/>
            <a:ext cx="6662928" cy="4038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A044FC-C278-1630-7174-160686C56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6199" y="1981200"/>
            <a:ext cx="3886201" cy="40386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DBC0D37F-9620-589D-EF0C-BA5C2E9FC9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997951" y="2287524"/>
            <a:ext cx="3282698" cy="342130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3955"/>
            <a:ext cx="205552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5503" y="6342528"/>
            <a:ext cx="1449697" cy="365125"/>
          </a:xfrm>
        </p:spPr>
        <p:txBody>
          <a:bodyPr/>
          <a:lstStyle/>
          <a:p>
            <a:fld id="{F033B22D-4ADF-4F85-9D05-706FE7DF6EFA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9340" y="6342528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DCA85F-4256-3AA7-2B2F-1D5E0C312680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8" name="Graphic 12">
              <a:extLst>
                <a:ext uri="{FF2B5EF4-FFF2-40B4-BE49-F238E27FC236}">
                  <a16:creationId xmlns:a16="http://schemas.microsoft.com/office/drawing/2014/main" id="{79D8EBEE-57DF-9152-44DA-D036F04A5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Graphic 13">
              <a:extLst>
                <a:ext uri="{FF2B5EF4-FFF2-40B4-BE49-F238E27FC236}">
                  <a16:creationId xmlns:a16="http://schemas.microsoft.com/office/drawing/2014/main" id="{DCBB4CA9-705C-D7B8-7592-A5E7866CF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A98FAAF8-45F4-C2B5-EA46-2E6813B2C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59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C666EA-D815-C895-D49E-7E44DFDDB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0401" y="1981200"/>
            <a:ext cx="4571999" cy="415437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EC07A94-34C8-166D-C466-8EB021EA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05295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1520" y="1981200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405EEFFB-1ED4-AAFE-6C57-14BD2FF69E3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12153" y="2287524"/>
            <a:ext cx="3968496" cy="353707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42EA2336-4473-4E55-0BEF-FC37DB81D0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3955"/>
            <a:ext cx="205552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368DFD1-E7C2-0073-3235-A99D9187965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36164" y="6343955"/>
            <a:ext cx="1449697" cy="365125"/>
          </a:xfrm>
        </p:spPr>
        <p:txBody>
          <a:bodyPr/>
          <a:lstStyle/>
          <a:p>
            <a:fld id="{F033B22D-4ADF-4F85-9D05-706FE7DF6EFA}" type="datetime1">
              <a:rPr lang="en-US" smtClean="0"/>
              <a:t>11/29/2025</a:t>
            </a:fld>
            <a:endParaRPr lang="en-US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7EEB06A5-135B-8DFB-604C-0668FEC200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9340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C4ACC2-99B0-1F3B-A860-A276AC3B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" y="1981200"/>
            <a:ext cx="3886201" cy="40386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45E18-9DAB-9CF2-B657-5324C899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05295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D35D8442-A876-2E6E-6C34-A908E5275D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35577" y="2287544"/>
            <a:ext cx="3271171" cy="34212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A9D57380-62F0-CA50-72F1-70F9C63059C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67946" y="1981200"/>
            <a:ext cx="6514464" cy="4038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1520" y="6343955"/>
            <a:ext cx="21441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13485" y="6343955"/>
            <a:ext cx="1449697" cy="365125"/>
          </a:xfrm>
        </p:spPr>
        <p:txBody>
          <a:bodyPr/>
          <a:lstStyle/>
          <a:p>
            <a:fld id="{3390AD02-C8DF-4FB3-89C8-8C8B1F633346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0030" y="6345299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876AF3-4EB4-DB55-DCD5-BF7F500F7A1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7976E1F5-5464-2BED-270F-9D41FEB43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0C5BA99F-A0E7-3B3D-0101-ACF25982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Graphic 15">
              <a:extLst>
                <a:ext uri="{FF2B5EF4-FFF2-40B4-BE49-F238E27FC236}">
                  <a16:creationId xmlns:a16="http://schemas.microsoft.com/office/drawing/2014/main" id="{74768B81-6390-1D8D-30C6-A02C5D3B4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4928304-D2B2-2E6B-A219-CF790EF05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" y="2971800"/>
            <a:ext cx="3156997" cy="32004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3657600" cy="201168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E504D1B2-3F51-3841-0D11-F459E8E4021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38623" y="3273552"/>
            <a:ext cx="2542791" cy="259689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731520"/>
            <a:ext cx="5920354" cy="51718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FB4D-92F2-4C28-8BFC-2AE0229C3E9A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3955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E75FBA-88FB-03F4-1243-316EE4C6F7EF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33B59F-A812-F1E3-DE81-49A992D33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3">
              <a:extLst>
                <a:ext uri="{FF2B5EF4-FFF2-40B4-BE49-F238E27FC236}">
                  <a16:creationId xmlns:a16="http://schemas.microsoft.com/office/drawing/2014/main" id="{4E19E8B0-11E2-25D6-3241-83A9EA89C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66818F55-5EF2-00D8-E335-4ABF09863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9374DB-8F12-D8B8-C1CC-B5FC4BEB4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" y="2971800"/>
            <a:ext cx="3156997" cy="32004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522131-79E0-C17E-CCFA-D78F4E6F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3291840" cy="201168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D91E3E03-2294-1142-CBC9-19ADB9DA9CC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38623" y="3275858"/>
            <a:ext cx="2542791" cy="25853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B2F5EF0-4CB2-ABCF-4734-F972D94E73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0" y="731520"/>
            <a:ext cx="6400800" cy="539496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08C30-1428-4C16-AD49-DE42CFEA37BF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A5EF8B-3650-88BF-728C-75E1343A7D66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7" name="Graphic 12">
              <a:extLst>
                <a:ext uri="{FF2B5EF4-FFF2-40B4-BE49-F238E27FC236}">
                  <a16:creationId xmlns:a16="http://schemas.microsoft.com/office/drawing/2014/main" id="{0650E00D-2B97-2951-E525-5C408042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Graphic 13">
              <a:extLst>
                <a:ext uri="{FF2B5EF4-FFF2-40B4-BE49-F238E27FC236}">
                  <a16:creationId xmlns:a16="http://schemas.microsoft.com/office/drawing/2014/main" id="{4568B02E-A861-8E97-BBA7-D143F855E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Graphic 15">
              <a:extLst>
                <a:ext uri="{FF2B5EF4-FFF2-40B4-BE49-F238E27FC236}">
                  <a16:creationId xmlns:a16="http://schemas.microsoft.com/office/drawing/2014/main" id="{1598D9DA-CC25-158F-433E-9040A87AD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DD604AC-3FBD-6731-AE34-6D289E239C65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4E8E790D-7A40-6A1E-4361-51129BCDC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F96E21DE-06BB-B547-2FBA-F5E2B9A67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Graphic 15">
              <a:extLst>
                <a:ext uri="{FF2B5EF4-FFF2-40B4-BE49-F238E27FC236}">
                  <a16:creationId xmlns:a16="http://schemas.microsoft.com/office/drawing/2014/main" id="{1297FD5C-A48F-F611-55DE-E5A576DA0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DBDF905D-8CE4-3494-D7B6-24047D9C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029199"/>
            <a:ext cx="10027919" cy="9144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2010402-BDF6-6CA5-1C1B-A6560DBF357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9763" y="685800"/>
            <a:ext cx="10028237" cy="43338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7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8DB5CD-C13F-D271-BB13-A402CA9A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3955"/>
            <a:ext cx="609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8A2A0A59-5884-D48B-41E8-8AE859CF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029200"/>
            <a:ext cx="10942316" cy="914399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000" b="0" i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619E7EC3-46E7-3676-3EDE-10D13AB5852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" y="685801"/>
            <a:ext cx="10942319" cy="433443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8B41E50-17C4-7CBB-61F3-6C613589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3955"/>
            <a:ext cx="609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0DC6949-94CC-3B80-B7C3-0BAF2195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CB36698A-C952-28A6-1E24-016F9C0D20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9756" y="6343955"/>
            <a:ext cx="220264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039139"/>
            <a:ext cx="10058400" cy="914400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000" b="1" i="0" cap="all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6800" y="685801"/>
            <a:ext cx="10058400" cy="433443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96391C3-4992-238E-DA26-2E9782D8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3955"/>
            <a:ext cx="6096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E9FA-D749-4B0D-A60E-CFC9630D3818}" type="datetime1">
              <a:rPr lang="en-US" smtClean="0"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1"/>
            <a:ext cx="10058392" cy="371988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000" b="1" cap="all" baseline="0"/>
            </a:lvl1pPr>
            <a:lvl2pPr marL="228600" indent="0">
              <a:lnSpc>
                <a:spcPct val="90000"/>
              </a:lnSpc>
              <a:buNone/>
              <a:defRPr sz="5000" b="1" cap="all" baseline="0"/>
            </a:lvl2pPr>
            <a:lvl3pPr marL="457200" indent="0">
              <a:lnSpc>
                <a:spcPct val="90000"/>
              </a:lnSpc>
              <a:buNone/>
              <a:defRPr sz="5000" b="1" cap="all" baseline="0"/>
            </a:lvl3pPr>
            <a:lvl4pPr marL="685800" indent="0">
              <a:lnSpc>
                <a:spcPct val="90000"/>
              </a:lnSpc>
              <a:buNone/>
              <a:defRPr sz="5000" b="1" cap="all" baseline="0"/>
            </a:lvl4pPr>
            <a:lvl5pPr marL="914400" indent="0">
              <a:lnSpc>
                <a:spcPct val="90000"/>
              </a:lnSpc>
              <a:buNone/>
              <a:defRPr sz="5000" b="1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7A35BA-41D5-4E87-94C2-E365E2A3656B}" type="datetime1">
              <a:rPr lang="en-US" smtClean="0"/>
              <a:pPr/>
              <a:t>11/29/2025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E49238-DF0A-377C-44CB-3CB196CE8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D35DDC-8314-6A30-6D59-7CFF0BD5045F}"/>
              </a:ext>
            </a:extLst>
          </p:cNvPr>
          <p:cNvGrpSpPr/>
          <p:nvPr userDrawn="1"/>
        </p:nvGrpSpPr>
        <p:grpSpPr>
          <a:xfrm flipV="1">
            <a:off x="11078040" y="5621541"/>
            <a:ext cx="504370" cy="544340"/>
            <a:chOff x="10917026" y="837879"/>
            <a:chExt cx="513774" cy="554490"/>
          </a:xfrm>
        </p:grpSpPr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EA215C9F-878F-671A-B9B7-F595B6F08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Graphic 13">
              <a:extLst>
                <a:ext uri="{FF2B5EF4-FFF2-40B4-BE49-F238E27FC236}">
                  <a16:creationId xmlns:a16="http://schemas.microsoft.com/office/drawing/2014/main" id="{1FDC6A2A-8F91-EB17-2338-E6C2D2EBA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CF011AA8-B85F-1FFC-8166-AEC550594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1965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A85F09D-A87B-CB41-9F0D-563DF42750F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6591" y="1690313"/>
            <a:ext cx="10058392" cy="371988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000" b="1" cap="all" baseline="0">
                <a:solidFill>
                  <a:schemeClr val="bg2"/>
                </a:solidFill>
              </a:defRPr>
            </a:lvl1pPr>
            <a:lvl2pPr marL="228600" indent="0">
              <a:lnSpc>
                <a:spcPct val="90000"/>
              </a:lnSpc>
              <a:buNone/>
              <a:defRPr sz="5000" b="1" cap="all" baseline="0">
                <a:solidFill>
                  <a:schemeClr val="bg2"/>
                </a:solidFill>
              </a:defRPr>
            </a:lvl2pPr>
            <a:lvl3pPr marL="457200" indent="0">
              <a:lnSpc>
                <a:spcPct val="90000"/>
              </a:lnSpc>
              <a:buNone/>
              <a:defRPr sz="5000" b="1" cap="all" baseline="0">
                <a:solidFill>
                  <a:schemeClr val="bg2"/>
                </a:solidFill>
              </a:defRPr>
            </a:lvl3pPr>
            <a:lvl4pPr marL="685800" indent="0">
              <a:lnSpc>
                <a:spcPct val="90000"/>
              </a:lnSpc>
              <a:buNone/>
              <a:defRPr sz="5000" b="1" cap="all" baseline="0">
                <a:solidFill>
                  <a:schemeClr val="bg2"/>
                </a:solidFill>
              </a:defRPr>
            </a:lvl4pPr>
            <a:lvl5pPr marL="914400" indent="0">
              <a:lnSpc>
                <a:spcPct val="90000"/>
              </a:lnSpc>
              <a:buNone/>
              <a:defRPr sz="5000" b="1" cap="all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00F7CBC6-342F-01DB-66E0-884090B8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343955"/>
            <a:ext cx="609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FC801C-C54B-4E4E-A0DD-68C292C7D70F}" type="datetime1">
              <a:rPr lang="en-US" smtClean="0"/>
              <a:pPr/>
              <a:t>11/29/2025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2B2DB4-DD7D-58E1-01FE-5FFF91064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0"/>
            <a:ext cx="0" cy="5202936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D56D9B-2864-E096-10F4-5D8317251883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9E434210-AC88-0E90-99A6-F5157D40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Graphic 13">
              <a:extLst>
                <a:ext uri="{FF2B5EF4-FFF2-40B4-BE49-F238E27FC236}">
                  <a16:creationId xmlns:a16="http://schemas.microsoft.com/office/drawing/2014/main" id="{653B4F72-DA95-D4DE-FAE7-DC2D5E604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BE78A52-1376-FE2B-92AE-364DDFA47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3055D1E2-672A-BC69-9411-7E76AE1C25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1"/>
            <a:ext cx="10058392" cy="371988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000" b="1" cap="all" baseline="0"/>
            </a:lvl1pPr>
            <a:lvl2pPr marL="228600" indent="0">
              <a:lnSpc>
                <a:spcPct val="90000"/>
              </a:lnSpc>
              <a:buNone/>
              <a:defRPr sz="5000" b="1" cap="all" baseline="0"/>
            </a:lvl2pPr>
            <a:lvl3pPr marL="457200" indent="0">
              <a:lnSpc>
                <a:spcPct val="90000"/>
              </a:lnSpc>
              <a:buNone/>
              <a:defRPr sz="5000" b="1" cap="all" baseline="0"/>
            </a:lvl3pPr>
            <a:lvl4pPr marL="685800" indent="0">
              <a:lnSpc>
                <a:spcPct val="90000"/>
              </a:lnSpc>
              <a:buNone/>
              <a:defRPr sz="5000" b="1" cap="all" baseline="0"/>
            </a:lvl4pPr>
            <a:lvl5pPr marL="914400" indent="0">
              <a:lnSpc>
                <a:spcPct val="90000"/>
              </a:lnSpc>
              <a:buNone/>
              <a:defRPr sz="5000" b="1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EEC7-2B19-40F0-9B64-A564E832ADEB}" type="datetime1">
              <a:rPr lang="en-US" smtClean="0"/>
              <a:t>11/29/2025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A9293D-D6A1-8AF9-4813-CA78F41FC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023739-FBF1-75F2-EA5B-628D1D31BA94}"/>
              </a:ext>
            </a:extLst>
          </p:cNvPr>
          <p:cNvGrpSpPr/>
          <p:nvPr userDrawn="1"/>
        </p:nvGrpSpPr>
        <p:grpSpPr>
          <a:xfrm flipV="1">
            <a:off x="11078040" y="5621541"/>
            <a:ext cx="504370" cy="544340"/>
            <a:chOff x="10917026" y="837879"/>
            <a:chExt cx="513774" cy="554490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D0F1A970-FF5D-F896-04FA-CE4666C85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B139D13F-0D14-73D2-8BA3-AB49A0A45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A8A8E97E-9C11-2BC8-9144-BDB59524B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25148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2455036-72A5-504C-C91E-CA942A9C1B15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0" name="Graphic 12">
              <a:extLst>
                <a:ext uri="{FF2B5EF4-FFF2-40B4-BE49-F238E27FC236}">
                  <a16:creationId xmlns:a16="http://schemas.microsoft.com/office/drawing/2014/main" id="{AAC21E96-E96F-13AB-4E2D-2F2A9463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Graphic 13">
              <a:extLst>
                <a:ext uri="{FF2B5EF4-FFF2-40B4-BE49-F238E27FC236}">
                  <a16:creationId xmlns:a16="http://schemas.microsoft.com/office/drawing/2014/main" id="{0DCA12CF-50BA-FD37-1BFD-37DBA94A1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8C62BDEF-3630-134A-D8AF-6029EE448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F9D5BEE-93D7-A052-AACD-00C46FF5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55722"/>
            <a:ext cx="9143999" cy="66947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08A4F7D-BA50-448B-6700-E8EB878B336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49400" y="1536700"/>
            <a:ext cx="9144000" cy="3111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5000" b="0"/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91D2-C712-4357-A4F9-7362E459A272}" type="datetime1">
              <a:rPr lang="en-US" smtClean="0"/>
              <a:t>11/29/2025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982CD0-EB8A-46A8-84EC-153D7BA32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E6EF1BF-151B-8EEC-0E02-E06802C34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4955721"/>
            <a:ext cx="9143999" cy="66947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9640F48-020D-81AF-A324-1A8C96F8212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344613"/>
            <a:ext cx="9144000" cy="329088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5000"/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11/29/2025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B35AFC-D0D8-27D0-7877-F898628C379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8" name="Graphic 12">
              <a:extLst>
                <a:ext uri="{FF2B5EF4-FFF2-40B4-BE49-F238E27FC236}">
                  <a16:creationId xmlns:a16="http://schemas.microsoft.com/office/drawing/2014/main" id="{E071C14C-69C9-51C1-C72F-11F520379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Graphic 13">
              <a:extLst>
                <a:ext uri="{FF2B5EF4-FFF2-40B4-BE49-F238E27FC236}">
                  <a16:creationId xmlns:a16="http://schemas.microsoft.com/office/drawing/2014/main" id="{D19ADD24-6A4A-7A9D-F028-439BF3EA2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AE878D98-B8A1-9693-E217-46740B9C7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762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42ABA34-9E2C-57A7-6EC1-822DB06AB4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4955722"/>
            <a:ext cx="9143999" cy="66947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4393E52-BC0A-C941-AB99-B2E2040F966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344613"/>
            <a:ext cx="9144000" cy="329088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5000"/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BF1DD-1BF4-406D-9906-B4846BCC8D55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8AFCDA-E25A-66FA-A065-43B64A7DC53D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0" name="Graphic 12">
              <a:extLst>
                <a:ext uri="{FF2B5EF4-FFF2-40B4-BE49-F238E27FC236}">
                  <a16:creationId xmlns:a16="http://schemas.microsoft.com/office/drawing/2014/main" id="{BC1282DB-3134-604E-A636-7EC91636C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Graphic 13">
              <a:extLst>
                <a:ext uri="{FF2B5EF4-FFF2-40B4-BE49-F238E27FC236}">
                  <a16:creationId xmlns:a16="http://schemas.microsoft.com/office/drawing/2014/main" id="{01622449-7FF6-2681-8BAB-610A3A6F0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DF1B7C46-3578-8B8A-2B33-C7E41C8F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39854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B4E1DD8-E0C8-2F63-6C5D-5D9786B1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EE15D4EB-C819-8C4D-4973-D17848DE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29310" y="6343955"/>
            <a:ext cx="2202644" cy="365125"/>
          </a:xfrm>
        </p:spPr>
        <p:txBody>
          <a:bodyPr/>
          <a:lstStyle/>
          <a:p>
            <a:fld id="{2086C921-50A5-4289-8B96-30101E64A548}" type="datetime1">
              <a:rPr lang="en-US" smtClean="0"/>
              <a:t>11/29/2025</a:t>
            </a:fld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2F83B63A-E313-2543-7396-0E4520FC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1" y="6343954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B3D62A-20D4-C83A-8EC5-0F0FC452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41" y="1737360"/>
            <a:ext cx="48463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6080" y="1737360"/>
            <a:ext cx="48463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2387600"/>
            <a:ext cx="4846320" cy="3786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2387600"/>
            <a:ext cx="4846320" cy="37861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017F05-8154-C1CA-504D-0FCFD392C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DADACAB8-8D38-74EC-8F23-74C19B5E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933945D-DCC7-91C9-7715-6D66CD16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29310" y="6343955"/>
            <a:ext cx="2202644" cy="365125"/>
          </a:xfrm>
        </p:spPr>
        <p:txBody>
          <a:bodyPr/>
          <a:lstStyle/>
          <a:p>
            <a:fld id="{2086C921-50A5-4289-8B96-30101E64A548}" type="datetime1">
              <a:rPr lang="en-US" smtClean="0"/>
              <a:t>11/29/2025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8611D5B1-377C-9FAD-8742-CD62D3D7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1" y="6343954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01E479-4069-C843-393B-6E9B41A957D5}"/>
              </a:ext>
            </a:extLst>
          </p:cNvPr>
          <p:cNvGrpSpPr/>
          <p:nvPr userDrawn="1"/>
        </p:nvGrpSpPr>
        <p:grpSpPr>
          <a:xfrm flipV="1">
            <a:off x="11078040" y="5621541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371E991-E43A-8273-A079-19D35B250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31556ED0-DF39-D5B2-4B44-3ABD175F1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D28126CE-14E8-D34A-20CD-7A393D29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4A8E7DD-F0B9-81F7-287D-3CB3DD2F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31432E4-BA69-9DA5-4717-E3EA0C6F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109ADB64-53B3-115D-AECE-9573AE4F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29310" y="6343955"/>
            <a:ext cx="2202644" cy="365125"/>
          </a:xfrm>
        </p:spPr>
        <p:txBody>
          <a:bodyPr/>
          <a:lstStyle/>
          <a:p>
            <a:fld id="{2086C921-50A5-4289-8B96-30101E64A548}" type="datetime1">
              <a:rPr lang="en-US" smtClean="0"/>
              <a:t>11/29/2025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4E7037E-3D24-9B01-B8A9-56A86C69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1" y="6343954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245B12-231B-F569-B506-50857FF5F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2BC5-E711-4A36-A80E-0A418F83672D}" type="datetime1">
              <a:rPr lang="en-US" smtClean="0"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19"/>
            <a:ext cx="3108960" cy="26517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ED79D4C-84E4-DE7D-6224-9B34D3EC7A5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31520" y="3439824"/>
            <a:ext cx="310896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Add a brief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685800"/>
            <a:ext cx="6440258" cy="54972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5936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988-488B-40CC-9623-27A54F95F7B4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89281C-AACF-B0FF-0467-84E4A5880E0E}"/>
              </a:ext>
            </a:extLst>
          </p:cNvPr>
          <p:cNvGrpSpPr/>
          <p:nvPr userDrawn="1"/>
        </p:nvGrpSpPr>
        <p:grpSpPr>
          <a:xfrm flipV="1">
            <a:off x="11078040" y="5621541"/>
            <a:ext cx="504370" cy="544340"/>
            <a:chOff x="10917026" y="837879"/>
            <a:chExt cx="513774" cy="554490"/>
          </a:xfrm>
        </p:grpSpPr>
        <p:sp>
          <p:nvSpPr>
            <p:cNvPr id="13" name="Graphic 12">
              <a:extLst>
                <a:ext uri="{FF2B5EF4-FFF2-40B4-BE49-F238E27FC236}">
                  <a16:creationId xmlns:a16="http://schemas.microsoft.com/office/drawing/2014/main" id="{B8CC52C9-51C3-9020-0FCD-5EB77AB5B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Graphic 13">
              <a:extLst>
                <a:ext uri="{FF2B5EF4-FFF2-40B4-BE49-F238E27FC236}">
                  <a16:creationId xmlns:a16="http://schemas.microsoft.com/office/drawing/2014/main" id="{6176F77F-F023-802F-E39B-3BED7F910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B3DC35F6-01C6-9167-442E-69469D510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2E33D2F-D845-A10E-F9E5-C6C051C8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19"/>
            <a:ext cx="3108960" cy="26517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1625BF7-9F13-8163-32DF-576DC01B4C2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731520" y="3439824"/>
            <a:ext cx="3108960" cy="2743200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Add a brief caption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9ABEC-9982-598E-3149-770B511C9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1319" y="674976"/>
            <a:ext cx="6461081" cy="5508048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DC35CE5-7DA7-38B2-B181-D21792BC70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3071" y="976729"/>
            <a:ext cx="5857577" cy="489372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" y="6345936"/>
            <a:ext cx="6096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7011-18F0-49E4-85C9-3E22BE44E3EB}" type="datetime1">
              <a:rPr lang="en-US" smtClean="0"/>
              <a:t>11/29/2025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EBE213-1163-A018-F201-B0DD52F061C6}"/>
              </a:ext>
            </a:extLst>
          </p:cNvPr>
          <p:cNvGrpSpPr/>
          <p:nvPr userDrawn="1"/>
        </p:nvGrpSpPr>
        <p:grpSpPr>
          <a:xfrm>
            <a:off x="4150304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FA467C1C-1AD4-E57D-1EC5-1D2A5FC57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Graphic 13">
              <a:extLst>
                <a:ext uri="{FF2B5EF4-FFF2-40B4-BE49-F238E27FC236}">
                  <a16:creationId xmlns:a16="http://schemas.microsoft.com/office/drawing/2014/main" id="{3A06BD60-6631-D2A4-5F55-5879D66B4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Graphic 15">
              <a:extLst>
                <a:ext uri="{FF2B5EF4-FFF2-40B4-BE49-F238E27FC236}">
                  <a16:creationId xmlns:a16="http://schemas.microsoft.com/office/drawing/2014/main" id="{0E268D3C-723F-37BB-17D1-79FA50F88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10056254" cy="1798622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941593"/>
            <a:ext cx="10951037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14ACF6E0-81BA-C6A9-13FC-B271E985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343955"/>
            <a:ext cx="609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101A0C6-0C6D-EBD8-D57E-7C85E025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23B180-AF77-D3D2-D86A-C1A91248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9756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3D1E3E-5DD4-4BAD-A138-1254BF94C224}" type="datetime1">
              <a:rPr lang="en-US" smtClean="0"/>
              <a:pPr/>
              <a:t>11/29/2025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B99BEF-0A23-3355-F5D8-5D137FBE5DDE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7304BEE7-C610-4182-63C6-CC6EB50F6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339C8AB5-292D-0A63-B066-3D790891A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Graphic 15">
              <a:extLst>
                <a:ext uri="{FF2B5EF4-FFF2-40B4-BE49-F238E27FC236}">
                  <a16:creationId xmlns:a16="http://schemas.microsoft.com/office/drawing/2014/main" id="{41F6A1FE-B32F-D442-D463-82EAC098D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44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55065"/>
            <a:ext cx="6383298" cy="17346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531566"/>
            <a:ext cx="6383201" cy="155756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228600" indent="0">
              <a:buNone/>
              <a:defRPr sz="2000">
                <a:solidFill>
                  <a:schemeClr val="tx2"/>
                </a:solidFill>
              </a:defRPr>
            </a:lvl2pPr>
            <a:lvl3pPr marL="457200" indent="0">
              <a:buNone/>
              <a:defRPr sz="2000">
                <a:solidFill>
                  <a:schemeClr val="tx2"/>
                </a:solidFill>
              </a:defRPr>
            </a:lvl3pPr>
            <a:lvl4pPr marL="685800" indent="0">
              <a:buNone/>
              <a:defRPr sz="2000">
                <a:solidFill>
                  <a:schemeClr val="tx2"/>
                </a:solidFill>
              </a:defRPr>
            </a:lvl4pPr>
            <a:lvl5pPr marL="914400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Picture Placeholder 18">
            <a:extLst>
              <a:ext uri="{FF2B5EF4-FFF2-40B4-BE49-F238E27FC236}">
                <a16:creationId xmlns:a16="http://schemas.microsoft.com/office/drawing/2014/main" id="{4935463D-B16B-B454-3DC3-3F09148674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24799" y="1655065"/>
            <a:ext cx="3640099" cy="3640098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tIns="914400" anchor="t">
            <a:noAutofit/>
          </a:bodyPr>
          <a:lstStyle>
            <a:lvl1pPr algn="ctr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2D4EE2D3-60C2-C211-D8EA-175E6CB9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6343955"/>
            <a:ext cx="609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3D1E3E-5DD4-4BAD-A138-1254BF94C224}" type="datetime1">
              <a:rPr lang="en-US" smtClean="0"/>
              <a:pPr/>
              <a:t>11/29/2025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EF1236-1402-EBC8-76E5-F7F39A7ACF55}"/>
              </a:ext>
            </a:extLst>
          </p:cNvPr>
          <p:cNvGrpSpPr/>
          <p:nvPr userDrawn="1"/>
        </p:nvGrpSpPr>
        <p:grpSpPr>
          <a:xfrm>
            <a:off x="8388140" y="1691849"/>
            <a:ext cx="3194260" cy="3561889"/>
            <a:chOff x="8176980" y="837879"/>
            <a:chExt cx="3253820" cy="3628304"/>
          </a:xfrm>
        </p:grpSpPr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4474C7D0-F564-35BA-EC45-EF0D41EFC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tx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Graphic 13">
              <a:extLst>
                <a:ext uri="{FF2B5EF4-FFF2-40B4-BE49-F238E27FC236}">
                  <a16:creationId xmlns:a16="http://schemas.microsoft.com/office/drawing/2014/main" id="{2492F345-45E5-E870-28A0-7AF744060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tx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868799D-9F7D-A469-E759-94A78C8F1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76980" y="4338469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tx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9127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04AD26-BCB3-4DA6-A1C8-F71900B8E385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612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79756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7DF4F7BB-A1DF-4BD2-8D5B-CA9EB40127CE}" type="datetime1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0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0" i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400" y="685801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800" b="1" i="0">
                <a:solidFill>
                  <a:schemeClr val="accent2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833296"/>
            <a:ext cx="10058400" cy="4338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31520"/>
            <a:ext cx="10058400" cy="10047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894" r:id="rId2"/>
    <p:sldLayoutId id="2147483898" r:id="rId3"/>
    <p:sldLayoutId id="2147483900" r:id="rId4"/>
    <p:sldLayoutId id="2147483893" r:id="rId5"/>
    <p:sldLayoutId id="2147483895" r:id="rId6"/>
    <p:sldLayoutId id="2147483896" r:id="rId7"/>
    <p:sldLayoutId id="2147483897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914" r:id="rId22"/>
    <p:sldLayoutId id="2147483915" r:id="rId23"/>
    <p:sldLayoutId id="2147483916" r:id="rId24"/>
    <p:sldLayoutId id="2147483917" r:id="rId25"/>
    <p:sldLayoutId id="2147483918" r:id="rId26"/>
    <p:sldLayoutId id="2147483919" r:id="rId27"/>
    <p:sldLayoutId id="2147483920" r:id="rId28"/>
    <p:sldLayoutId id="2147483921" r:id="rId29"/>
    <p:sldLayoutId id="2147483922" r:id="rId30"/>
    <p:sldLayoutId id="2147483923" r:id="rId31"/>
    <p:sldLayoutId id="2147483924" r:id="rId32"/>
    <p:sldLayoutId id="2147483925" r:id="rId33"/>
    <p:sldLayoutId id="2147483926" r:id="rId34"/>
    <p:sldLayoutId id="2147483927" r:id="rId35"/>
    <p:sldLayoutId id="2147483928" r:id="rId36"/>
    <p:sldLayoutId id="2147483929" r:id="rId37"/>
    <p:sldLayoutId id="2147483931" r:id="rId38"/>
    <p:sldLayoutId id="2147483932" r:id="rId39"/>
    <p:sldLayoutId id="2147483947" r:id="rId40"/>
    <p:sldLayoutId id="2147483936" r:id="rId41"/>
    <p:sldLayoutId id="2147483937" r:id="rId42"/>
    <p:sldLayoutId id="2147483938" r:id="rId43"/>
    <p:sldLayoutId id="2147483939" r:id="rId44"/>
    <p:sldLayoutId id="2147483940" r:id="rId45"/>
    <p:sldLayoutId id="2147483941" r:id="rId46"/>
    <p:sldLayoutId id="2147483942" r:id="rId47"/>
    <p:sldLayoutId id="2147483943" r:id="rId48"/>
    <p:sldLayoutId id="2147483944" r:id="rId49"/>
    <p:sldLayoutId id="2147483945" r:id="rId50"/>
    <p:sldLayoutId id="2147483946" r:id="rId51"/>
    <p:sldLayoutId id="2147483948" r:id="rId5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pixabay.com/ko/%ED%80%B4%EC%A6%88-%ED%8D%BC%EC%A6%90-%ED%8E%B8%EC%A7%80-%EB%AC%B8%EC%A0%9C-%EC%A7%88%EB%AC%B8-2432440/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BF0B8-028C-267C-0F7B-F5C18B7BA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880" y="1348945"/>
            <a:ext cx="7280501" cy="430888"/>
          </a:xfrm>
        </p:spPr>
        <p:txBody>
          <a:bodyPr>
            <a:normAutofit/>
          </a:bodyPr>
          <a:lstStyle/>
          <a:p>
            <a:pPr algn="l"/>
            <a:r>
              <a:rPr lang="en-US" sz="2200" b="0" dirty="0">
                <a:latin typeface="Aptos" panose="020B0004020202020204" pitchFamily="34" charset="0"/>
              </a:rPr>
              <a:t>Understanding the basics of data serialization formats</a:t>
            </a:r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E7152325-23CF-46AC-BA4E-B3E475974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05" r="33619" b="1"/>
          <a:stretch>
            <a:fillRect/>
          </a:stretch>
        </p:blipFill>
        <p:spPr>
          <a:xfrm>
            <a:off x="9140952" y="301752"/>
            <a:ext cx="2749296" cy="625144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CC2F83-39B5-F1A9-8928-41A4ACAE5160}"/>
              </a:ext>
            </a:extLst>
          </p:cNvPr>
          <p:cNvSpPr txBox="1"/>
          <p:nvPr/>
        </p:nvSpPr>
        <p:spPr>
          <a:xfrm>
            <a:off x="757880" y="2442757"/>
            <a:ext cx="6094562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What is YAML?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YAML Syntax Rules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Data Types in YAML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Common Mistakes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Why Validation Matters (with workflow concept)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Yamllint Overview (purpose, criticality, workflow)Demo Code Snippets (basic YAML + </a:t>
            </a:r>
            <a:r>
              <a:rPr lang="en-IN" sz="2100" b="0" dirty="0" err="1">
                <a:latin typeface="Aptos" panose="020B0004020202020204" pitchFamily="34" charset="0"/>
              </a:rPr>
              <a:t>yamllint</a:t>
            </a:r>
            <a:r>
              <a:rPr lang="en-IN" sz="2100" b="0" dirty="0">
                <a:latin typeface="Aptos" panose="020B0004020202020204" pitchFamily="34" charset="0"/>
              </a:rPr>
              <a:t> command)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Demo Lab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Challenge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100" b="0" dirty="0">
                <a:latin typeface="Aptos" panose="020B0004020202020204" pitchFamily="34" charset="0"/>
              </a:rPr>
              <a:t>Quiz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100" b="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A21A5-06ED-9109-477F-07712EFF8A6A}"/>
              </a:ext>
            </a:extLst>
          </p:cNvPr>
          <p:cNvSpPr txBox="1"/>
          <p:nvPr/>
        </p:nvSpPr>
        <p:spPr>
          <a:xfrm>
            <a:off x="757880" y="2011870"/>
            <a:ext cx="626471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latin typeface="Aptos" panose="020B0004020202020204" pitchFamily="34" charset="0"/>
              </a:rPr>
              <a:t>Summary of Learning</a:t>
            </a:r>
          </a:p>
        </p:txBody>
      </p:sp>
      <p:pic>
        <p:nvPicPr>
          <p:cNvPr id="8" name="Picture 7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51141A0B-BF7F-05B1-9DA7-E4BEE5294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8798"/>
            <a:ext cx="89603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🔥 Ready to unlock YAML secrets? Let’s make automation effortless!</a:t>
            </a:r>
          </a:p>
        </p:txBody>
      </p:sp>
    </p:spTree>
    <p:extLst>
      <p:ext uri="{BB962C8B-B14F-4D97-AF65-F5344CB8AC3E}">
        <p14:creationId xmlns:p14="http://schemas.microsoft.com/office/powerpoint/2010/main" val="341239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4A09-4857-10C1-F1C4-D0739CB00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6955"/>
            <a:ext cx="8534399" cy="4649446"/>
          </a:xfrm>
        </p:spPr>
        <p:txBody>
          <a:bodyPr anchor="ctr">
            <a:normAutofit/>
          </a:bodyPr>
          <a:lstStyle/>
          <a:p>
            <a:pPr algn="l"/>
            <a:r>
              <a:rPr lang="en-US" sz="2800" b="0" dirty="0">
                <a:latin typeface="Arial" panose="020B0004020202020204" pitchFamily="34" charset="0"/>
              </a:rPr>
              <a:t>Introduction to YAML</a:t>
            </a:r>
          </a:p>
        </p:txBody>
      </p:sp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0CD6367D-9991-6E48-79E6-DF7BFAED8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3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F5E67-3B55-E67A-B918-2ABFB942A06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05256" y="1146664"/>
            <a:ext cx="6858000" cy="5074920"/>
          </a:xfrm>
        </p:spPr>
        <p:txBody>
          <a:bodyPr>
            <a:no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Human-Readable Format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YAML is designed to be easy to read and write, using indentation and key-value pairs without brackets or tags.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Simplicity and Clarity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YAML emphasizes clarity and minimal syntax, reducing cognitive load and avoiding unnecessary clutter compared to JSON or XML.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Supports Complex Structures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YAML efficiently represents hierarchical data, ideal for defining playbooks, inventories, and roles in automation tools like Ansible.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Essential for Automation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Mastering YAML is critical for working with automation workflows, ensuring maintainable and scalable configuration scripts.</a:t>
            </a:r>
            <a:endParaRPr lang="en-US" sz="1800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 descr="a programmer is debugging his code (code is mirrored horizontally)&#10;&#10;view more similar files:&#10;[url=search/portfolio/248175/?facets={%2235%22:%5B%22technology%22,%22OR%20computer%22,%22OR%20camera%22,%22OR%20internet%22%5D,%229%22:0,%2230%22:%22100%22}][img]http://www.photonullplus.de/misc/istock/istock-thumb-tech.jpg[/img][/url] [url=search/portfolio/248175/?facets={%2235%22:%5B%22job%22,%22OR%20work%22,%22OR%20messenger%22%5D,%229%22:0,%2230%22:%22100%22}][img]http://www.photonullplus.de/misc/istock/istock-thumb-jobs.jpg[/img][/url]&#10;&#10;[url=file_closeup.php?id=9924417][img]file_thumbview_approve.php?size=1&amp;id=9924417[/img][/url] [url=file_closeup.php?id=9880384][img]file_thumbview_approve.php?size=1&amp;id=9880384[/img][/url] [url=file_closeup.php?id=9880369][img]file_thumbview_approve.php?size=1&amp;id=9880369[/img][/url] [url=file_closeup.php?id=9880343][img]file_thumbview_approve.php?size=1&amp;id=9880343[/img][/url] [url=file_closeup.php?id=9880317][img]file_thumbview_approve.php?size=1&amp;id=9880317[/img][/url] [url=file_closeup.php?id=9422617][img]file_thumbview_approve.php?size=1&amp;id=9422617[/img][/url] [url=file_closeup.php?id=9422623][img]file_thumbview_approve.php?size=1&amp;id=9422623[/img][/url] [url=file_closeup.php?id=16508469][img]file_thumbview_approve.php?size=1&amp;id=16508469[/img][/url] [url=file_closeup.php?id=16863859][img]file_thumbview_approve.php?size=1&amp;id=16863859[/img][/url] [url=file_closeup.php?id=16863845][img]file_thumbview_approve.php?size=1&amp;id=16863845[/img][/url] [url=file_closeup.php?id=17323807][img]file_thumbview_approve.php?size=1&amp;id=17323807[/img][/url] [url=file_closeup.php?id=17323693][img]file_thumbview_approve.php?size=1&amp;id=17323693[/img][/url] [url=file_closeup.php?id=18279006][img]file_thumbview_approve.php?size=1&amp;id=18279006[/img][/url] [url=file_closeup.php?id=18279019][img]file_thumbview_approve.php?size=1&amp;id=18279019[/img][/url]">
            <a:extLst>
              <a:ext uri="{FF2B5EF4-FFF2-40B4-BE49-F238E27FC236}">
                <a16:creationId xmlns:a16="http://schemas.microsoft.com/office/drawing/2014/main" id="{6137EC41-EB43-4A83-9F82-9E8AE53D70B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53170" r="22420"/>
          <a:stretch>
            <a:fillRect/>
          </a:stretch>
        </p:blipFill>
        <p:spPr>
          <a:xfrm>
            <a:off x="9603033" y="812000"/>
            <a:ext cx="2287214" cy="5744248"/>
          </a:xfrm>
          <a:prstGeom prst="rect">
            <a:avLst/>
          </a:prstGeom>
          <a:noFill/>
        </p:spPr>
      </p:pic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E9A4694B-D2FC-CCEC-A179-8AF0B641F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981" y="189554"/>
            <a:ext cx="82533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💡 YAML </a:t>
            </a:r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is</a:t>
            </a:r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 the backbone of Ansible – here’s why it matters!</a:t>
            </a:r>
          </a:p>
        </p:txBody>
      </p:sp>
    </p:spTree>
    <p:extLst>
      <p:ext uri="{BB962C8B-B14F-4D97-AF65-F5344CB8AC3E}">
        <p14:creationId xmlns:p14="http://schemas.microsoft.com/office/powerpoint/2010/main" val="246187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BCF11-2548-7767-F066-30CECD6EC6C2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5113" y="1275615"/>
            <a:ext cx="6858000" cy="4306770"/>
          </a:xfrm>
        </p:spPr>
        <p:txBody>
          <a:bodyPr>
            <a:no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Indentation and Hierarchy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YAML syntax requires spaces, never tabs, to define hierarchy with precise indentation.</a:t>
            </a:r>
            <a:endParaRPr lang="en-US" sz="12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Key-Value Pairs and Lists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Key-value pairs use colon and space; lists use dash and space for item representation.</a:t>
            </a:r>
            <a:endParaRPr lang="en-US" sz="12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Comments and Data Types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Comments start with #; YAML supports scalars, lists, and dictionaries for data representation.</a:t>
            </a:r>
            <a:endParaRPr lang="en-US" sz="12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Aptos" panose="020B0004020202020204" pitchFamily="34" charset="0"/>
              </a:rPr>
              <a:t>Importance of Syntax Discipline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800" b="0" dirty="0">
                <a:latin typeface="Aptos" panose="020B0004020202020204" pitchFamily="34" charset="0"/>
              </a:rPr>
              <a:t>Proper syntax prevents cryptic errors and ensures correct interpretation in automation tools.</a:t>
            </a:r>
            <a:r>
              <a:rPr lang="en-US" sz="1800" b="0" dirty="0">
                <a:latin typeface="Aptos" panose="020B0004020202020204" pitchFamily="34" charset="0"/>
              </a:rPr>
              <a:t> Starts with 3 dashes (---) and ends with 3 dots (…)</a:t>
            </a:r>
          </a:p>
        </p:txBody>
      </p:sp>
      <p:pic>
        <p:nvPicPr>
          <p:cNvPr id="5" name="Content Placeholder 4" descr="Computer script on a screen">
            <a:extLst>
              <a:ext uri="{FF2B5EF4-FFF2-40B4-BE49-F238E27FC236}">
                <a16:creationId xmlns:a16="http://schemas.microsoft.com/office/drawing/2014/main" id="{1FA4C54E-9BC2-42A0-A46C-884CD3B7C4F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17488" r="58102"/>
          <a:stretch>
            <a:fillRect/>
          </a:stretch>
        </p:blipFill>
        <p:spPr>
          <a:xfrm>
            <a:off x="9603033" y="301752"/>
            <a:ext cx="2287214" cy="3431877"/>
          </a:xfrm>
          <a:prstGeom prst="rect">
            <a:avLst/>
          </a:prstGeom>
          <a:noFill/>
        </p:spPr>
      </p:pic>
      <p:pic>
        <p:nvPicPr>
          <p:cNvPr id="3" name="Picture 2" descr="A white background with black text">
            <a:extLst>
              <a:ext uri="{FF2B5EF4-FFF2-40B4-BE49-F238E27FC236}">
                <a16:creationId xmlns:a16="http://schemas.microsoft.com/office/drawing/2014/main" id="{6A4F9B6A-1B73-AAEA-1914-40029B35A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3657600"/>
            <a:ext cx="3831336" cy="3049358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4DB7CF72-1423-B68E-3443-1FBF14E83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612" y="189554"/>
            <a:ext cx="83344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⚠ Golden Rule: Spaces, not tabs! Avoid automation nightmares</a:t>
            </a:r>
          </a:p>
        </p:txBody>
      </p:sp>
    </p:spTree>
    <p:extLst>
      <p:ext uri="{BB962C8B-B14F-4D97-AF65-F5344CB8AC3E}">
        <p14:creationId xmlns:p14="http://schemas.microsoft.com/office/powerpoint/2010/main" val="228780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2CF6-C722-936C-0032-B5764A34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10896"/>
            <a:ext cx="6858000" cy="34747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Data Types in YAML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97853-344C-0BC2-CF6A-01363968F8C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31251" y="672084"/>
            <a:ext cx="5824728" cy="2542032"/>
          </a:xfrm>
        </p:spPr>
        <p:txBody>
          <a:bodyPr>
            <a:no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>
                <a:latin typeface="Aptos" panose="020B0004020202020204" pitchFamily="34" charset="0"/>
              </a:rPr>
              <a:t>Scalar Data Type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2000" b="0" dirty="0">
                <a:latin typeface="Aptos" panose="020B0004020202020204" pitchFamily="34" charset="0"/>
              </a:rPr>
              <a:t>Scalars represent single values like strings, numbers, or </a:t>
            </a:r>
            <a:r>
              <a:rPr sz="2000" b="0" dirty="0" err="1">
                <a:latin typeface="Aptos" panose="020B0004020202020204" pitchFamily="34" charset="0"/>
              </a:rPr>
              <a:t>booleans</a:t>
            </a:r>
            <a:r>
              <a:rPr sz="2000" b="0" dirty="0">
                <a:latin typeface="Aptos" panose="020B0004020202020204" pitchFamily="34" charset="0"/>
              </a:rPr>
              <a:t> in YAML files.</a:t>
            </a:r>
            <a:endParaRPr lang="en-US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>
                <a:latin typeface="Aptos" panose="020B0004020202020204" pitchFamily="34" charset="0"/>
              </a:rPr>
              <a:t>List Data Type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2000" b="0" dirty="0">
                <a:latin typeface="Aptos" panose="020B0004020202020204" pitchFamily="34" charset="0"/>
              </a:rPr>
              <a:t>Lists are ordered collections marked by dashes, useful for grouping multiple items sequentially.</a:t>
            </a:r>
            <a:endParaRPr lang="en-US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>
                <a:latin typeface="Aptos" panose="020B0004020202020204" pitchFamily="34" charset="0"/>
              </a:rPr>
              <a:t>Dictionary Data Type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2000" b="0" dirty="0">
                <a:latin typeface="Aptos" panose="020B0004020202020204" pitchFamily="34" charset="0"/>
              </a:rPr>
              <a:t>Dictionaries are key-value pairs that define mappings, essential for organizing complex data structures.</a:t>
            </a:r>
            <a:endParaRPr lang="en-US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>
                <a:latin typeface="Aptos" panose="020B0004020202020204" pitchFamily="34" charset="0"/>
              </a:rPr>
              <a:t>Combining and Nesting Types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2000" b="0" dirty="0">
                <a:latin typeface="Aptos" panose="020B0004020202020204" pitchFamily="34" charset="0"/>
              </a:rPr>
              <a:t>YAML allows nesting of lists and dictionaries to create complex, modular, and scalable configurations.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 descr="File folder big data internet network cloud computing">
            <a:extLst>
              <a:ext uri="{FF2B5EF4-FFF2-40B4-BE49-F238E27FC236}">
                <a16:creationId xmlns:a16="http://schemas.microsoft.com/office/drawing/2014/main" id="{9039C281-8EBB-4343-ACAF-2A81D75A005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38521" r="38623"/>
          <a:stretch>
            <a:fillRect/>
          </a:stretch>
        </p:blipFill>
        <p:spPr>
          <a:xfrm>
            <a:off x="9500469" y="1106424"/>
            <a:ext cx="2287214" cy="4215384"/>
          </a:xfrm>
          <a:prstGeom prst="rect">
            <a:avLst/>
          </a:prstGeom>
          <a:noFill/>
        </p:spPr>
      </p:pic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362C78B7-740B-59E7-6F04-8A50B3368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7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77DE-F20F-C501-C947-4F43C767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E4DD-CF48-2C7B-A81B-F96B3162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29" y="176398"/>
            <a:ext cx="6858000" cy="457200"/>
          </a:xfrm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Data Types in YAML Example</a:t>
            </a:r>
          </a:p>
        </p:txBody>
      </p:sp>
      <p:pic>
        <p:nvPicPr>
          <p:cNvPr id="5" name="Content Placeholder 4" descr="File folder big data internet network cloud computing">
            <a:extLst>
              <a:ext uri="{FF2B5EF4-FFF2-40B4-BE49-F238E27FC236}">
                <a16:creationId xmlns:a16="http://schemas.microsoft.com/office/drawing/2014/main" id="{FCEBE2C5-887F-0B23-9F1B-65EFEBD8CAE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38521" r="38623"/>
          <a:stretch>
            <a:fillRect/>
          </a:stretch>
        </p:blipFill>
        <p:spPr>
          <a:xfrm>
            <a:off x="9500469" y="1106424"/>
            <a:ext cx="2287214" cy="4215384"/>
          </a:xfrm>
          <a:prstGeom prst="rect">
            <a:avLst/>
          </a:prstGeom>
          <a:noFill/>
        </p:spPr>
      </p:pic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716235AF-8BA1-24B1-8491-FB896DE32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FB7F02-0E2C-72DC-E01B-81C8DB87E83E}"/>
              </a:ext>
            </a:extLst>
          </p:cNvPr>
          <p:cNvSpPr txBox="1"/>
          <p:nvPr/>
        </p:nvSpPr>
        <p:spPr>
          <a:xfrm>
            <a:off x="404317" y="812000"/>
            <a:ext cx="6094476" cy="1692771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>
                <a:latin typeface="Aptos" panose="020B0004020202020204" pitchFamily="34" charset="0"/>
              </a:rPr>
              <a:t>1. Scalars (Single Values)</a:t>
            </a:r>
          </a:p>
          <a:p>
            <a:pPr algn="l">
              <a:buNone/>
            </a:pPr>
            <a:r>
              <a:rPr lang="en-US" sz="1400" b="0" dirty="0">
                <a:latin typeface="Aptos" panose="020B0004020202020204" pitchFamily="34" charset="0"/>
              </a:rPr>
              <a:t>Scalars represent simple values like strings, numbers, or </a:t>
            </a:r>
            <a:r>
              <a:rPr lang="en-US" sz="1400" b="0" dirty="0" err="1">
                <a:latin typeface="Aptos" panose="020B0004020202020204" pitchFamily="34" charset="0"/>
              </a:rPr>
              <a:t>booleans</a:t>
            </a:r>
            <a:r>
              <a:rPr lang="en-US" sz="1400" b="0" dirty="0">
                <a:latin typeface="Aptos" panose="020B0004020202020204" pitchFamily="34" charset="0"/>
              </a:rPr>
              <a:t>.</a:t>
            </a:r>
          </a:p>
          <a:p>
            <a:pPr algn="l">
              <a:buNone/>
            </a:pPr>
            <a:endParaRPr lang="en-US" sz="1000" dirty="0">
              <a:latin typeface="Aptos" panose="020B0004020202020204" pitchFamily="34" charset="0"/>
            </a:endParaRPr>
          </a:p>
          <a:p>
            <a:pPr algn="l">
              <a:buNone/>
            </a:pPr>
            <a:r>
              <a:rPr lang="en-US" sz="1400" b="0" dirty="0">
                <a:latin typeface="Aptos" panose="020B0004020202020204" pitchFamily="34" charset="0"/>
              </a:rPr>
              <a:t>Example:</a:t>
            </a:r>
          </a:p>
          <a:p>
            <a:pPr algn="l">
              <a:buNone/>
            </a:pPr>
            <a:endParaRPr lang="en-US" sz="1000" b="1" dirty="0">
              <a:latin typeface="Aptos" panose="020B0004020202020204" pitchFamily="34" charset="0"/>
            </a:endParaRPr>
          </a:p>
          <a:p>
            <a:pPr algn="l">
              <a:buNone/>
            </a:pPr>
            <a:r>
              <a:rPr lang="en-US" sz="1400" b="0" dirty="0">
                <a:latin typeface="Aptos" panose="020B0004020202020204" pitchFamily="34" charset="0"/>
              </a:rPr>
              <a:t>name: </a:t>
            </a:r>
            <a:r>
              <a:rPr lang="en-US" sz="1400" b="0" dirty="0" err="1">
                <a:latin typeface="Aptos" panose="020B0004020202020204" pitchFamily="34" charset="0"/>
              </a:rPr>
              <a:t>AutomateOps</a:t>
            </a:r>
            <a:r>
              <a:rPr lang="en-US" sz="1400" b="0" dirty="0">
                <a:latin typeface="Aptos" panose="020B0004020202020204" pitchFamily="34" charset="0"/>
              </a:rPr>
              <a:t>        # String</a:t>
            </a:r>
          </a:p>
          <a:p>
            <a:pPr algn="l">
              <a:buNone/>
            </a:pPr>
            <a:r>
              <a:rPr lang="en-US" sz="1400" b="0" dirty="0">
                <a:latin typeface="Aptos" panose="020B0004020202020204" pitchFamily="34" charset="0"/>
              </a:rPr>
              <a:t>version: 1.0                       # Number</a:t>
            </a:r>
          </a:p>
          <a:p>
            <a:pPr algn="l">
              <a:buNone/>
            </a:pPr>
            <a:r>
              <a:rPr lang="en-US" sz="1400" b="0" dirty="0">
                <a:latin typeface="Aptos" panose="020B0004020202020204" pitchFamily="34" charset="0"/>
              </a:rPr>
              <a:t>active: true                       # Boolean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9996A-58A4-550E-F4EC-B305E871C5FC}"/>
              </a:ext>
            </a:extLst>
          </p:cNvPr>
          <p:cNvSpPr txBox="1"/>
          <p:nvPr/>
        </p:nvSpPr>
        <p:spPr>
          <a:xfrm>
            <a:off x="386029" y="2695694"/>
            <a:ext cx="6094476" cy="2100575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latin typeface="Aptos" panose="020B0004020202020204" pitchFamily="34" charset="0"/>
              </a:rPr>
              <a:t>2. Lists (Ordered Collections)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Lists are sequences of items, written with a dash (-) followed by a space.</a:t>
            </a:r>
          </a:p>
          <a:p>
            <a:pPr algn="l"/>
            <a:endParaRPr lang="en-US" sz="1000" dirty="0">
              <a:latin typeface="Aptos" panose="020B0004020202020204" pitchFamily="34" charset="0"/>
            </a:endParaRP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Example:</a:t>
            </a:r>
          </a:p>
          <a:p>
            <a:pPr algn="l"/>
            <a:endParaRPr lang="en-US" sz="1000" dirty="0">
              <a:latin typeface="Aptos" panose="020B0004020202020204" pitchFamily="34" charset="0"/>
            </a:endParaRP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modules: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- ansible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- </a:t>
            </a:r>
            <a:r>
              <a:rPr lang="en-US" sz="1400" b="0" dirty="0" err="1">
                <a:latin typeface="Aptos" panose="020B0004020202020204" pitchFamily="34" charset="0"/>
              </a:rPr>
              <a:t>yaml</a:t>
            </a:r>
            <a:endParaRPr lang="en-US" sz="1000" dirty="0">
              <a:latin typeface="Aptos" panose="020B0004020202020204" pitchFamily="34" charset="0"/>
            </a:endParaRP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- automation</a:t>
            </a:r>
          </a:p>
          <a:p>
            <a:pPr algn="l"/>
            <a:endParaRPr lang="en-IN" sz="10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F3D78-8165-0FAF-B664-0754D9629B16}"/>
              </a:ext>
            </a:extLst>
          </p:cNvPr>
          <p:cNvSpPr txBox="1"/>
          <p:nvPr/>
        </p:nvSpPr>
        <p:spPr>
          <a:xfrm>
            <a:off x="404317" y="4987192"/>
            <a:ext cx="6094476" cy="1631216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latin typeface="Aptos" panose="020B0004020202020204" pitchFamily="34" charset="0"/>
              </a:rPr>
              <a:t>3. Dictionaries (Key-Value Pairs)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Dictionaries store data as key-value pairs. They can also be nested.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Example: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details: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author: Soumyendu</a:t>
            </a: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channel: </a:t>
            </a:r>
            <a:r>
              <a:rPr lang="en-US" sz="1400" b="0" dirty="0" err="1">
                <a:latin typeface="Aptos" panose="020B0004020202020204" pitchFamily="34" charset="0"/>
              </a:rPr>
              <a:t>AutomateOps</a:t>
            </a:r>
            <a:endParaRPr lang="en-US" sz="1000" dirty="0">
              <a:latin typeface="Aptos" panose="020B0004020202020204" pitchFamily="34" charset="0"/>
            </a:endParaRPr>
          </a:p>
          <a:p>
            <a:pPr algn="l"/>
            <a:r>
              <a:rPr lang="en-US" sz="1400" b="0" dirty="0">
                <a:latin typeface="Aptos" panose="020B0004020202020204" pitchFamily="34" charset="0"/>
              </a:rPr>
              <a:t>  subscribers: 5000</a:t>
            </a:r>
            <a:endParaRPr lang="en-IN" sz="1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8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08306-0D7B-DE37-A830-5DA1672527A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97992" y="1179630"/>
            <a:ext cx="4626864" cy="4306770"/>
          </a:xfrm>
        </p:spPr>
        <p:txBody>
          <a:bodyPr>
            <a:no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Common YAML Mistakes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0" dirty="0">
                <a:latin typeface="Aptos" panose="020B0004020202020204" pitchFamily="34" charset="0"/>
              </a:rPr>
              <a:t>Tabs instead of spaces, missing spaces after colons, and wrong indentation cause YAML errors in playbooks.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Impact on Automation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0" dirty="0">
                <a:latin typeface="Aptos" panose="020B0004020202020204" pitchFamily="34" charset="0"/>
              </a:rPr>
              <a:t>YAML mistakes can cause silent failures or confusing errors, breaking automation workflows unexpectedly.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Importance of Validation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0" dirty="0">
                <a:latin typeface="Aptos" panose="020B0004020202020204" pitchFamily="34" charset="0"/>
              </a:rPr>
              <a:t>Validating YAML before running playbooks ensures syntax correctness and reduces downtime and troubleshooting.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Early Error Detection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0" dirty="0">
                <a:latin typeface="Aptos" panose="020B0004020202020204" pitchFamily="34" charset="0"/>
              </a:rPr>
              <a:t>Incorporate validation into workflow to catch errors early and maintain confidence in automation scripts.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 descr="4K Resolution">
            <a:extLst>
              <a:ext uri="{FF2B5EF4-FFF2-40B4-BE49-F238E27FC236}">
                <a16:creationId xmlns:a16="http://schemas.microsoft.com/office/drawing/2014/main" id="{944D3BF3-EA09-497F-B224-30A603DD613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39552" r="39878" b="1"/>
          <a:stretch>
            <a:fillRect/>
          </a:stretch>
        </p:blipFill>
        <p:spPr>
          <a:xfrm>
            <a:off x="9603033" y="923544"/>
            <a:ext cx="2287214" cy="3822192"/>
          </a:xfrm>
          <a:prstGeom prst="rect">
            <a:avLst/>
          </a:prstGeom>
          <a:noFill/>
        </p:spPr>
      </p:pic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984F28E5-FE07-938E-81EB-9042064EB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78FC4-B643-1281-D2DA-5CEB63D3AEAB}"/>
              </a:ext>
            </a:extLst>
          </p:cNvPr>
          <p:cNvSpPr txBox="1"/>
          <p:nvPr/>
        </p:nvSpPr>
        <p:spPr>
          <a:xfrm>
            <a:off x="5632704" y="2752344"/>
            <a:ext cx="3547872" cy="98488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b="0" dirty="0">
                <a:latin typeface="Arial"/>
              </a:rPr>
              <a:t>Tabs vs Spaces</a:t>
            </a:r>
          </a:p>
          <a:p>
            <a:pPr algn="l"/>
            <a:r>
              <a:rPr lang="en-US" sz="1600" b="0" dirty="0">
                <a:solidFill>
                  <a:srgbClr val="FF0000"/>
                </a:solidFill>
                <a:latin typeface="Arial"/>
              </a:rPr>
              <a:t>Wrong: [tab]name: </a:t>
            </a:r>
            <a:r>
              <a:rPr lang="en-US" sz="1600" b="0" dirty="0" err="1">
                <a:solidFill>
                  <a:srgbClr val="FF0000"/>
                </a:solidFill>
                <a:latin typeface="Arial"/>
              </a:rPr>
              <a:t>AutomateOps</a:t>
            </a:r>
            <a:endParaRPr lang="en-US" sz="1000" b="1" dirty="0">
              <a:solidFill>
                <a:srgbClr val="FF0000"/>
              </a:solidFill>
            </a:endParaRPr>
          </a:p>
          <a:p>
            <a:pPr algn="l"/>
            <a:endParaRPr lang="en-US" sz="1000" dirty="0"/>
          </a:p>
          <a:p>
            <a:pPr algn="l"/>
            <a:r>
              <a:rPr lang="en-US" sz="1600" b="0" dirty="0">
                <a:solidFill>
                  <a:srgbClr val="00B050"/>
                </a:solidFill>
                <a:latin typeface="Arial"/>
              </a:rPr>
              <a:t>Correct:[space]</a:t>
            </a:r>
            <a:r>
              <a:rPr lang="en-US" sz="1600" b="0" dirty="0" err="1">
                <a:solidFill>
                  <a:srgbClr val="00B050"/>
                </a:solidFill>
                <a:latin typeface="Arial"/>
              </a:rPr>
              <a:t>name:AutomateOpsA</a:t>
            </a:r>
            <a:endParaRPr lang="en-IN" sz="1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8D02A-B4F8-1DB9-6902-27854F1C4913}"/>
              </a:ext>
            </a:extLst>
          </p:cNvPr>
          <p:cNvSpPr txBox="1"/>
          <p:nvPr/>
        </p:nvSpPr>
        <p:spPr>
          <a:xfrm>
            <a:off x="5632704" y="2377440"/>
            <a:ext cx="1739193" cy="430887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/>
              </a:rPr>
              <a:t>Example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01753" y="516076"/>
            <a:ext cx="761593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❓ Common mistakes can break playbooks – let’s fix them!</a:t>
            </a:r>
          </a:p>
        </p:txBody>
      </p:sp>
    </p:spTree>
    <p:extLst>
      <p:ext uri="{BB962C8B-B14F-4D97-AF65-F5344CB8AC3E}">
        <p14:creationId xmlns:p14="http://schemas.microsoft.com/office/powerpoint/2010/main" val="58692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F87BE5-FFC6-473A-9DFF-82226AAD93D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92222005"/>
              </p:ext>
            </p:extLst>
          </p:nvPr>
        </p:nvGraphicFramePr>
        <p:xfrm>
          <a:off x="1173480" y="1572768"/>
          <a:ext cx="6800088" cy="435198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30949">
                  <a:extLst>
                    <a:ext uri="{9D8B030D-6E8A-4147-A177-3AD203B41FA5}">
                      <a16:colId xmlns:a16="http://schemas.microsoft.com/office/drawing/2014/main" val="1845845322"/>
                    </a:ext>
                  </a:extLst>
                </a:gridCol>
                <a:gridCol w="4469139">
                  <a:extLst>
                    <a:ext uri="{9D8B030D-6E8A-4147-A177-3AD203B41FA5}">
                      <a16:colId xmlns:a16="http://schemas.microsoft.com/office/drawing/2014/main" val="666124283"/>
                    </a:ext>
                  </a:extLst>
                </a:gridCol>
              </a:tblGrid>
              <a:tr h="922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cap="all" spc="15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Step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cap="all" spc="15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680051"/>
                  </a:ext>
                </a:extLst>
              </a:tr>
              <a:tr h="1175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Write YAML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Create configuration or playbook using YAML syntax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024752"/>
                  </a:ext>
                </a:extLst>
              </a:tr>
              <a:tr h="84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Validate with </a:t>
                      </a:r>
                      <a:r>
                        <a:rPr lang="en-US" sz="2200" b="1" cap="none" spc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yamllint</a:t>
                      </a:r>
                      <a:endParaRPr lang="en-US" sz="2200" b="1" cap="none" spc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Run </a:t>
                      </a: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yamllint</a:t>
                      </a:r>
                      <a:r>
                        <a:rPr lang="en-US" sz="22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to check for syntax and style errors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25598"/>
                  </a:ext>
                </a:extLst>
              </a:tr>
              <a:tr h="84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Execute Playbook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Run validated playbook in Ansible for automation</a:t>
                      </a:r>
                    </a:p>
                  </a:txBody>
                  <a:tcPr marL="228096" marR="228096" marT="228096" marB="22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62225"/>
                  </a:ext>
                </a:extLst>
              </a:tr>
            </a:tbl>
          </a:graphicData>
        </a:graphic>
      </p:graphicFrame>
      <p:pic>
        <p:nvPicPr>
          <p:cNvPr id="3" name="Picture 2" descr="yamllint_workflow.png">
            <a:extLst>
              <a:ext uri="{FF2B5EF4-FFF2-40B4-BE49-F238E27FC236}">
                <a16:creationId xmlns:a16="http://schemas.microsoft.com/office/drawing/2014/main" id="{2EAA7D03-D2DB-A413-A16F-22EA5AE05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1572768"/>
            <a:ext cx="3596640" cy="4351988"/>
          </a:xfrm>
          <a:prstGeom prst="rect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</p:pic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5D2831B2-BEED-36B8-566B-8092A4C0E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62" y="381113"/>
            <a:ext cx="74612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Yamllint: Your YAML bodyguard for error-free automation</a:t>
            </a:r>
          </a:p>
        </p:txBody>
      </p:sp>
    </p:spTree>
    <p:extLst>
      <p:ext uri="{BB962C8B-B14F-4D97-AF65-F5344CB8AC3E}">
        <p14:creationId xmlns:p14="http://schemas.microsoft.com/office/powerpoint/2010/main" val="3642383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638D8-8CC9-75AE-A3A9-A72863D3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143" y="303276"/>
            <a:ext cx="5677791" cy="484632"/>
          </a:xfrm>
        </p:spPr>
        <p:txBody>
          <a:bodyPr anchor="ctr">
            <a:normAutofit/>
          </a:bodyPr>
          <a:lstStyle/>
          <a:p>
            <a:pPr algn="l"/>
            <a:r>
              <a:rPr lang="en-US" sz="1400" b="0" dirty="0">
                <a:latin typeface="Aptos" panose="020B0004020202020204" pitchFamily="34" charset="0"/>
              </a:rPr>
              <a:t>Demo Code Snippets</a:t>
            </a:r>
          </a:p>
        </p:txBody>
      </p:sp>
      <p:pic>
        <p:nvPicPr>
          <p:cNvPr id="5" name="Content Placeholder 4" descr="Non fungible tokens, NFT on digital background">
            <a:extLst>
              <a:ext uri="{FF2B5EF4-FFF2-40B4-BE49-F238E27FC236}">
                <a16:creationId xmlns:a16="http://schemas.microsoft.com/office/drawing/2014/main" id="{A51771BD-DF2B-4515-9C19-7D5EA0F64D8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20972" r="27031"/>
          <a:stretch>
            <a:fillRect/>
          </a:stretch>
        </p:blipFill>
        <p:spPr>
          <a:xfrm>
            <a:off x="288485" y="303276"/>
            <a:ext cx="5677791" cy="6251447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0B9BF-5769-4E96-E891-A139572697B4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87151" y="787908"/>
            <a:ext cx="2925887" cy="2770632"/>
          </a:xfrm>
        </p:spPr>
        <p:txBody>
          <a:bodyPr anchor="t">
            <a:normAutofit/>
          </a:bodyPr>
          <a:lstStyle/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YAML File Structure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1" dirty="0">
                <a:latin typeface="Aptos" panose="020B0004020202020204" pitchFamily="34" charset="0"/>
              </a:rPr>
              <a:t>A simple YAML file example showing basic key-value pairs and list under modules.</a:t>
            </a:r>
            <a:endParaRPr lang="en-US" sz="900" b="1" dirty="0">
              <a:latin typeface="Aptos" panose="020B0004020202020204" pitchFamily="34" charset="0"/>
            </a:endParaRPr>
          </a:p>
          <a:p>
            <a:pPr marL="0" indent="0" algn="l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600" b="1" dirty="0">
                <a:latin typeface="Aptos" panose="020B0004020202020204" pitchFamily="34" charset="0"/>
              </a:rPr>
              <a:t>YAML Validation</a:t>
            </a:r>
          </a:p>
          <a:p>
            <a:pPr marL="0" lvl="1" indent="0" algn="l">
              <a:buFont typeface="Arial" panose="020B0604020202020204" pitchFamily="34" charset="0"/>
              <a:buNone/>
            </a:pPr>
            <a:r>
              <a:rPr sz="1600" b="1" dirty="0">
                <a:latin typeface="Aptos" panose="020B0004020202020204" pitchFamily="34" charset="0"/>
              </a:rPr>
              <a:t>Using </a:t>
            </a:r>
            <a:r>
              <a:rPr sz="1600" b="1" dirty="0" err="1">
                <a:latin typeface="Aptos" panose="020B0004020202020204" pitchFamily="34" charset="0"/>
              </a:rPr>
              <a:t>yamllint</a:t>
            </a:r>
            <a:r>
              <a:rPr sz="1600" b="1" dirty="0">
                <a:latin typeface="Aptos" panose="020B0004020202020204" pitchFamily="34" charset="0"/>
              </a:rPr>
              <a:t> command to validate YAML syntax ensures error-free automation files.</a:t>
            </a:r>
            <a:endParaRPr lang="en-US" sz="9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7568-4933-0156-5372-7E518AA8DC98}"/>
              </a:ext>
            </a:extLst>
          </p:cNvPr>
          <p:cNvSpPr txBox="1">
            <a:spLocks/>
          </p:cNvSpPr>
          <p:nvPr/>
        </p:nvSpPr>
        <p:spPr>
          <a:xfrm>
            <a:off x="6839712" y="3730752"/>
            <a:ext cx="5225231" cy="2560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>
                <a:latin typeface="Aptos" panose="020B0004020202020204" pitchFamily="34" charset="0"/>
              </a:rPr>
              <a:t>Example YAML:</a:t>
            </a: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name: </a:t>
            </a:r>
            <a:r>
              <a:rPr lang="en-IN" sz="1600" b="1" dirty="0" err="1">
                <a:latin typeface="Aptos" panose="020B0004020202020204" pitchFamily="34" charset="0"/>
              </a:rPr>
              <a:t>AutomateOps</a:t>
            </a:r>
            <a:endParaRPr lang="en-IN" sz="1050" b="1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version: 1.0</a:t>
            </a: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modules:</a:t>
            </a: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         - ansible</a:t>
            </a: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          - </a:t>
            </a:r>
            <a:r>
              <a:rPr lang="en-IN" sz="1600" b="1" dirty="0" err="1">
                <a:latin typeface="Aptos" panose="020B0004020202020204" pitchFamily="34" charset="0"/>
              </a:rPr>
              <a:t>yaml</a:t>
            </a:r>
            <a:endParaRPr lang="en-IN" sz="1050" b="1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IN" sz="1600" b="1" dirty="0">
                <a:latin typeface="Aptos" panose="020B0004020202020204" pitchFamily="34" charset="0"/>
              </a:rPr>
              <a:t>Command:</a:t>
            </a:r>
          </a:p>
          <a:p>
            <a:pPr algn="l"/>
            <a:r>
              <a:rPr lang="en-IN" sz="1600" b="1" dirty="0" err="1">
                <a:latin typeface="Aptos" panose="020B0004020202020204" pitchFamily="34" charset="0"/>
              </a:rPr>
              <a:t>yamllint</a:t>
            </a:r>
            <a:r>
              <a:rPr lang="en-IN" sz="1600" b="1" dirty="0">
                <a:latin typeface="Aptos" panose="020B0004020202020204" pitchFamily="34" charset="0"/>
              </a:rPr>
              <a:t> demo1.yml</a:t>
            </a:r>
          </a:p>
        </p:txBody>
      </p:sp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7D3E50B-89B5-A721-D4E4-239E3F837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6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711F-4C11-F2DB-6AC8-B40D98D9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4FA63C5-7E80-03A6-5A20-75F5BAE47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23D537-3C7E-6991-DF02-8279A77E0DBF}"/>
              </a:ext>
            </a:extLst>
          </p:cNvPr>
          <p:cNvSpPr txBox="1"/>
          <p:nvPr/>
        </p:nvSpPr>
        <p:spPr>
          <a:xfrm>
            <a:off x="7151675" y="718971"/>
            <a:ext cx="4636008" cy="6063198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1. Create a Blank YAML File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- File name: `Test1.yaml`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Add optional start (`---`) and end (`...`) markers.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- Validate using: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```bash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python3 -c "import </a:t>
            </a:r>
            <a:r>
              <a:rPr lang="en-IN" sz="1200" b="0" i="0" u="none" strike="noStrike" baseline="0" dirty="0" err="1">
                <a:latin typeface="Aptos" panose="020B0004020202020204" pitchFamily="34" charset="0"/>
              </a:rPr>
              <a:t>yaml,pprint;pprint.pprint</a:t>
            </a:r>
            <a:r>
              <a:rPr lang="en-IN" sz="1200" b="0" i="0" u="none" strike="noStrike" baseline="0" dirty="0">
                <a:latin typeface="Aptos" panose="020B0004020202020204" pitchFamily="34" charset="0"/>
              </a:rPr>
              <a:t>(</a:t>
            </a:r>
            <a:r>
              <a:rPr lang="en-IN" sz="1200" b="0" i="0" u="none" strike="noStrike" baseline="0" dirty="0" err="1">
                <a:latin typeface="Aptos" panose="020B0004020202020204" pitchFamily="34" charset="0"/>
              </a:rPr>
              <a:t>yaml.load</a:t>
            </a:r>
            <a:r>
              <a:rPr lang="en-IN" sz="1200" b="0" i="0" u="none" strike="noStrike" baseline="0" dirty="0">
                <a:latin typeface="Aptos" panose="020B0004020202020204" pitchFamily="34" charset="0"/>
              </a:rPr>
              <a:t>(open('Test1.yaml').read(), Loader=</a:t>
            </a:r>
            <a:r>
              <a:rPr lang="en-IN" sz="1200" b="0" i="0" u="none" strike="noStrike" baseline="0" dirty="0" err="1">
                <a:latin typeface="Aptos" panose="020B0004020202020204" pitchFamily="34" charset="0"/>
              </a:rPr>
              <a:t>yaml.FullLoader</a:t>
            </a:r>
            <a:r>
              <a:rPr lang="en-IN" sz="1200" b="0" i="0" u="none" strike="noStrike" baseline="0" dirty="0">
                <a:latin typeface="Aptos" panose="020B0004020202020204" pitchFamily="34" charset="0"/>
              </a:rPr>
              <a:t>))"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```</a:t>
            </a:r>
          </a:p>
          <a:p>
            <a:pPr marL="171450" indent="-171450" algn="l">
              <a:buFontTx/>
              <a:buChar char="-"/>
            </a:pPr>
            <a:r>
              <a:rPr lang="en-IN" sz="1200" b="0" i="0" u="none" strike="noStrike" baseline="0" dirty="0">
                <a:solidFill>
                  <a:schemeClr val="accent5"/>
                </a:solidFill>
                <a:latin typeface="Aptos" panose="020B0004020202020204" pitchFamily="34" charset="0"/>
              </a:rPr>
              <a:t>Expected output: `None`</a:t>
            </a:r>
          </a:p>
          <a:p>
            <a:pPr algn="l"/>
            <a:endParaRPr lang="en-IN" sz="800" b="0" i="0" u="none" strike="noStrike" baseline="0" dirty="0">
              <a:latin typeface="Aptos" panose="020B0004020202020204" pitchFamily="34" charset="0"/>
            </a:endParaRP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2. Key-Value Pairs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Create `Test2.yaml` with at least 2 key-value pairs.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Validate using the same Python command.</a:t>
            </a:r>
          </a:p>
          <a:p>
            <a:pPr algn="l"/>
            <a:r>
              <a:rPr lang="en-US" sz="1200" b="0" i="0" u="none" strike="noStrike" baseline="0" dirty="0">
                <a:solidFill>
                  <a:schemeClr val="accent5"/>
                </a:solidFill>
                <a:latin typeface="Aptos" panose="020B0004020202020204" pitchFamily="34" charset="0"/>
              </a:rPr>
              <a:t>- Expected output: Dictionary with keys and values.</a:t>
            </a:r>
          </a:p>
          <a:p>
            <a:pPr algn="l"/>
            <a:endParaRPr lang="en-IN" sz="800" b="1" i="0" u="none" strike="noStrike" baseline="0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3. Multi-Line Strings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- Use `|` and `&gt;` styles.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Validate and observe differences in output.</a:t>
            </a:r>
          </a:p>
          <a:p>
            <a:pPr algn="l"/>
            <a:endParaRPr lang="en-IN" sz="800" b="1" i="0" u="none" strike="noStrike" baseline="0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4. Data Types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Add examples for Integer and Boolean.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Validate and confirm Python interprets them correctly.</a:t>
            </a:r>
          </a:p>
          <a:p>
            <a:pPr algn="l"/>
            <a:endParaRPr lang="en-IN" sz="800" b="1" i="0" u="none" strike="noStrike" baseline="0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5. Lists and Dictionaries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Create a YAML file with a list of items.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Create nested dictionaries and dictionary with list values.</a:t>
            </a:r>
          </a:p>
          <a:p>
            <a:pPr algn="l"/>
            <a:endParaRPr lang="en-IN" sz="800" b="1" i="0" u="none" strike="noStrike" baseline="0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6. Error Handling</a:t>
            </a:r>
          </a:p>
          <a:p>
            <a:pPr algn="l"/>
            <a:r>
              <a:rPr lang="en-US" sz="1200" b="0" i="0" u="none" strike="noStrike" baseline="0" dirty="0">
                <a:latin typeface="Aptos" panose="020B0004020202020204" pitchFamily="34" charset="0"/>
              </a:rPr>
              <a:t>- Intentionally create malformed YAML and observe Python error.</a:t>
            </a:r>
          </a:p>
          <a:p>
            <a:pPr algn="l"/>
            <a:r>
              <a:rPr lang="en-IN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Bonus:</a:t>
            </a:r>
          </a:p>
          <a:p>
            <a:pPr algn="l"/>
            <a:r>
              <a:rPr lang="en-IN" sz="1200" b="0" i="0" u="none" strike="noStrike" baseline="0" dirty="0">
                <a:latin typeface="Aptos" panose="020B0004020202020204" pitchFamily="34" charset="0"/>
              </a:rPr>
              <a:t>------</a:t>
            </a:r>
          </a:p>
          <a:p>
            <a:pPr algn="l"/>
            <a:r>
              <a:rPr lang="en-US" sz="12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7.Combine all concepts into one YAML file and validate for any errors using </a:t>
            </a:r>
            <a:r>
              <a:rPr lang="en-US" sz="1200" b="0" i="0" u="none" strike="noStrike" baseline="0" dirty="0" err="1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yamllint</a:t>
            </a:r>
            <a:endParaRPr lang="en-IN" sz="8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2039DE-9B55-A525-71F5-A397DA377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80" y="961079"/>
            <a:ext cx="6624828" cy="441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7733" y="189207"/>
            <a:ext cx="4636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4500"/>
                </a:solidFill>
                <a:latin typeface="Arial"/>
              </a:rPr>
              <a:t>🎯 Challenge Time! Test your YAML skills now.</a:t>
            </a:r>
          </a:p>
        </p:txBody>
      </p:sp>
    </p:spTree>
    <p:extLst>
      <p:ext uri="{BB962C8B-B14F-4D97-AF65-F5344CB8AC3E}">
        <p14:creationId xmlns:p14="http://schemas.microsoft.com/office/powerpoint/2010/main" val="305892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&quot;Set of icons for organisation.  Includes documents, search icons, folders, etc  Hi Res raster file.Note that all images are my own design.&quot;">
            <a:extLst>
              <a:ext uri="{FF2B5EF4-FFF2-40B4-BE49-F238E27FC236}">
                <a16:creationId xmlns:a16="http://schemas.microsoft.com/office/drawing/2014/main" id="{9137C26C-C4B2-446E-9D97-1819DCCDEFB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tretch/>
        </p:blipFill>
        <p:spPr>
          <a:xfrm>
            <a:off x="381780" y="301752"/>
            <a:ext cx="6251447" cy="6251447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D9EB2-613C-0909-3814-5993FDFA77B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90417" y="1689710"/>
            <a:ext cx="4727448" cy="2656250"/>
          </a:xfrm>
        </p:spPr>
        <p:txBody>
          <a:bodyPr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YAML Fundamentals Overview</a:t>
            </a:r>
          </a:p>
          <a:p>
            <a:pPr marL="0" lvl="1" indent="0" algn="l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We reviewed YAML basics, syntax rules, common errors, and validation with </a:t>
            </a:r>
            <a:r>
              <a:rPr lang="en-US" sz="1800" b="0" dirty="0" err="1">
                <a:latin typeface="Aptos" panose="020B0004020202020204" pitchFamily="34" charset="0"/>
              </a:rPr>
              <a:t>yamllint</a:t>
            </a:r>
            <a:r>
              <a:rPr lang="en-US" sz="1800" b="0" dirty="0">
                <a:latin typeface="Aptos" panose="020B0004020202020204" pitchFamily="34" charset="0"/>
              </a:rPr>
              <a:t> for effective Ansible automation.</a:t>
            </a:r>
          </a:p>
          <a:p>
            <a:pPr marL="0" indent="0" algn="l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Importance of Validation</a:t>
            </a:r>
          </a:p>
          <a:p>
            <a:pPr marL="0" lvl="1" indent="0" algn="l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Validating YAML files ensures error-free automation scripts critical for reliable operations.</a:t>
            </a:r>
          </a:p>
          <a:p>
            <a:pPr marL="0" indent="0" algn="l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Next Episode Preview</a:t>
            </a:r>
          </a:p>
          <a:p>
            <a:pPr marL="0" lvl="1" indent="0" algn="l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800" b="0" dirty="0">
                <a:latin typeface="Aptos" panose="020B0004020202020204" pitchFamily="34" charset="0"/>
              </a:rPr>
              <a:t>Upcoming episode focuses on YAML structure in Ansible playbooks, including hosts, tasks, and variables.</a:t>
            </a:r>
          </a:p>
        </p:txBody>
      </p:sp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69CEBBEC-CBC9-D51D-E92F-03B3F123B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7353" y="1081578"/>
            <a:ext cx="6455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🚀 Next Steps: Your automation journey continues!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615" y="5943600"/>
            <a:ext cx="8344271" cy="369332"/>
          </a:xfrm>
          <a:prstGeom prst="rect">
            <a:avLst/>
          </a:prstGeom>
          <a:solidFill>
            <a:schemeClr val="tx2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08000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💬 Drop your answers in the comments! Which YAML rule surprised you most?</a:t>
            </a:r>
          </a:p>
        </p:txBody>
      </p:sp>
    </p:spTree>
    <p:extLst>
      <p:ext uri="{BB962C8B-B14F-4D97-AF65-F5344CB8AC3E}">
        <p14:creationId xmlns:p14="http://schemas.microsoft.com/office/powerpoint/2010/main" val="281666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7B59-687B-715D-77D7-5F2EF80A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20B489B3-4703-7706-E523-D4C9606D3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E512A-39A6-9657-4DF5-BB28B5CD266E}"/>
              </a:ext>
            </a:extLst>
          </p:cNvPr>
          <p:cNvSpPr txBox="1"/>
          <p:nvPr/>
        </p:nvSpPr>
        <p:spPr>
          <a:xfrm>
            <a:off x="6989065" y="41922"/>
            <a:ext cx="3279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Quiz</a:t>
            </a:r>
            <a:endParaRPr sz="1400" b="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9B858-7967-A9DC-E088-1FB1AA39251F}"/>
              </a:ext>
            </a:extLst>
          </p:cNvPr>
          <p:cNvSpPr txBox="1"/>
          <p:nvPr/>
        </p:nvSpPr>
        <p:spPr>
          <a:xfrm>
            <a:off x="6989065" y="307324"/>
            <a:ext cx="520256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What does YAML stand for?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Yet Another Markup Language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YAML </a:t>
            </a:r>
            <a:r>
              <a:rPr lang="en-US" sz="840" dirty="0" err="1">
                <a:latin typeface="Aptos" panose="020B0004020202020204" pitchFamily="34" charset="0"/>
              </a:rPr>
              <a:t>Ain’t</a:t>
            </a:r>
            <a:r>
              <a:rPr lang="en-US" sz="840" dirty="0">
                <a:latin typeface="Aptos" panose="020B0004020202020204" pitchFamily="34" charset="0"/>
              </a:rPr>
              <a:t> Markup Language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Your Automation Markup Language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None of the above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symbol starts a comment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//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#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&lt;!--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;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of these is NOT allowed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Tabs for indentation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Spaces for indentation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Lists using -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Key-value pairs separated by :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What is the correct way to represent a list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list: [item1, item2]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list: item1, item2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list: {item1, item2}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list: &lt;item1, item2&gt;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tool is used to validate YAML syntax?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</a:t>
            </a:r>
            <a:r>
              <a:rPr lang="en-US" sz="840" dirty="0" err="1">
                <a:latin typeface="Aptos" panose="020B0004020202020204" pitchFamily="34" charset="0"/>
              </a:rPr>
              <a:t>yamllint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ansible-lint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</a:t>
            </a:r>
            <a:r>
              <a:rPr lang="en-US" sz="840" dirty="0" err="1">
                <a:latin typeface="Aptos" panose="020B0004020202020204" pitchFamily="34" charset="0"/>
              </a:rPr>
              <a:t>yaml</a:t>
            </a:r>
            <a:r>
              <a:rPr lang="en-US" sz="840" dirty="0">
                <a:latin typeface="Aptos" panose="020B0004020202020204" pitchFamily="34" charset="0"/>
              </a:rPr>
              <a:t>-check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lint-</a:t>
            </a:r>
            <a:r>
              <a:rPr lang="en-US" sz="840" dirty="0" err="1">
                <a:latin typeface="Aptos" panose="020B0004020202020204" pitchFamily="34" charset="0"/>
              </a:rPr>
              <a:t>yaml</a:t>
            </a:r>
            <a:endParaRPr lang="en-US" sz="84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What happens if you use tabs instead of spaces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YAML ignores tabs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YAML converts tabs to spaces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YAML throws an error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YAML works fine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scalar style preserves newlines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&gt;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|-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|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&gt;-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What is the default data type for true in YAML?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String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Boolean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Integer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None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marker indicates the start of a YAML document?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...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---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###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@@@</a:t>
            </a:r>
          </a:p>
          <a:p>
            <a:pPr>
              <a:buFont typeface="+mj-lt"/>
              <a:buAutoNum type="arabicPeriod"/>
            </a:pPr>
            <a:r>
              <a:rPr lang="en-US" sz="840" b="1" dirty="0">
                <a:latin typeface="Aptos" panose="020B0004020202020204" pitchFamily="34" charset="0"/>
              </a:rPr>
              <a:t>Which of these is a valid YAML key-value pair?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A) key=value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B) key: value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C) key -&gt; value</a:t>
            </a:r>
            <a:br>
              <a:rPr lang="en-US" sz="840" dirty="0">
                <a:latin typeface="Aptos" panose="020B0004020202020204" pitchFamily="34" charset="0"/>
              </a:rPr>
            </a:br>
            <a:r>
              <a:rPr lang="en-US" sz="840" dirty="0">
                <a:latin typeface="Aptos" panose="020B0004020202020204" pitchFamily="34" charset="0"/>
              </a:rPr>
              <a:t>D) key=value;</a:t>
            </a:r>
          </a:p>
        </p:txBody>
      </p:sp>
      <p:pic>
        <p:nvPicPr>
          <p:cNvPr id="14" name="Picture 13" descr="A group of colorful question marks">
            <a:extLst>
              <a:ext uri="{FF2B5EF4-FFF2-40B4-BE49-F238E27FC236}">
                <a16:creationId xmlns:a16="http://schemas.microsoft.com/office/drawing/2014/main" id="{FF061563-8334-F7C0-73F6-DEB53B251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5552" y="211198"/>
            <a:ext cx="6550152" cy="64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6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9091" y="1073080"/>
            <a:ext cx="3193503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endParaRPr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l"/>
            <a:r>
              <a:rPr sz="2200" b="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Like • Share • Comment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0E55-7B88-B9EE-885B-547C7CA93A20}"/>
              </a:ext>
            </a:extLst>
          </p:cNvPr>
          <p:cNvSpPr txBox="1"/>
          <p:nvPr/>
        </p:nvSpPr>
        <p:spPr>
          <a:xfrm>
            <a:off x="362145" y="1858239"/>
            <a:ext cx="7315200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✔ Learn IT Automation with Ansible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✔ Like, Share &amp; Subscribe for more DevOps content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Follow us: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YouTube: youtube.com/</a:t>
            </a:r>
            <a:r>
              <a:rPr kumimoji="0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AutomateOps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pic>
        <p:nvPicPr>
          <p:cNvPr id="2" name="Picture 1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C4BFCABF-2BDC-0145-E5D9-864C09A6B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742" y="-2003"/>
            <a:ext cx="807883" cy="814003"/>
          </a:xfrm>
          <a:prstGeom prst="rect">
            <a:avLst/>
          </a:prstGeom>
        </p:spPr>
      </p:pic>
      <p:pic>
        <p:nvPicPr>
          <p:cNvPr id="6" name="Picture 5" descr="A qr code with a red and black square">
            <a:extLst>
              <a:ext uri="{FF2B5EF4-FFF2-40B4-BE49-F238E27FC236}">
                <a16:creationId xmlns:a16="http://schemas.microsoft.com/office/drawing/2014/main" id="{BE0629B5-F07A-CA55-EE8E-D14CAC33E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792" y="1588972"/>
            <a:ext cx="2883408" cy="2469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77536-7B27-C035-04A4-D0A11745442F}"/>
              </a:ext>
            </a:extLst>
          </p:cNvPr>
          <p:cNvSpPr txBox="1"/>
          <p:nvPr/>
        </p:nvSpPr>
        <p:spPr>
          <a:xfrm>
            <a:off x="8050911" y="1042303"/>
            <a:ext cx="250317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200" b="1" dirty="0">
                <a:solidFill>
                  <a:srgbClr val="002060"/>
                </a:solidFill>
                <a:latin typeface="Aptos" panose="020B0004020202020204" pitchFamily="34" charset="0"/>
              </a:rPr>
              <a:t>Scan to 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"/>
            <a:ext cx="505952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📢 Subscribe for more DevOps magic!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axy">
  <a:themeElements>
    <a:clrScheme name="Galaxy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Custom 64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_Copilot Layouts_win32_KO_V7" id="{277D7D6E-D023-4C41-8C54-008713810D9E}" vid="{6C12C930-BEAE-46EF-AAFA-5A28A00669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Words>1348</Words>
  <Application>Microsoft Office PowerPoint</Application>
  <PresentationFormat>Widescreen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Univers</vt:lpstr>
      <vt:lpstr>Galaxy</vt:lpstr>
      <vt:lpstr>PowerPoint Presentation</vt:lpstr>
      <vt:lpstr>Introduction to YAML</vt:lpstr>
      <vt:lpstr>PowerPoint Presentation</vt:lpstr>
      <vt:lpstr>PowerPoint Presentation</vt:lpstr>
      <vt:lpstr>Data Types in YAML</vt:lpstr>
      <vt:lpstr>Data Types in YAML Example</vt:lpstr>
      <vt:lpstr>PowerPoint Presentation</vt:lpstr>
      <vt:lpstr>PowerPoint Presentation</vt:lpstr>
      <vt:lpstr>Demo Code Snippets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Pal, Soumyendu</dc:creator>
  <cp:lastModifiedBy>Pal, Soumyendu</cp:lastModifiedBy>
  <cp:revision>3</cp:revision>
  <dcterms:created xsi:type="dcterms:W3CDTF">2025-05-21T23:03:00Z</dcterms:created>
  <dcterms:modified xsi:type="dcterms:W3CDTF">2025-11-29T11:01:29Z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